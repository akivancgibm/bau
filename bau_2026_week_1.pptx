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44" r:id="rId2"/>
  </p:sldMasterIdLst>
  <p:notesMasterIdLst>
    <p:notesMasterId r:id="rId9"/>
  </p:notesMasterIdLst>
  <p:sldIdLst>
    <p:sldId id="2142533375" r:id="rId3"/>
    <p:sldId id="2147377215" r:id="rId4"/>
    <p:sldId id="2147377230" r:id="rId5"/>
    <p:sldId id="283" r:id="rId6"/>
    <p:sldId id="2146847005" r:id="rId7"/>
    <p:sldId id="2147377231" r:id="rId8"/>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668"/>
  </p:normalViewPr>
  <p:slideViewPr>
    <p:cSldViewPr snapToGrid="0">
      <p:cViewPr varScale="1">
        <p:scale>
          <a:sx n="127" d="100"/>
          <a:sy n="127" d="100"/>
        </p:scale>
        <p:origin x="2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C183CC-FD3D-3645-83D7-70DE4CA704B9}" type="datetimeFigureOut">
              <a:rPr lang="en-TR" smtClean="0"/>
              <a:t>20.02.2025</a:t>
            </a:fld>
            <a:endParaRPr lang="en-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AAEB2A-9764-7E46-973A-0DA8B00D39CC}" type="slidenum">
              <a:rPr lang="en-TR" smtClean="0"/>
              <a:t>‹#›</a:t>
            </a:fld>
            <a:endParaRPr lang="en-TR"/>
          </a:p>
        </p:txBody>
      </p:sp>
    </p:spTree>
    <p:extLst>
      <p:ext uri="{BB962C8B-B14F-4D97-AF65-F5344CB8AC3E}">
        <p14:creationId xmlns:p14="http://schemas.microsoft.com/office/powerpoint/2010/main" val="2771905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62C131-D92D-A14D-909F-1CDB052129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7804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ea typeface="+mn-ea"/>
                <a:cs typeface="+mn-cs"/>
              </a:rPr>
              <a:pPr marL="0" marR="0" lvl="0" indent="0" algn="r" defTabSz="1829379" rtl="0" eaLnBrk="1" fontAlgn="auto" latinLnBrk="0" hangingPunct="1">
                <a:lnSpc>
                  <a:spcPct val="100000"/>
                </a:lnSpc>
                <a:spcBef>
                  <a:spcPts val="0"/>
                </a:spcBef>
                <a:spcAft>
                  <a:spcPts val="0"/>
                </a:spcAft>
                <a:buClrTx/>
                <a:buSzTx/>
                <a:buFontTx/>
                <a:buNone/>
                <a:tabLst/>
                <a:defRPr/>
              </a:pPr>
              <a:t>4</a:t>
            </a:fld>
            <a:endPar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endParaRPr>
          </a:p>
        </p:txBody>
      </p:sp>
      <p:sp>
        <p:nvSpPr>
          <p:cNvPr id="5" name="Footer Placeholder 4"/>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Footer</a:t>
            </a:r>
          </a:p>
        </p:txBody>
      </p:sp>
    </p:spTree>
    <p:extLst>
      <p:ext uri="{BB962C8B-B14F-4D97-AF65-F5344CB8AC3E}">
        <p14:creationId xmlns:p14="http://schemas.microsoft.com/office/powerpoint/2010/main" val="1413149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WebSphere Application Server (WAS) and other traditional Application Servers were first released in the late 1990s, the technology world was a very different place. The hardware on which WebSphere ran had modest compute power by today’s standards, networks were much slower, and memory and disk capacities were limited. Software delivery was also dominated by Waterfall and associated engineering practices. This naturally led to runtime and application designs that favored monolithic deployments. In the early 2000s, </a:t>
            </a:r>
            <a:r>
              <a:rPr lang="en-US" sz="1000" b="0" i="0" u="none" strike="noStrike" kern="1200" dirty="0">
                <a:solidFill>
                  <a:schemeClr val="bg1"/>
                </a:solidFill>
                <a:effectLst/>
                <a:latin typeface="Arial" panose="020B0604020202020204" pitchFamily="34" charset="0"/>
                <a:ea typeface="+mn-ea"/>
                <a:cs typeface="Arial" panose="020B0604020202020204" pitchFamily="34" charset="0"/>
              </a:rPr>
              <a:t>Virtual Machines (</a:t>
            </a:r>
            <a:r>
              <a:rPr lang="en-US" dirty="0"/>
              <a:t>VMs) emerged as an approach to simplifying server deployments but clustering was done in a way specific to each runtime type deployed (e.g. WebSphere Network Deployment (ND) Cells).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 the years, infrastructure and methodologies evolved. In 2012 IBM released WebSphere Liberty, which was a response to increasing for lighter weight, agile runtimes to help developers and operations more rapidly and efficiently deliver and deploy applications. These applications were still primarily monolithic but were evolved using more agile practices. Liberty started out with a modest API set but soon grew to support the full Java Enterprise Edition (EE) 7 capabilities as well the Network Deployment (ND) operational capabilities demanded by Enterprises. From the beginning, Liberty allowed you to subset the APIs and features so you only need to develop and deploy based on application and operational requirements.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Over the years, Open Source became an increasingly important aspect of software adoption. In support of this shift, IBM choses to move to an open source-first development model by open sourcing WebSphere Liberty as Open Liberty under the Eclipse Public License v1. Around the same time, Microservices were rapidly growing in popularity, and in collaboration with a number of other vendors, IBM added support for MicroProfile 1.1 – the first MicroProfile release to add new APIs designed specifically for Microservices. IBM has continued to drive and adopt the latest MicroProfile standards ever since.</a:t>
            </a:r>
          </a:p>
          <a:p>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With the growth of Microservices came rapid innovation in deployment technologies. Containers soon gave rise to container orchestration through Kubernetes and then platforms, epitomized by Red Hat’s OpenShift platform. Container orchestration platforms help greatly simplify enterprise operations by helping remove the need for runtime-centric clustering, such as ND Cells and Liberty Collectives.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Beyond Microservices, IBM has seen the emergence of Functions as an architecture type, typically deployed to Functions as a Service environment. There is also a shift in the industry away from a drive to towards larger numbers of smaller deployments to a more balanced and informed architecture selection and we’ll talk about this more in a couple of slides.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To help clients modernize their traditional application server workloads, IBM has two quite different approaches to traditional WebSphere and Liberty:</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Traditional WebSphere’s focus is on stability. To enable this, IBM announced support for Java 8 on traditional WebSphere Application Server (tWAS) until at least 2030, with extended support till 2033. IBM continues to updates security capabilities, database support and operating system support to ensure applications continue to work and remain secure with minimal investment.</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Liberty, the focus is on first-class support for new cloud-native applications, as well as making it easy to modernize existing applications from traditional application server. This means strong Kubernetes integration, APIs for microservice development and deployment, and improved configuration and API fidelity with tWAS.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2E38B8-B0B4-AD41-AC6E-B781F46A9F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99118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accent2"/>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pic>
        <p:nvPicPr>
          <p:cNvPr id="6" name="Picture"/>
          <p:cNvPicPr>
            <a:picLocks noChangeAspect="1"/>
          </p:cNvPicPr>
          <p:nvPr userDrawn="1"/>
        </p:nvPicPr>
        <p:blipFill>
          <a:blip r:embed="rId2"/>
          <a:srcRect/>
          <a:stretch/>
        </p:blipFill>
        <p:spPr>
          <a:xfrm>
            <a:off x="11191752" y="6273671"/>
            <a:ext cx="695449" cy="277477"/>
          </a:xfrm>
          <a:prstGeom prst="rect">
            <a:avLst/>
          </a:prstGeom>
        </p:spPr>
      </p:pic>
    </p:spTree>
    <p:extLst>
      <p:ext uri="{BB962C8B-B14F-4D97-AF65-F5344CB8AC3E}">
        <p14:creationId xmlns:p14="http://schemas.microsoft.com/office/powerpoint/2010/main" val="670887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68" y="610"/>
            <a:ext cx="12178064" cy="6856780"/>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pic>
        <p:nvPicPr>
          <p:cNvPr id="10" name="Picture">
            <a:extLst>
              <a:ext uri="{FF2B5EF4-FFF2-40B4-BE49-F238E27FC236}">
                <a16:creationId xmlns:a16="http://schemas.microsoft.com/office/drawing/2014/main" id="{AF27D010-9F2C-E24B-9425-1712E900993B}"/>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389067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68" y="609"/>
            <a:ext cx="12178064" cy="6856779"/>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pic>
        <p:nvPicPr>
          <p:cNvPr id="9" name="Picture">
            <a:extLst>
              <a:ext uri="{FF2B5EF4-FFF2-40B4-BE49-F238E27FC236}">
                <a16:creationId xmlns:a16="http://schemas.microsoft.com/office/drawing/2014/main" id="{F7EA8AAE-0BDE-7D4C-B52A-496FD9C298D3}"/>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356556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0" y="609"/>
            <a:ext cx="12178061" cy="6856779"/>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pic>
        <p:nvPicPr>
          <p:cNvPr id="9" name="Picture">
            <a:extLst>
              <a:ext uri="{FF2B5EF4-FFF2-40B4-BE49-F238E27FC236}">
                <a16:creationId xmlns:a16="http://schemas.microsoft.com/office/drawing/2014/main" id="{2F8C8987-724F-6B47-A6B9-8E11DF00B812}"/>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1523233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0" y="610"/>
            <a:ext cx="12178061" cy="685677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pic>
        <p:nvPicPr>
          <p:cNvPr id="9" name="Picture">
            <a:extLst>
              <a:ext uri="{FF2B5EF4-FFF2-40B4-BE49-F238E27FC236}">
                <a16:creationId xmlns:a16="http://schemas.microsoft.com/office/drawing/2014/main" id="{7B48B5CA-5BC1-8844-81E1-24543A8F2C9A}"/>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1536119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 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596131-38DE-3A44-BE82-CDD2A1709808}"/>
              </a:ext>
            </a:extLst>
          </p:cNvPr>
          <p:cNvPicPr>
            <a:picLocks noChangeAspect="1"/>
          </p:cNvPicPr>
          <p:nvPr userDrawn="1"/>
        </p:nvPicPr>
        <p:blipFill>
          <a:blip r:embed="rId2"/>
          <a:stretch>
            <a:fillRect/>
          </a:stretch>
        </p:blipFill>
        <p:spPr>
          <a:xfrm>
            <a:off x="0" y="0"/>
            <a:ext cx="12192000" cy="686462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Footer Placeholder"/>
          <p:cNvSpPr>
            <a:spLocks noGrp="1"/>
          </p:cNvSpPr>
          <p:nvPr>
            <p:ph type="ftr" sz="quarter" idx="10"/>
          </p:nvPr>
        </p:nvSpPr>
        <p:spPr/>
        <p:txBody>
          <a:bodyPr/>
          <a:lstStyle/>
          <a:p>
            <a:r>
              <a:rPr lang="en-US" dirty="0"/>
              <a:t>Group Name / DOC ID / Month XX, 2022 / © 2022 IBM Corporation</a:t>
            </a:r>
          </a:p>
        </p:txBody>
      </p:sp>
      <p:pic>
        <p:nvPicPr>
          <p:cNvPr id="6" name="Picture"/>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358893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image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6EA217-D975-DE4B-A991-B3A7FEFBAC32}"/>
              </a:ext>
            </a:extLst>
          </p:cNvPr>
          <p:cNvPicPr>
            <a:picLocks noChangeAspect="1"/>
          </p:cNvPicPr>
          <p:nvPr userDrawn="1"/>
        </p:nvPicPr>
        <p:blipFill>
          <a:blip r:embed="rId2"/>
          <a:srcRect/>
          <a:stretch/>
        </p:blipFill>
        <p:spPr>
          <a:xfrm>
            <a:off x="14916" y="5080"/>
            <a:ext cx="12171208" cy="6852920"/>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pic>
        <p:nvPicPr>
          <p:cNvPr id="9" name="Picture">
            <a:extLst>
              <a:ext uri="{FF2B5EF4-FFF2-40B4-BE49-F238E27FC236}">
                <a16:creationId xmlns:a16="http://schemas.microsoft.com/office/drawing/2014/main" id="{9FC9FB8B-2D23-D949-963B-B1200DEDE836}"/>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183937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0" y="610"/>
            <a:ext cx="12178060" cy="685677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pic>
        <p:nvPicPr>
          <p:cNvPr id="9" name="Picture">
            <a:extLst>
              <a:ext uri="{FF2B5EF4-FFF2-40B4-BE49-F238E27FC236}">
                <a16:creationId xmlns:a16="http://schemas.microsoft.com/office/drawing/2014/main" id="{14C6F24E-1E96-144E-A44F-8124FE9D9BA3}"/>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4016905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0" y="609"/>
            <a:ext cx="12178060" cy="6856776"/>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pic>
        <p:nvPicPr>
          <p:cNvPr id="9" name="Picture">
            <a:extLst>
              <a:ext uri="{FF2B5EF4-FFF2-40B4-BE49-F238E27FC236}">
                <a16:creationId xmlns:a16="http://schemas.microsoft.com/office/drawing/2014/main" id="{BE20C7ED-E83C-DE49-B49C-6FE6E39CB338}"/>
              </a:ext>
            </a:extLst>
          </p:cNvPr>
          <p:cNvPicPr>
            <a:picLocks noChangeAspect="1"/>
          </p:cNvPicPr>
          <p:nvPr userDrawn="1"/>
        </p:nvPicPr>
        <p:blipFill>
          <a:blip r:embed="rId3"/>
          <a:srcRect/>
          <a:stretch/>
        </p:blipFill>
        <p:spPr>
          <a:xfrm>
            <a:off x="11191752" y="6273671"/>
            <a:ext cx="695449" cy="277477"/>
          </a:xfrm>
          <a:prstGeom prst="rect">
            <a:avLst/>
          </a:prstGeom>
        </p:spPr>
      </p:pic>
    </p:spTree>
    <p:extLst>
      <p:ext uri="{BB962C8B-B14F-4D97-AF65-F5344CB8AC3E}">
        <p14:creationId xmlns:p14="http://schemas.microsoft.com/office/powerpoint/2010/main" val="90843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accent2"/>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67439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lvl1pPr>
              <a:defRPr>
                <a:solidFill>
                  <a:schemeClr val="accent2"/>
                </a:solidFill>
              </a:defRPr>
            </a:lvl1p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solidFill>
                  <a:schemeClr val="accent2"/>
                </a:solidFill>
              </a:defRPr>
            </a:lvl1pPr>
            <a:lvl2pPr marL="0" indent="0">
              <a:spcBef>
                <a:spcPts val="0"/>
              </a:spcBef>
              <a:buNone/>
              <a:defRPr>
                <a:solidFill>
                  <a:schemeClr val="accent2"/>
                </a:solidFill>
              </a:defRPr>
            </a:lvl2pPr>
            <a:lvl3pPr marL="268813" indent="0">
              <a:buNone/>
              <a:defRPr/>
            </a:lvl3pPr>
            <a:lvl4pPr marL="579960" indent="0">
              <a:buNone/>
              <a:defRPr/>
            </a:lvl4pPr>
            <a:lvl5pPr marL="84242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solidFill>
                  <a:schemeClr val="accent2"/>
                </a:solidFill>
              </a:defRPr>
            </a:lvl1pPr>
            <a:lvl2pPr marL="0" indent="0">
              <a:spcBef>
                <a:spcPts val="0"/>
              </a:spcBef>
              <a:buNone/>
              <a:defRPr>
                <a:solidFill>
                  <a:schemeClr val="accent2"/>
                </a:solidFill>
              </a:defRPr>
            </a:lvl2pPr>
            <a:lvl3pPr marL="268813" indent="0">
              <a:buNone/>
              <a:defRPr/>
            </a:lvl3pPr>
            <a:lvl4pPr marL="579960" indent="0">
              <a:buNone/>
              <a:defRPr/>
            </a:lvl4pPr>
            <a:lvl5pPr marL="84242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050976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solidFill>
                  <a:schemeClr val="accent2"/>
                </a:solidFill>
              </a:defRPr>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0" i="0">
                <a:solidFill>
                  <a:schemeClr val="accent2"/>
                </a:solidFill>
                <a:latin typeface="IBM Plex Sans Light" panose="020B0403050203000203"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5119970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b="0" i="0">
                <a:solidFill>
                  <a:schemeClr val="accent2"/>
                </a:solidFill>
                <a:latin typeface="IBM Plex Sans Light" panose="020B0403050203000203" pitchFamily="34" charset="0"/>
              </a:defRPr>
            </a:lvl1pPr>
          </a:lstStyle>
          <a:p>
            <a:r>
              <a:rPr lang="en-US"/>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800" b="0" i="0">
                <a:solidFill>
                  <a:schemeClr val="accent2"/>
                </a:solidFill>
                <a:latin typeface="IBM Plex Sans Light" panose="020B0403050203000203"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6096000" y="0"/>
            <a:ext cx="6096000" cy="6858000"/>
          </a:xfrm>
        </p:spPr>
        <p:txBody>
          <a:bodyPr lIns="91440" tIns="91440" rIns="91440" bIns="91440"/>
          <a:lstStyle>
            <a:lvl1pPr>
              <a:defRPr b="0" i="0" baseline="0">
                <a:solidFill>
                  <a:schemeClr val="tx1"/>
                </a:solidFill>
                <a:latin typeface="IBM Plex Sans Light" panose="020B0403050203000203" pitchFamily="34" charset="0"/>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83755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1" y="121920"/>
            <a:ext cx="11704229" cy="5872480"/>
          </a:xfrm>
        </p:spPr>
        <p:txBody>
          <a:bodyPr/>
          <a:lstStyle>
            <a:lvl1pPr>
              <a:defRPr sz="12800" b="0" i="0">
                <a:solidFill>
                  <a:schemeClr val="accent2"/>
                </a:solidFill>
                <a:latin typeface="IBM Plex Sans Light" panose="020B0403050203000203" pitchFamily="34" charset="0"/>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428502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7416713" cy="5726176"/>
          </a:xfrm>
        </p:spPr>
        <p:txBody>
          <a:bodyPr/>
          <a:lstStyle>
            <a:lvl1pPr>
              <a:defRPr>
                <a:solidFill>
                  <a:schemeClr val="accent2"/>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63069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307850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9" y="1658112"/>
            <a:ext cx="5498501"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8088230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1"/>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9" y="1658112"/>
            <a:ext cx="5498501"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5" name="Straight Connector 4">
            <a:extLst>
              <a:ext uri="{FF2B5EF4-FFF2-40B4-BE49-F238E27FC236}">
                <a16:creationId xmlns:a16="http://schemas.microsoft.com/office/drawing/2014/main" id="{D6282095-CEC6-B901-D5C9-B01A579D74EA}"/>
              </a:ext>
            </a:extLst>
          </p:cNvPr>
          <p:cNvCxnSpPr>
            <a:cxnSpLocks/>
          </p:cNvCxnSpPr>
          <p:nvPr userDrawn="1"/>
        </p:nvCxnSpPr>
        <p:spPr bwMode="auto">
          <a:xfrm flipV="1">
            <a:off x="6076949" y="1658112"/>
            <a:ext cx="0" cy="4336288"/>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17357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7" name="Content Placeholder"/>
          <p:cNvSpPr>
            <a:spLocks noGrp="1"/>
          </p:cNvSpPr>
          <p:nvPr>
            <p:ph sz="quarter" idx="13"/>
          </p:nvPr>
        </p:nvSpPr>
        <p:spPr>
          <a:xfrm>
            <a:off x="280416" y="1621536"/>
            <a:ext cx="5522976" cy="4372864"/>
          </a:xfrm>
        </p:spPr>
        <p:txBody>
          <a:bodyPr/>
          <a:lstStyle>
            <a:lvl1pPr>
              <a:defRPr sz="32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6388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3332094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3"/>
          </p:nvPr>
        </p:nvSpPr>
        <p:spPr>
          <a:xfrm>
            <a:off x="3340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88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p:cNvSpPr>
            <a:spLocks noGrp="1"/>
          </p:cNvSpPr>
          <p:nvPr>
            <p:ph type="body" sz="quarter" idx="15"/>
          </p:nvPr>
        </p:nvSpPr>
        <p:spPr>
          <a:xfrm>
            <a:off x="9436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923152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9774968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6388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p:cNvSpPr>
            <a:spLocks noGrp="1"/>
          </p:cNvSpPr>
          <p:nvPr>
            <p:ph type="body" sz="quarter" idx="13"/>
          </p:nvPr>
        </p:nvSpPr>
        <p:spPr>
          <a:xfrm>
            <a:off x="9436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38967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18" y="268224"/>
            <a:ext cx="5522885" cy="5726176"/>
          </a:xfrm>
        </p:spPr>
        <p:txBody>
          <a:bodyPr/>
          <a:lstStyle>
            <a:lvl1pPr>
              <a:defRPr>
                <a:solidFill>
                  <a:schemeClr val="tx1"/>
                </a:solidFill>
              </a:defRPr>
            </a:lvl1pPr>
          </a:lstStyle>
          <a:p>
            <a:r>
              <a:rPr lang="en-US"/>
              <a:t>Click to edit Master title style</a:t>
            </a:r>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tx2"/>
          </a:solidFill>
        </p:spPr>
        <p:txBody>
          <a:bodyPr wrap="square" lIns="0" tIns="0" rIns="0" bIns="0" rtlCol="0" anchor="ctr">
            <a:noAutofit/>
          </a:bodyPr>
          <a:lstStyle/>
          <a:p>
            <a:pPr algn="ctr"/>
            <a:endParaRPr lang="en-US" sz="1600" b="0" i="0" dirty="0">
              <a:solidFill>
                <a:schemeClr val="tx1"/>
              </a:solidFill>
              <a:latin typeface="IBM Plex Sans Light" panose="020B0503050203000203" pitchFamily="34" charset="0"/>
              <a:cs typeface="IBM Plex Sans Light"/>
            </a:endParaRPr>
          </a:p>
        </p:txBody>
      </p:sp>
      <p:sp>
        <p:nvSpPr>
          <p:cNvPr id="6" name="Text Placeholder"/>
          <p:cNvSpPr>
            <a:spLocks noGrp="1"/>
          </p:cNvSpPr>
          <p:nvPr>
            <p:ph type="body" sz="quarter" idx="12"/>
          </p:nvPr>
        </p:nvSpPr>
        <p:spPr>
          <a:xfrm>
            <a:off x="6388608" y="268224"/>
            <a:ext cx="5498592" cy="5726176"/>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942820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en-US"/>
              <a:t>Click to edit Master title style</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6849469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3837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5" name="Straight Connector 4">
            <a:extLst>
              <a:ext uri="{FF2B5EF4-FFF2-40B4-BE49-F238E27FC236}">
                <a16:creationId xmlns:a16="http://schemas.microsoft.com/office/drawing/2014/main" id="{0ABEA088-C480-3EED-8D08-D4A25FB8D88A}"/>
              </a:ext>
            </a:extLst>
          </p:cNvPr>
          <p:cNvCxnSpPr>
            <a:cxnSpLocks/>
          </p:cNvCxnSpPr>
          <p:nvPr userDrawn="1"/>
        </p:nvCxnSpPr>
        <p:spPr bwMode="auto">
          <a:xfrm>
            <a:off x="316992" y="4008368"/>
            <a:ext cx="5486401" cy="0"/>
          </a:xfrm>
          <a:prstGeom prst="line">
            <a:avLst/>
          </a:prstGeom>
          <a:ln w="3175">
            <a:solidFill>
              <a:schemeClr val="bg1">
                <a:lumMod val="6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63ABA9B2-158C-6B7A-1322-074A7408896A}"/>
              </a:ext>
            </a:extLst>
          </p:cNvPr>
          <p:cNvCxnSpPr>
            <a:cxnSpLocks/>
          </p:cNvCxnSpPr>
          <p:nvPr userDrawn="1"/>
        </p:nvCxnSpPr>
        <p:spPr bwMode="auto">
          <a:xfrm flipV="1">
            <a:off x="6096000" y="1650381"/>
            <a:ext cx="0" cy="4344020"/>
          </a:xfrm>
          <a:prstGeom prst="line">
            <a:avLst/>
          </a:prstGeom>
          <a:ln w="3175">
            <a:solidFill>
              <a:schemeClr val="bg1">
                <a:lumMod val="6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07453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1486244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
          <p:cNvSpPr>
            <a:spLocks noGrp="1"/>
          </p:cNvSpPr>
          <p:nvPr>
            <p:ph sz="quarter" idx="17"/>
          </p:nvPr>
        </p:nvSpPr>
        <p:spPr>
          <a:xfrm>
            <a:off x="6096000" y="0"/>
            <a:ext cx="3048000" cy="3429000"/>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12" name="Content Placeholder 3"/>
          <p:cNvSpPr>
            <a:spLocks noGrp="1"/>
          </p:cNvSpPr>
          <p:nvPr>
            <p:ph sz="quarter" idx="19"/>
          </p:nvPr>
        </p:nvSpPr>
        <p:spPr>
          <a:xfrm>
            <a:off x="6096000" y="3426885"/>
            <a:ext cx="6096000" cy="3431116"/>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dirty="0"/>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6096000"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9139245" y="313269"/>
            <a:ext cx="0" cy="2822545"/>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6389817" y="3426884"/>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780398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a:cxnSpLocks/>
          </p:cNvCxnSpPr>
          <p:nvPr userDrawn="1"/>
        </p:nvCxnSpPr>
        <p:spPr bwMode="auto">
          <a:xfrm flipV="1">
            <a:off x="6096000" y="1650381"/>
            <a:ext cx="0" cy="4344020"/>
          </a:xfrm>
          <a:prstGeom prst="line">
            <a:avLst/>
          </a:prstGeom>
          <a:ln w="3175">
            <a:solidFill>
              <a:schemeClr val="bg1">
                <a:lumMod val="6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322352" y="4038111"/>
            <a:ext cx="5486401" cy="0"/>
          </a:xfrm>
          <a:prstGeom prst="line">
            <a:avLst/>
          </a:prstGeom>
          <a:ln w="3175">
            <a:solidFill>
              <a:schemeClr val="bg1">
                <a:lumMod val="6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589465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noFill/>
        </p:spPr>
        <p:txBody>
          <a:bodyPr lIns="210312" tIns="201168" rIns="228600" bIns="228600"/>
          <a:lstStyle>
            <a:lvl1pPr>
              <a:defRPr>
                <a:solidFill>
                  <a:schemeClr val="tx1"/>
                </a:solidFill>
              </a:defRPr>
            </a:lvl1pPr>
          </a:lstStyle>
          <a:p>
            <a:r>
              <a:rPr lang="en-US"/>
              <a:t>Click to edit Master title style</a:t>
            </a:r>
          </a:p>
        </p:txBody>
      </p:sp>
      <p:sp>
        <p:nvSpPr>
          <p:cNvPr id="6" name="Content Placeholder 1"/>
          <p:cNvSpPr>
            <a:spLocks noGrp="1"/>
          </p:cNvSpPr>
          <p:nvPr>
            <p:ph sz="quarter" idx="17"/>
          </p:nvPr>
        </p:nvSpPr>
        <p:spPr>
          <a:xfrm>
            <a:off x="6096000" y="0"/>
            <a:ext cx="3048000" cy="342900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9144000" y="0"/>
            <a:ext cx="3048000" cy="342900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3426885"/>
            <a:ext cx="6096000" cy="3431116"/>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5"/>
            <a:ext cx="6096000" cy="3431116"/>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6096000"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304801" y="3422651"/>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6389817" y="3422651"/>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9141024" y="313269"/>
            <a:ext cx="0" cy="2822545"/>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09487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noFill/>
        </p:spPr>
        <p:txBody>
          <a:bodyPr lIns="210312" tIns="201168" rIns="228600" bIns="228600"/>
          <a:lstStyle>
            <a:lvl1pPr>
              <a:defRPr>
                <a:solidFill>
                  <a:schemeClr val="tx1"/>
                </a:solidFill>
              </a:defRPr>
            </a:lvl1pPr>
          </a:lstStyle>
          <a:p>
            <a:r>
              <a:rPr lang="en-US"/>
              <a:t>Click to edit Master title style</a:t>
            </a:r>
          </a:p>
        </p:txBody>
      </p:sp>
      <p:sp>
        <p:nvSpPr>
          <p:cNvPr id="6" name="Content Placeholder 1"/>
          <p:cNvSpPr>
            <a:spLocks noGrp="1"/>
          </p:cNvSpPr>
          <p:nvPr>
            <p:ph sz="quarter" idx="17"/>
          </p:nvPr>
        </p:nvSpPr>
        <p:spPr>
          <a:xfrm>
            <a:off x="6096000" y="0"/>
            <a:ext cx="6096000" cy="342900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46972" y="3426885"/>
            <a:ext cx="3125609" cy="3431116"/>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5"/>
            <a:ext cx="6096000" cy="3431116"/>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6096000" y="313267"/>
            <a:ext cx="0" cy="5681133"/>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304801" y="3422651"/>
            <a:ext cx="5486401"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6389817" y="3422651"/>
            <a:ext cx="5486401"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EC7BA33-19D2-A56E-7C28-52D68A87A110}"/>
              </a:ext>
            </a:extLst>
          </p:cNvPr>
          <p:cNvCxnSpPr>
            <a:cxnSpLocks/>
          </p:cNvCxnSpPr>
          <p:nvPr userDrawn="1"/>
        </p:nvCxnSpPr>
        <p:spPr bwMode="auto">
          <a:xfrm flipV="1">
            <a:off x="3125613" y="3819894"/>
            <a:ext cx="0" cy="2392219"/>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Content Placeholder 3">
            <a:extLst>
              <a:ext uri="{FF2B5EF4-FFF2-40B4-BE49-F238E27FC236}">
                <a16:creationId xmlns:a16="http://schemas.microsoft.com/office/drawing/2014/main" id="{AD291D9D-9B0A-A233-224C-3A3BAE15746C}"/>
              </a:ext>
            </a:extLst>
          </p:cNvPr>
          <p:cNvSpPr>
            <a:spLocks noGrp="1"/>
          </p:cNvSpPr>
          <p:nvPr>
            <p:ph sz="quarter" idx="21"/>
          </p:nvPr>
        </p:nvSpPr>
        <p:spPr>
          <a:xfrm>
            <a:off x="3172580" y="3426885"/>
            <a:ext cx="2923421" cy="3431116"/>
          </a:xfrm>
          <a:noFill/>
        </p:spPr>
        <p:txBody>
          <a:bodyPr lIns="219456" tIns="201168" rIns="228600" bIns="228600"/>
          <a:lstStyle>
            <a:lvl1pPr>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8491678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noFill/>
        </p:spPr>
        <p:txBody>
          <a:bodyPr lIns="210312" tIns="201168" rIns="228600" bIns="228600"/>
          <a:lstStyle>
            <a:lvl1pPr>
              <a:defRPr>
                <a:solidFill>
                  <a:schemeClr val="tx1"/>
                </a:solidFill>
              </a:defRPr>
            </a:lvl1pPr>
          </a:lstStyle>
          <a:p>
            <a:r>
              <a:rPr lang="en-US"/>
              <a:t>Click to edit Master title style</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a:cxnSpLocks/>
          </p:cNvCxnSpPr>
          <p:nvPr userDrawn="1"/>
        </p:nvCxnSpPr>
        <p:spPr bwMode="auto">
          <a:xfrm flipV="1">
            <a:off x="6096000" y="3819894"/>
            <a:ext cx="0" cy="2392219"/>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304801" y="3422651"/>
            <a:ext cx="6711820"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6389817" y="3422651"/>
            <a:ext cx="5486401"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EC7BA33-19D2-A56E-7C28-52D68A87A110}"/>
              </a:ext>
            </a:extLst>
          </p:cNvPr>
          <p:cNvCxnSpPr>
            <a:cxnSpLocks/>
          </p:cNvCxnSpPr>
          <p:nvPr userDrawn="1"/>
        </p:nvCxnSpPr>
        <p:spPr bwMode="auto">
          <a:xfrm flipV="1">
            <a:off x="3125613" y="3819894"/>
            <a:ext cx="0" cy="2392219"/>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0F2AD63B-6656-BEAA-9E63-E63512863383}"/>
              </a:ext>
            </a:extLst>
          </p:cNvPr>
          <p:cNvCxnSpPr>
            <a:cxnSpLocks/>
          </p:cNvCxnSpPr>
          <p:nvPr userDrawn="1"/>
        </p:nvCxnSpPr>
        <p:spPr bwMode="auto">
          <a:xfrm flipV="1">
            <a:off x="9019420" y="3819894"/>
            <a:ext cx="0" cy="2392219"/>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803247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1" y="-1"/>
            <a:ext cx="5991919" cy="3429001"/>
          </a:xfrm>
          <a:noFill/>
        </p:spPr>
        <p:txBody>
          <a:bodyPr lIns="210312" tIns="201168" rIns="228600" bIns="228600"/>
          <a:lstStyle>
            <a:lvl1pPr>
              <a:defRPr>
                <a:solidFill>
                  <a:schemeClr val="tx1"/>
                </a:solidFill>
              </a:defRPr>
            </a:lvl1pPr>
          </a:lstStyle>
          <a:p>
            <a:r>
              <a:rPr lang="en-US"/>
              <a:t>Click to edit Master title style</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315694" y="3926913"/>
            <a:ext cx="6711820"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6400710" y="3926913"/>
            <a:ext cx="5486401"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EC7BA33-19D2-A56E-7C28-52D68A87A110}"/>
              </a:ext>
            </a:extLst>
          </p:cNvPr>
          <p:cNvCxnSpPr>
            <a:cxnSpLocks/>
          </p:cNvCxnSpPr>
          <p:nvPr userDrawn="1"/>
        </p:nvCxnSpPr>
        <p:spPr bwMode="auto">
          <a:xfrm flipV="1">
            <a:off x="4064000" y="4371279"/>
            <a:ext cx="0" cy="1825967"/>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F78FE5DD-213D-9AAD-D3F0-3198895296E4}"/>
              </a:ext>
            </a:extLst>
          </p:cNvPr>
          <p:cNvCxnSpPr>
            <a:cxnSpLocks/>
          </p:cNvCxnSpPr>
          <p:nvPr userDrawn="1"/>
        </p:nvCxnSpPr>
        <p:spPr bwMode="auto">
          <a:xfrm flipV="1">
            <a:off x="6096000" y="1769327"/>
            <a:ext cx="0" cy="1776399"/>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93833DF-4772-F2FD-0B4C-9383712ED84E}"/>
              </a:ext>
            </a:extLst>
          </p:cNvPr>
          <p:cNvCxnSpPr>
            <a:cxnSpLocks/>
          </p:cNvCxnSpPr>
          <p:nvPr userDrawn="1"/>
        </p:nvCxnSpPr>
        <p:spPr bwMode="auto">
          <a:xfrm flipV="1">
            <a:off x="8118088" y="4371279"/>
            <a:ext cx="0" cy="1825967"/>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640559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1"/>
          </a:xfrm>
          <a:noFill/>
        </p:spPr>
        <p:txBody>
          <a:bodyPr lIns="210312" tIns="201168" rIns="228600" bIns="228600"/>
          <a:lstStyle>
            <a:lvl1pPr>
              <a:defRPr>
                <a:solidFill>
                  <a:schemeClr val="tx1"/>
                </a:solidFill>
              </a:defRPr>
            </a:lvl1pPr>
          </a:lstStyle>
          <a:p>
            <a:r>
              <a:rPr lang="en-US"/>
              <a:t>Click to edit Master title style</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a:cxnSpLocks/>
          </p:cNvCxnSpPr>
          <p:nvPr userDrawn="1"/>
        </p:nvCxnSpPr>
        <p:spPr bwMode="auto">
          <a:xfrm flipV="1">
            <a:off x="8128000" y="3819894"/>
            <a:ext cx="0" cy="2392219"/>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304801" y="3422651"/>
            <a:ext cx="6711820"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6389817" y="3422651"/>
            <a:ext cx="5486401"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0EC7BA33-19D2-A56E-7C28-52D68A87A110}"/>
              </a:ext>
            </a:extLst>
          </p:cNvPr>
          <p:cNvCxnSpPr>
            <a:cxnSpLocks/>
          </p:cNvCxnSpPr>
          <p:nvPr userDrawn="1"/>
        </p:nvCxnSpPr>
        <p:spPr bwMode="auto">
          <a:xfrm flipV="1">
            <a:off x="4064000" y="3819894"/>
            <a:ext cx="0" cy="2392219"/>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866767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3425951"/>
          </a:xfrm>
          <a:noFill/>
        </p:spPr>
        <p:txBody>
          <a:bodyPr lIns="182880" tIns="164592" rIns="228600" bIns="228600"/>
          <a:lstStyle>
            <a:lvl1pPr>
              <a:defRPr sz="6400">
                <a:solidFill>
                  <a:schemeClr val="tx1"/>
                </a:solidFill>
              </a:defRPr>
            </a:lvl1pPr>
          </a:lstStyle>
          <a:p>
            <a:r>
              <a:rPr lang="en-US"/>
              <a:t>Click to edit Master title style</a:t>
            </a:r>
          </a:p>
        </p:txBody>
      </p:sp>
      <p:sp>
        <p:nvSpPr>
          <p:cNvPr id="13" name="Content Placeholder 1"/>
          <p:cNvSpPr>
            <a:spLocks noGrp="1"/>
          </p:cNvSpPr>
          <p:nvPr>
            <p:ph sz="quarter" idx="20"/>
          </p:nvPr>
        </p:nvSpPr>
        <p:spPr>
          <a:xfrm>
            <a:off x="0" y="3426885"/>
            <a:ext cx="3048000" cy="3431116"/>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3048001" y="3426885"/>
            <a:ext cx="3048000" cy="3431116"/>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6096000" y="3426883"/>
            <a:ext cx="3048000" cy="343111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9144000" y="3426883"/>
            <a:ext cx="3048000" cy="343111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3048000" y="3722189"/>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6096000" y="3722189"/>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9144000" y="3722189"/>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304800" y="3429000"/>
            <a:ext cx="115824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982292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3432050"/>
            <a:ext cx="12192000" cy="3425951"/>
          </a:xfrm>
          <a:noFill/>
        </p:spPr>
        <p:txBody>
          <a:bodyPr lIns="182880" tIns="164592" rIns="228600" bIns="228600"/>
          <a:lstStyle>
            <a:lvl1pPr>
              <a:defRPr sz="6400">
                <a:solidFill>
                  <a:schemeClr val="tx1"/>
                </a:solidFill>
              </a:defRPr>
            </a:lvl1pPr>
          </a:lstStyle>
          <a:p>
            <a:r>
              <a:rPr lang="en-US"/>
              <a:t>Click to edit Master title style</a:t>
            </a:r>
          </a:p>
        </p:txBody>
      </p:sp>
      <p:sp>
        <p:nvSpPr>
          <p:cNvPr id="12" name="Content Placeholder 2"/>
          <p:cNvSpPr>
            <a:spLocks noGrp="1"/>
          </p:cNvSpPr>
          <p:nvPr>
            <p:ph sz="quarter" idx="19"/>
          </p:nvPr>
        </p:nvSpPr>
        <p:spPr>
          <a:xfrm>
            <a:off x="762000" y="234954"/>
            <a:ext cx="3048000" cy="308631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34951"/>
            <a:ext cx="3048000" cy="308631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8382000" y="234951"/>
            <a:ext cx="3048000" cy="3086305"/>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190124" y="530257"/>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8008884" y="530257"/>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304800" y="3429000"/>
            <a:ext cx="115824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087276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3432050"/>
            <a:ext cx="12192000" cy="3425951"/>
          </a:xfrm>
          <a:noFill/>
        </p:spPr>
        <p:txBody>
          <a:bodyPr lIns="182880" tIns="164592" rIns="228600" bIns="228600"/>
          <a:lstStyle>
            <a:lvl1pPr>
              <a:defRPr sz="6400">
                <a:solidFill>
                  <a:schemeClr val="tx1"/>
                </a:solidFill>
              </a:defRPr>
            </a:lvl1pPr>
          </a:lstStyle>
          <a:p>
            <a:r>
              <a:rPr lang="en-US"/>
              <a:t>Click to edit Master title style</a:t>
            </a:r>
          </a:p>
        </p:txBody>
      </p:sp>
      <p:sp>
        <p:nvSpPr>
          <p:cNvPr id="12" name="Content Placeholder 2"/>
          <p:cNvSpPr>
            <a:spLocks noGrp="1"/>
          </p:cNvSpPr>
          <p:nvPr>
            <p:ph sz="quarter" idx="19"/>
          </p:nvPr>
        </p:nvSpPr>
        <p:spPr>
          <a:xfrm>
            <a:off x="762000" y="234954"/>
            <a:ext cx="3048000" cy="308631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34951"/>
            <a:ext cx="3048000" cy="308631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8382000" y="234951"/>
            <a:ext cx="3048000" cy="3086305"/>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190124" y="530257"/>
            <a:ext cx="0" cy="2272212"/>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8008884" y="530257"/>
            <a:ext cx="0" cy="2272212"/>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304800" y="3429000"/>
            <a:ext cx="11582400"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376883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boxes (1 large, 4 small)">
    <p:spTree>
      <p:nvGrpSpPr>
        <p:cNvPr id="1" name=""/>
        <p:cNvGrpSpPr/>
        <p:nvPr/>
      </p:nvGrpSpPr>
      <p:grpSpPr>
        <a:xfrm>
          <a:off x="0" y="0"/>
          <a:ext cx="0" cy="0"/>
          <a:chOff x="0" y="0"/>
          <a:chExt cx="0" cy="0"/>
        </a:xfrm>
      </p:grpSpPr>
      <p:sp>
        <p:nvSpPr>
          <p:cNvPr id="12" name="Content Placeholder 2"/>
          <p:cNvSpPr>
            <a:spLocks noGrp="1"/>
          </p:cNvSpPr>
          <p:nvPr>
            <p:ph sz="quarter" idx="19"/>
          </p:nvPr>
        </p:nvSpPr>
        <p:spPr>
          <a:xfrm>
            <a:off x="781373" y="1438649"/>
            <a:ext cx="3048000" cy="287322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91373" y="1438647"/>
            <a:ext cx="3048000" cy="287322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8401373" y="1438647"/>
            <a:ext cx="3048000" cy="287322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209497" y="1733951"/>
            <a:ext cx="0" cy="2272212"/>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8028257" y="1733951"/>
            <a:ext cx="0" cy="2272212"/>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80416" y="4311869"/>
            <a:ext cx="11582400"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Content Placeholder 2">
            <a:extLst>
              <a:ext uri="{FF2B5EF4-FFF2-40B4-BE49-F238E27FC236}">
                <a16:creationId xmlns:a16="http://schemas.microsoft.com/office/drawing/2014/main" id="{BB8DD4C1-5BAC-C609-E657-0A547B1C1F2A}"/>
              </a:ext>
            </a:extLst>
          </p:cNvPr>
          <p:cNvSpPr>
            <a:spLocks noGrp="1"/>
          </p:cNvSpPr>
          <p:nvPr>
            <p:ph sz="quarter" idx="20"/>
          </p:nvPr>
        </p:nvSpPr>
        <p:spPr>
          <a:xfrm>
            <a:off x="781374" y="4738052"/>
            <a:ext cx="10580484" cy="155254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8" name="Title">
            <a:extLst>
              <a:ext uri="{FF2B5EF4-FFF2-40B4-BE49-F238E27FC236}">
                <a16:creationId xmlns:a16="http://schemas.microsoft.com/office/drawing/2014/main" id="{2B1782F6-73B3-8BA1-A703-FE6BAC6AC055}"/>
              </a:ext>
            </a:extLst>
          </p:cNvPr>
          <p:cNvSpPr>
            <a:spLocks noGrp="1"/>
          </p:cNvSpPr>
          <p:nvPr>
            <p:ph type="title" hasCustomPrompt="1"/>
          </p:nvPr>
        </p:nvSpPr>
        <p:spPr>
          <a:xfrm>
            <a:off x="280416" y="268224"/>
            <a:ext cx="5522976" cy="458773"/>
          </a:xfrm>
        </p:spPr>
        <p:txBody>
          <a:bodyPr/>
          <a:lstStyle>
            <a:lvl1pPr>
              <a:defRPr>
                <a:solidFill>
                  <a:schemeClr val="tx1"/>
                </a:solidFill>
              </a:defRPr>
            </a:lvl1pPr>
          </a:lstStyle>
          <a:p>
            <a:r>
              <a:rPr lang="en-US"/>
              <a:t>Click to edit Master title style</a:t>
            </a:r>
            <a:br>
              <a:rPr lang="en-US"/>
            </a:br>
            <a:r>
              <a:rPr lang="en-US"/>
              <a:t>title style</a:t>
            </a:r>
          </a:p>
        </p:txBody>
      </p:sp>
    </p:spTree>
    <p:extLst>
      <p:ext uri="{BB962C8B-B14F-4D97-AF65-F5344CB8AC3E}">
        <p14:creationId xmlns:p14="http://schemas.microsoft.com/office/powerpoint/2010/main" val="39620334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boxes (1 large, 4 sma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C40E813-0E3C-A582-6F34-CECEA398E6C1}"/>
              </a:ext>
            </a:extLst>
          </p:cNvPr>
          <p:cNvSpPr txBox="1">
            <a:spLocks/>
          </p:cNvSpPr>
          <p:nvPr userDrawn="1"/>
        </p:nvSpPr>
        <p:spPr>
          <a:xfrm>
            <a:off x="19373" y="4311869"/>
            <a:ext cx="12172621" cy="2546120"/>
          </a:xfrm>
          <a:prstGeom prst="rect">
            <a:avLst/>
          </a:prstGeom>
          <a:solidFill>
            <a:schemeClr val="tx2"/>
          </a:solidFill>
        </p:spPr>
        <p:txBody>
          <a:bodyPr vert="horz" lIns="280416" tIns="268224" rIns="304800" bIns="304800" rtlCol="0" anchor="t">
            <a:noAutofit/>
          </a:bodyPr>
          <a:lstStyle>
            <a:lvl1pPr algn="l" rtl="0" eaLnBrk="1" fontAlgn="base" hangingPunct="1">
              <a:lnSpc>
                <a:spcPct val="90000"/>
              </a:lnSpc>
              <a:spcBef>
                <a:spcPct val="0"/>
              </a:spcBef>
              <a:spcAft>
                <a:spcPct val="0"/>
              </a:spcAft>
              <a:defRPr sz="2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a:lstStyle>
          <a:p>
            <a:pPr defTabSz="1219170"/>
            <a:r>
              <a:rPr lang="en-US" sz="3200" kern="0" dirty="0"/>
              <a:t>  </a:t>
            </a:r>
          </a:p>
        </p:txBody>
      </p:sp>
      <p:sp>
        <p:nvSpPr>
          <p:cNvPr id="12" name="Content Placeholder 2"/>
          <p:cNvSpPr>
            <a:spLocks noGrp="1"/>
          </p:cNvSpPr>
          <p:nvPr>
            <p:ph sz="quarter" idx="19"/>
          </p:nvPr>
        </p:nvSpPr>
        <p:spPr>
          <a:xfrm>
            <a:off x="781373" y="1438649"/>
            <a:ext cx="3048000" cy="287322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91373" y="1438647"/>
            <a:ext cx="3048000" cy="287322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8401373" y="1438647"/>
            <a:ext cx="3048000" cy="287322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209497" y="1733951"/>
            <a:ext cx="0" cy="2272212"/>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8028257" y="1733951"/>
            <a:ext cx="0" cy="2272212"/>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Content Placeholder 2">
            <a:extLst>
              <a:ext uri="{FF2B5EF4-FFF2-40B4-BE49-F238E27FC236}">
                <a16:creationId xmlns:a16="http://schemas.microsoft.com/office/drawing/2014/main" id="{BB8DD4C1-5BAC-C609-E657-0A547B1C1F2A}"/>
              </a:ext>
            </a:extLst>
          </p:cNvPr>
          <p:cNvSpPr>
            <a:spLocks noGrp="1"/>
          </p:cNvSpPr>
          <p:nvPr>
            <p:ph sz="quarter" idx="20"/>
          </p:nvPr>
        </p:nvSpPr>
        <p:spPr>
          <a:xfrm>
            <a:off x="781374" y="4738052"/>
            <a:ext cx="10580484" cy="155254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8" name="Title">
            <a:extLst>
              <a:ext uri="{FF2B5EF4-FFF2-40B4-BE49-F238E27FC236}">
                <a16:creationId xmlns:a16="http://schemas.microsoft.com/office/drawing/2014/main" id="{2B1782F6-73B3-8BA1-A703-FE6BAC6AC055}"/>
              </a:ext>
            </a:extLst>
          </p:cNvPr>
          <p:cNvSpPr>
            <a:spLocks noGrp="1"/>
          </p:cNvSpPr>
          <p:nvPr>
            <p:ph type="title" hasCustomPrompt="1"/>
          </p:nvPr>
        </p:nvSpPr>
        <p:spPr>
          <a:xfrm>
            <a:off x="280416" y="268224"/>
            <a:ext cx="5522976" cy="458773"/>
          </a:xfrm>
        </p:spPr>
        <p:txBody>
          <a:bodyPr/>
          <a:lstStyle>
            <a:lvl1pPr>
              <a:defRPr>
                <a:solidFill>
                  <a:schemeClr val="tx1"/>
                </a:solidFill>
              </a:defRPr>
            </a:lvl1pPr>
          </a:lstStyle>
          <a:p>
            <a:r>
              <a:rPr lang="en-US"/>
              <a:t>Click to edit Master title style</a:t>
            </a:r>
            <a:br>
              <a:rPr lang="en-US"/>
            </a:br>
            <a:r>
              <a:rPr lang="en-US"/>
              <a:t>title style</a:t>
            </a:r>
          </a:p>
        </p:txBody>
      </p:sp>
    </p:spTree>
    <p:extLst>
      <p:ext uri="{BB962C8B-B14F-4D97-AF65-F5344CB8AC3E}">
        <p14:creationId xmlns:p14="http://schemas.microsoft.com/office/powerpoint/2010/main" val="1853890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boxes (1 large, 4 sma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C40E813-0E3C-A582-6F34-CECEA398E6C1}"/>
              </a:ext>
            </a:extLst>
          </p:cNvPr>
          <p:cNvSpPr txBox="1">
            <a:spLocks/>
          </p:cNvSpPr>
          <p:nvPr userDrawn="1"/>
        </p:nvSpPr>
        <p:spPr>
          <a:xfrm>
            <a:off x="19373" y="4311869"/>
            <a:ext cx="12172621" cy="2546120"/>
          </a:xfrm>
          <a:prstGeom prst="rect">
            <a:avLst/>
          </a:prstGeom>
          <a:solidFill>
            <a:schemeClr val="tx2"/>
          </a:solidFill>
        </p:spPr>
        <p:txBody>
          <a:bodyPr vert="horz" lIns="280416" tIns="268224" rIns="304800" bIns="304800" rtlCol="0" anchor="t">
            <a:noAutofit/>
          </a:bodyPr>
          <a:lstStyle>
            <a:lvl1pPr algn="l" rtl="0" eaLnBrk="1" fontAlgn="base" hangingPunct="1">
              <a:lnSpc>
                <a:spcPct val="90000"/>
              </a:lnSpc>
              <a:spcBef>
                <a:spcPct val="0"/>
              </a:spcBef>
              <a:spcAft>
                <a:spcPct val="0"/>
              </a:spcAft>
              <a:defRPr sz="2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a:lstStyle>
          <a:p>
            <a:pPr defTabSz="1219170"/>
            <a:r>
              <a:rPr lang="en-US" sz="3200" kern="0" dirty="0"/>
              <a:t>  </a:t>
            </a:r>
          </a:p>
        </p:txBody>
      </p:sp>
      <p:sp>
        <p:nvSpPr>
          <p:cNvPr id="12" name="Content Placeholder 2"/>
          <p:cNvSpPr>
            <a:spLocks noGrp="1"/>
          </p:cNvSpPr>
          <p:nvPr>
            <p:ph sz="quarter" idx="19"/>
          </p:nvPr>
        </p:nvSpPr>
        <p:spPr>
          <a:xfrm>
            <a:off x="781372" y="1438649"/>
            <a:ext cx="9654399" cy="287322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sp>
        <p:nvSpPr>
          <p:cNvPr id="6" name="Content Placeholder 2">
            <a:extLst>
              <a:ext uri="{FF2B5EF4-FFF2-40B4-BE49-F238E27FC236}">
                <a16:creationId xmlns:a16="http://schemas.microsoft.com/office/drawing/2014/main" id="{BB8DD4C1-5BAC-C609-E657-0A547B1C1F2A}"/>
              </a:ext>
            </a:extLst>
          </p:cNvPr>
          <p:cNvSpPr>
            <a:spLocks noGrp="1"/>
          </p:cNvSpPr>
          <p:nvPr>
            <p:ph sz="quarter" idx="20"/>
          </p:nvPr>
        </p:nvSpPr>
        <p:spPr>
          <a:xfrm>
            <a:off x="781374" y="4738052"/>
            <a:ext cx="10580484" cy="1552541"/>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8" name="Title">
            <a:extLst>
              <a:ext uri="{FF2B5EF4-FFF2-40B4-BE49-F238E27FC236}">
                <a16:creationId xmlns:a16="http://schemas.microsoft.com/office/drawing/2014/main" id="{2B1782F6-73B3-8BA1-A703-FE6BAC6AC055}"/>
              </a:ext>
            </a:extLst>
          </p:cNvPr>
          <p:cNvSpPr>
            <a:spLocks noGrp="1"/>
          </p:cNvSpPr>
          <p:nvPr>
            <p:ph type="title" hasCustomPrompt="1"/>
          </p:nvPr>
        </p:nvSpPr>
        <p:spPr>
          <a:xfrm>
            <a:off x="280416" y="268224"/>
            <a:ext cx="5522976" cy="458773"/>
          </a:xfrm>
        </p:spPr>
        <p:txBody>
          <a:bodyPr/>
          <a:lstStyle>
            <a:lvl1pPr>
              <a:defRPr>
                <a:solidFill>
                  <a:schemeClr val="tx1"/>
                </a:solidFill>
              </a:defRPr>
            </a:lvl1pPr>
          </a:lstStyle>
          <a:p>
            <a:r>
              <a:rPr lang="en-US"/>
              <a:t>Click to edit Master title style</a:t>
            </a:r>
            <a:br>
              <a:rPr lang="en-US"/>
            </a:br>
            <a:r>
              <a:rPr lang="en-US"/>
              <a:t>title style</a:t>
            </a:r>
          </a:p>
        </p:txBody>
      </p:sp>
    </p:spTree>
    <p:extLst>
      <p:ext uri="{BB962C8B-B14F-4D97-AF65-F5344CB8AC3E}">
        <p14:creationId xmlns:p14="http://schemas.microsoft.com/office/powerpoint/2010/main" val="39554015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2"/>
          </a:solidFill>
        </p:spPr>
        <p:txBody>
          <a:bodyPr lIns="210312" tIns="201168" rIns="228600" bIns="228600"/>
          <a:lstStyle>
            <a:lvl1pPr>
              <a:defRPr>
                <a:solidFill>
                  <a:schemeClr val="tx1"/>
                </a:solidFill>
              </a:defRPr>
            </a:lvl1pPr>
          </a:lstStyle>
          <a:p>
            <a:r>
              <a:rPr lang="en-US"/>
              <a:t>Click to edit Master title style</a:t>
            </a:r>
          </a:p>
        </p:txBody>
      </p:sp>
      <p:sp>
        <p:nvSpPr>
          <p:cNvPr id="6" name="Picture Placeholder"/>
          <p:cNvSpPr>
            <a:spLocks noGrp="1"/>
          </p:cNvSpPr>
          <p:nvPr>
            <p:ph type="pic" sz="quarter" idx="12"/>
          </p:nvPr>
        </p:nvSpPr>
        <p:spPr>
          <a:xfrm>
            <a:off x="0" y="1701800"/>
            <a:ext cx="12192000" cy="5156200"/>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55545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1"/>
            <a:ext cx="12192000" cy="2564523"/>
          </a:xfrm>
          <a:solidFill>
            <a:schemeClr val="tx2"/>
          </a:solidFill>
        </p:spPr>
        <p:txBody>
          <a:bodyPr lIns="210312" tIns="201168" rIns="228600" bIns="228600"/>
          <a:lstStyle>
            <a:lvl1pPr>
              <a:defRPr>
                <a:solidFill>
                  <a:schemeClr val="tx1"/>
                </a:solidFill>
              </a:defRPr>
            </a:lvl1pPr>
          </a:lstStyle>
          <a:p>
            <a:r>
              <a:rPr lang="en-US"/>
              <a:t>Click to edit Master title style</a:t>
            </a:r>
          </a:p>
        </p:txBody>
      </p:sp>
      <p:sp>
        <p:nvSpPr>
          <p:cNvPr id="6" name="Picture Placeholder"/>
          <p:cNvSpPr>
            <a:spLocks noGrp="1"/>
          </p:cNvSpPr>
          <p:nvPr>
            <p:ph type="pic" sz="quarter" idx="12"/>
          </p:nvPr>
        </p:nvSpPr>
        <p:spPr>
          <a:xfrm>
            <a:off x="0" y="2564523"/>
            <a:ext cx="12192000" cy="4293476"/>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1229139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lvl1pPr>
              <a:defRPr>
                <a:solidFill>
                  <a:schemeClr val="tx1"/>
                </a:solidFill>
              </a:defRPr>
            </a:lvl1pPr>
          </a:lstStyle>
          <a:p>
            <a:r>
              <a:rPr lang="en-US" dirty="0"/>
              <a:t>Click icon to add picture</a:t>
            </a:r>
          </a:p>
        </p:txBody>
      </p:sp>
      <p:sp>
        <p:nvSpPr>
          <p:cNvPr id="6" name="Text Placeholder"/>
          <p:cNvSpPr>
            <a:spLocks noGrp="1"/>
          </p:cNvSpPr>
          <p:nvPr>
            <p:ph type="body" sz="quarter" idx="12"/>
          </p:nvPr>
        </p:nvSpPr>
        <p:spPr>
          <a:xfrm>
            <a:off x="-3" y="3429000"/>
            <a:ext cx="3048004" cy="342900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333">
                <a:solidFill>
                  <a:schemeClr val="tx1"/>
                </a:solidFill>
              </a:defRPr>
            </a:lvl2pPr>
            <a:lvl3pPr>
              <a:buClr>
                <a:srgbClr val="001141"/>
              </a:buClr>
              <a:defRPr sz="1333">
                <a:solidFill>
                  <a:schemeClr val="tx1"/>
                </a:solidFill>
              </a:defRPr>
            </a:lvl3pPr>
            <a:lvl4pPr>
              <a:buClr>
                <a:srgbClr val="001141"/>
              </a:buClr>
              <a:defRPr sz="1333">
                <a:solidFill>
                  <a:schemeClr val="tx1"/>
                </a:solidFill>
              </a:defRPr>
            </a:lvl4pPr>
            <a:lvl5pPr>
              <a:buClr>
                <a:srgbClr val="001141"/>
              </a:buClr>
              <a:defRPr sz="1333">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792584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sz="quarter" idx="13"/>
          </p:nvPr>
        </p:nvSpPr>
        <p:spPr>
          <a:xfrm>
            <a:off x="3048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14"/>
          </p:nvPr>
        </p:nvSpPr>
        <p:spPr>
          <a:xfrm>
            <a:off x="6096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4"/>
          <p:cNvSpPr>
            <a:spLocks noGrp="1"/>
          </p:cNvSpPr>
          <p:nvPr>
            <p:ph sz="quarter" idx="15"/>
          </p:nvPr>
        </p:nvSpPr>
        <p:spPr>
          <a:xfrm>
            <a:off x="9144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6096000"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3045025"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9141025" y="313267"/>
            <a:ext cx="0" cy="5681133"/>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059900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509794" y="1662545"/>
            <a:ext cx="3384276" cy="5201551"/>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7675E39C-0AE8-5A49-B52F-35BB80D2B041}"/>
              </a:ext>
            </a:extLst>
          </p:cNvPr>
          <p:cNvCxnSpPr>
            <a:cxnSpLocks/>
          </p:cNvCxnSpPr>
          <p:nvPr userDrawn="1"/>
        </p:nvCxnSpPr>
        <p:spPr bwMode="auto">
          <a:xfrm flipV="1">
            <a:off x="4134439" y="2277721"/>
            <a:ext cx="0" cy="3463636"/>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Content Placeholder 1">
            <a:extLst>
              <a:ext uri="{FF2B5EF4-FFF2-40B4-BE49-F238E27FC236}">
                <a16:creationId xmlns:a16="http://schemas.microsoft.com/office/drawing/2014/main" id="{A1984F69-A1A4-C6E4-19A2-0343F6EF8D07}"/>
              </a:ext>
            </a:extLst>
          </p:cNvPr>
          <p:cNvSpPr>
            <a:spLocks noGrp="1"/>
          </p:cNvSpPr>
          <p:nvPr>
            <p:ph sz="quarter" idx="16"/>
          </p:nvPr>
        </p:nvSpPr>
        <p:spPr>
          <a:xfrm>
            <a:off x="4403863" y="1656449"/>
            <a:ext cx="3384276" cy="5201551"/>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1">
            <a:extLst>
              <a:ext uri="{FF2B5EF4-FFF2-40B4-BE49-F238E27FC236}">
                <a16:creationId xmlns:a16="http://schemas.microsoft.com/office/drawing/2014/main" id="{F77C9117-DCE8-BF1B-93F1-E346D1DB5F0E}"/>
              </a:ext>
            </a:extLst>
          </p:cNvPr>
          <p:cNvSpPr>
            <a:spLocks noGrp="1"/>
          </p:cNvSpPr>
          <p:nvPr>
            <p:ph sz="quarter" idx="17"/>
          </p:nvPr>
        </p:nvSpPr>
        <p:spPr>
          <a:xfrm>
            <a:off x="8297933" y="1656448"/>
            <a:ext cx="3384276" cy="5207648"/>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A15D2344-5A2F-1672-BCBF-76317EE36D52}"/>
              </a:ext>
            </a:extLst>
          </p:cNvPr>
          <p:cNvCxnSpPr>
            <a:cxnSpLocks/>
          </p:cNvCxnSpPr>
          <p:nvPr userDrawn="1"/>
        </p:nvCxnSpPr>
        <p:spPr bwMode="auto">
          <a:xfrm flipV="1">
            <a:off x="8032184" y="2277721"/>
            <a:ext cx="0" cy="3463636"/>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itle">
            <a:extLst>
              <a:ext uri="{FF2B5EF4-FFF2-40B4-BE49-F238E27FC236}">
                <a16:creationId xmlns:a16="http://schemas.microsoft.com/office/drawing/2014/main" id="{35B36E03-B2B4-2EA4-76C1-E4080EA08649}"/>
              </a:ext>
            </a:extLst>
          </p:cNvPr>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4719560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509794" y="1662545"/>
            <a:ext cx="3384276" cy="5201551"/>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7675E39C-0AE8-5A49-B52F-35BB80D2B041}"/>
              </a:ext>
            </a:extLst>
          </p:cNvPr>
          <p:cNvCxnSpPr>
            <a:cxnSpLocks/>
          </p:cNvCxnSpPr>
          <p:nvPr userDrawn="1"/>
        </p:nvCxnSpPr>
        <p:spPr bwMode="auto">
          <a:xfrm flipV="1">
            <a:off x="4134439" y="1656449"/>
            <a:ext cx="0" cy="4084908"/>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Content Placeholder 1">
            <a:extLst>
              <a:ext uri="{FF2B5EF4-FFF2-40B4-BE49-F238E27FC236}">
                <a16:creationId xmlns:a16="http://schemas.microsoft.com/office/drawing/2014/main" id="{A1984F69-A1A4-C6E4-19A2-0343F6EF8D07}"/>
              </a:ext>
            </a:extLst>
          </p:cNvPr>
          <p:cNvSpPr>
            <a:spLocks noGrp="1"/>
          </p:cNvSpPr>
          <p:nvPr>
            <p:ph sz="quarter" idx="16"/>
          </p:nvPr>
        </p:nvSpPr>
        <p:spPr>
          <a:xfrm>
            <a:off x="4403863" y="1656449"/>
            <a:ext cx="3384276" cy="5201551"/>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1">
            <a:extLst>
              <a:ext uri="{FF2B5EF4-FFF2-40B4-BE49-F238E27FC236}">
                <a16:creationId xmlns:a16="http://schemas.microsoft.com/office/drawing/2014/main" id="{F77C9117-DCE8-BF1B-93F1-E346D1DB5F0E}"/>
              </a:ext>
            </a:extLst>
          </p:cNvPr>
          <p:cNvSpPr>
            <a:spLocks noGrp="1"/>
          </p:cNvSpPr>
          <p:nvPr>
            <p:ph sz="quarter" idx="17"/>
          </p:nvPr>
        </p:nvSpPr>
        <p:spPr>
          <a:xfrm>
            <a:off x="8297933" y="1656448"/>
            <a:ext cx="3384276" cy="5207648"/>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A15D2344-5A2F-1672-BCBF-76317EE36D52}"/>
              </a:ext>
            </a:extLst>
          </p:cNvPr>
          <p:cNvCxnSpPr>
            <a:cxnSpLocks/>
          </p:cNvCxnSpPr>
          <p:nvPr userDrawn="1"/>
        </p:nvCxnSpPr>
        <p:spPr bwMode="auto">
          <a:xfrm flipV="1">
            <a:off x="8032184" y="1656449"/>
            <a:ext cx="0" cy="4084908"/>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itle">
            <a:extLst>
              <a:ext uri="{FF2B5EF4-FFF2-40B4-BE49-F238E27FC236}">
                <a16:creationId xmlns:a16="http://schemas.microsoft.com/office/drawing/2014/main" id="{35B36E03-B2B4-2EA4-76C1-E4080EA08649}"/>
              </a:ext>
            </a:extLst>
          </p:cNvPr>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41866542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1807817" y="1662545"/>
            <a:ext cx="3384276" cy="5201551"/>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7675E39C-0AE8-5A49-B52F-35BB80D2B041}"/>
              </a:ext>
            </a:extLst>
          </p:cNvPr>
          <p:cNvCxnSpPr>
            <a:cxnSpLocks/>
          </p:cNvCxnSpPr>
          <p:nvPr userDrawn="1"/>
        </p:nvCxnSpPr>
        <p:spPr bwMode="auto">
          <a:xfrm flipV="1">
            <a:off x="6096000" y="1656449"/>
            <a:ext cx="0" cy="4084908"/>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Content Placeholder 1">
            <a:extLst>
              <a:ext uri="{FF2B5EF4-FFF2-40B4-BE49-F238E27FC236}">
                <a16:creationId xmlns:a16="http://schemas.microsoft.com/office/drawing/2014/main" id="{A1984F69-A1A4-C6E4-19A2-0343F6EF8D07}"/>
              </a:ext>
            </a:extLst>
          </p:cNvPr>
          <p:cNvSpPr>
            <a:spLocks noGrp="1"/>
          </p:cNvSpPr>
          <p:nvPr>
            <p:ph sz="quarter" idx="16"/>
          </p:nvPr>
        </p:nvSpPr>
        <p:spPr>
          <a:xfrm>
            <a:off x="6999909" y="1656449"/>
            <a:ext cx="3384276" cy="5201551"/>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a:extLst>
              <a:ext uri="{FF2B5EF4-FFF2-40B4-BE49-F238E27FC236}">
                <a16:creationId xmlns:a16="http://schemas.microsoft.com/office/drawing/2014/main" id="{35B36E03-B2B4-2EA4-76C1-E4080EA08649}"/>
              </a:ext>
            </a:extLst>
          </p:cNvPr>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CF62C1D5-A824-4AD6-EB53-4213BCEF01F1}"/>
              </a:ext>
            </a:extLst>
          </p:cNvPr>
          <p:cNvSpPr txBox="1"/>
          <p:nvPr userDrawn="1"/>
        </p:nvSpPr>
        <p:spPr>
          <a:xfrm>
            <a:off x="3421039" y="-2256429"/>
            <a:ext cx="480260" cy="533544"/>
          </a:xfrm>
          <a:prstGeom prst="rect">
            <a:avLst/>
          </a:prstGeom>
          <a:noFill/>
        </p:spPr>
        <p:txBody>
          <a:bodyPr wrap="none" lIns="121920" tIns="121920" rIns="121920" bIns="121920" rtlCol="0">
            <a:spAutoFit/>
          </a:bodyPr>
          <a:lstStyle/>
          <a:p>
            <a:pPr marL="231642" indent="-231642" algn="l">
              <a:spcBef>
                <a:spcPts val="1467"/>
              </a:spcBef>
              <a:buFont typeface="System Font Regular"/>
              <a:buChar char="–"/>
            </a:pPr>
            <a:endParaRPr lang="en-US" sz="1867" dirty="0">
              <a:solidFill>
                <a:schemeClr val="tx1"/>
              </a:solidFill>
              <a:latin typeface="+mn-lt"/>
              <a:ea typeface="IBM Plex Sans" charset="0"/>
              <a:cs typeface="IBM Plex Sans" charset="0"/>
            </a:endParaRPr>
          </a:p>
        </p:txBody>
      </p:sp>
    </p:spTree>
    <p:extLst>
      <p:ext uri="{BB962C8B-B14F-4D97-AF65-F5344CB8AC3E}">
        <p14:creationId xmlns:p14="http://schemas.microsoft.com/office/powerpoint/2010/main" val="5472805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1807817" y="1662545"/>
            <a:ext cx="3384276" cy="5201551"/>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
        <p:nvSpPr>
          <p:cNvPr id="2" name="Content Placeholder 1">
            <a:extLst>
              <a:ext uri="{FF2B5EF4-FFF2-40B4-BE49-F238E27FC236}">
                <a16:creationId xmlns:a16="http://schemas.microsoft.com/office/drawing/2014/main" id="{A1984F69-A1A4-C6E4-19A2-0343F6EF8D07}"/>
              </a:ext>
            </a:extLst>
          </p:cNvPr>
          <p:cNvSpPr>
            <a:spLocks noGrp="1"/>
          </p:cNvSpPr>
          <p:nvPr>
            <p:ph sz="quarter" idx="16"/>
          </p:nvPr>
        </p:nvSpPr>
        <p:spPr>
          <a:xfrm>
            <a:off x="6999909" y="1656449"/>
            <a:ext cx="3384276" cy="5201551"/>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a:extLst>
              <a:ext uri="{FF2B5EF4-FFF2-40B4-BE49-F238E27FC236}">
                <a16:creationId xmlns:a16="http://schemas.microsoft.com/office/drawing/2014/main" id="{35B36E03-B2B4-2EA4-76C1-E4080EA08649}"/>
              </a:ext>
            </a:extLst>
          </p:cNvPr>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CF62C1D5-A824-4AD6-EB53-4213BCEF01F1}"/>
              </a:ext>
            </a:extLst>
          </p:cNvPr>
          <p:cNvSpPr txBox="1"/>
          <p:nvPr userDrawn="1"/>
        </p:nvSpPr>
        <p:spPr>
          <a:xfrm>
            <a:off x="3421039" y="-2256429"/>
            <a:ext cx="480260" cy="533544"/>
          </a:xfrm>
          <a:prstGeom prst="rect">
            <a:avLst/>
          </a:prstGeom>
          <a:noFill/>
        </p:spPr>
        <p:txBody>
          <a:bodyPr wrap="none" lIns="121920" tIns="121920" rIns="121920" bIns="121920" rtlCol="0">
            <a:spAutoFit/>
          </a:bodyPr>
          <a:lstStyle/>
          <a:p>
            <a:pPr marL="231642" indent="-231642" algn="l">
              <a:spcBef>
                <a:spcPts val="1467"/>
              </a:spcBef>
              <a:buFont typeface="System Font Regular"/>
              <a:buChar char="–"/>
            </a:pPr>
            <a:endParaRPr lang="en-US" sz="1867" dirty="0">
              <a:solidFill>
                <a:schemeClr val="tx1"/>
              </a:solidFill>
              <a:latin typeface="+mn-lt"/>
              <a:ea typeface="IBM Plex Sans" charset="0"/>
              <a:cs typeface="IBM Plex Sans" charset="0"/>
            </a:endParaRPr>
          </a:p>
        </p:txBody>
      </p:sp>
    </p:spTree>
    <p:extLst>
      <p:ext uri="{BB962C8B-B14F-4D97-AF65-F5344CB8AC3E}">
        <p14:creationId xmlns:p14="http://schemas.microsoft.com/office/powerpoint/2010/main" val="25239780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boxes (4 tall)">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
        <p:nvSpPr>
          <p:cNvPr id="13" name="Title">
            <a:extLst>
              <a:ext uri="{FF2B5EF4-FFF2-40B4-BE49-F238E27FC236}">
                <a16:creationId xmlns:a16="http://schemas.microsoft.com/office/drawing/2014/main" id="{35B36E03-B2B4-2EA4-76C1-E4080EA08649}"/>
              </a:ext>
            </a:extLst>
          </p:cNvPr>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CF62C1D5-A824-4AD6-EB53-4213BCEF01F1}"/>
              </a:ext>
            </a:extLst>
          </p:cNvPr>
          <p:cNvSpPr txBox="1"/>
          <p:nvPr userDrawn="1"/>
        </p:nvSpPr>
        <p:spPr>
          <a:xfrm>
            <a:off x="3421039" y="-2256429"/>
            <a:ext cx="480260" cy="533544"/>
          </a:xfrm>
          <a:prstGeom prst="rect">
            <a:avLst/>
          </a:prstGeom>
          <a:noFill/>
        </p:spPr>
        <p:txBody>
          <a:bodyPr wrap="none" lIns="121920" tIns="121920" rIns="121920" bIns="121920" rtlCol="0">
            <a:spAutoFit/>
          </a:bodyPr>
          <a:lstStyle/>
          <a:p>
            <a:pPr marL="231642" indent="-231642" algn="l">
              <a:spcBef>
                <a:spcPts val="1467"/>
              </a:spcBef>
              <a:buFont typeface="System Font Regular"/>
              <a:buChar char="–"/>
            </a:pPr>
            <a:endParaRPr lang="en-US" sz="1867" dirty="0">
              <a:solidFill>
                <a:schemeClr val="tx1"/>
              </a:solidFill>
              <a:latin typeface="+mn-lt"/>
              <a:ea typeface="IBM Plex Sans" charset="0"/>
              <a:cs typeface="IBM Plex Sans" charset="0"/>
            </a:endParaRPr>
          </a:p>
        </p:txBody>
      </p:sp>
      <p:cxnSp>
        <p:nvCxnSpPr>
          <p:cNvPr id="5" name="Straight Connector 4">
            <a:extLst>
              <a:ext uri="{FF2B5EF4-FFF2-40B4-BE49-F238E27FC236}">
                <a16:creationId xmlns:a16="http://schemas.microsoft.com/office/drawing/2014/main" id="{37556AAF-ECCA-F482-B412-2DA117343307}"/>
              </a:ext>
            </a:extLst>
          </p:cNvPr>
          <p:cNvCxnSpPr>
            <a:cxnSpLocks/>
          </p:cNvCxnSpPr>
          <p:nvPr userDrawn="1"/>
        </p:nvCxnSpPr>
        <p:spPr bwMode="auto">
          <a:xfrm flipV="1">
            <a:off x="2438400" y="2715321"/>
            <a:ext cx="0" cy="2830552"/>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65EBF9F7-BAA8-7E9A-C6AE-B6717DF8D519}"/>
              </a:ext>
            </a:extLst>
          </p:cNvPr>
          <p:cNvCxnSpPr>
            <a:cxnSpLocks/>
          </p:cNvCxnSpPr>
          <p:nvPr userDrawn="1"/>
        </p:nvCxnSpPr>
        <p:spPr bwMode="auto">
          <a:xfrm flipV="1">
            <a:off x="4876800" y="2715321"/>
            <a:ext cx="0" cy="2785947"/>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349CF48-0EA3-2599-091E-30E272D6F349}"/>
              </a:ext>
            </a:extLst>
          </p:cNvPr>
          <p:cNvCxnSpPr>
            <a:cxnSpLocks/>
          </p:cNvCxnSpPr>
          <p:nvPr userDrawn="1"/>
        </p:nvCxnSpPr>
        <p:spPr bwMode="auto">
          <a:xfrm flipV="1">
            <a:off x="7315200" y="2715321"/>
            <a:ext cx="0" cy="2785947"/>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9064A1E-CF7A-88FC-B418-8238D513F4D0}"/>
              </a:ext>
            </a:extLst>
          </p:cNvPr>
          <p:cNvCxnSpPr>
            <a:cxnSpLocks/>
          </p:cNvCxnSpPr>
          <p:nvPr userDrawn="1"/>
        </p:nvCxnSpPr>
        <p:spPr bwMode="auto">
          <a:xfrm flipV="1">
            <a:off x="9753600" y="2715321"/>
            <a:ext cx="0" cy="2785947"/>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038676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p:cNvSpPr>
            <a:spLocks noGrp="1"/>
          </p:cNvSpPr>
          <p:nvPr>
            <p:ph sz="quarter" idx="13"/>
          </p:nvPr>
        </p:nvSpPr>
        <p:spPr>
          <a:xfrm>
            <a:off x="3352800" y="1658112"/>
            <a:ext cx="8534400"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48227544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27009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1"/>
          <p:cNvSpPr>
            <a:spLocks noGrp="1"/>
          </p:cNvSpPr>
          <p:nvPr>
            <p:ph type="body" sz="quarter" idx="13"/>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5"/>
          </p:nvPr>
        </p:nvSpPr>
        <p:spPr>
          <a:xfrm>
            <a:off x="3340608" y="1679501"/>
            <a:ext cx="2450592" cy="4336288"/>
          </a:xfrm>
        </p:spPr>
        <p:txBody>
          <a:bodyPr/>
          <a:lstStyle>
            <a:lvl1pPr>
              <a:spcBef>
                <a:spcPts val="400"/>
              </a:spcBef>
              <a:defRPr sz="1867">
                <a:solidFill>
                  <a:schemeClr val="tx1"/>
                </a:solidFill>
              </a:defRPr>
            </a:lvl1pPr>
            <a:lvl2pPr>
              <a:spcBef>
                <a:spcPts val="1467"/>
              </a:spcBef>
              <a:defRPr sz="1867">
                <a:solidFill>
                  <a:schemeClr val="tx1"/>
                </a:solidFill>
              </a:defRPr>
            </a:lvl2pPr>
            <a:lvl3pPr>
              <a:spcBef>
                <a:spcPts val="1467"/>
              </a:spcBef>
              <a:defRPr sz="1867">
                <a:solidFill>
                  <a:schemeClr val="tx1"/>
                </a:solidFill>
              </a:defRPr>
            </a:lvl3pPr>
            <a:lvl4pPr>
              <a:spcBef>
                <a:spcPts val="1467"/>
              </a:spcBef>
              <a:defRPr sz="1867">
                <a:solidFill>
                  <a:schemeClr val="tx1"/>
                </a:solidFill>
              </a:defRPr>
            </a:lvl4pPr>
            <a:lvl5pPr>
              <a:spcBef>
                <a:spcPts val="1467"/>
              </a:spcBef>
              <a:defRPr sz="1867">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en-US" dirty="0"/>
              <a:t>Click icon to add picture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7040025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3"/>
          </p:nvPr>
        </p:nvSpPr>
        <p:spPr>
          <a:xfrm>
            <a:off x="3340608" y="1683512"/>
            <a:ext cx="2450592" cy="4336288"/>
          </a:xfrm>
        </p:spPr>
        <p:txBody>
          <a:bodyPr/>
          <a:lstStyle>
            <a:lvl1pPr>
              <a:spcBef>
                <a:spcPts val="400"/>
              </a:spcBef>
              <a:defRPr sz="1333">
                <a:solidFill>
                  <a:schemeClr val="tx1"/>
                </a:solidFill>
              </a:defRPr>
            </a:lvl1pPr>
            <a:lvl2pPr>
              <a:spcBef>
                <a:spcPts val="400"/>
              </a:spcBef>
              <a:defRPr sz="1333">
                <a:solidFill>
                  <a:schemeClr val="tx1"/>
                </a:solidFill>
              </a:defRPr>
            </a:lvl2pPr>
            <a:lvl3pPr>
              <a:spcBef>
                <a:spcPts val="400"/>
              </a:spcBef>
              <a:defRPr sz="1333">
                <a:solidFill>
                  <a:schemeClr val="tx1"/>
                </a:solidFill>
              </a:defRPr>
            </a:lvl3pPr>
            <a:lvl4pPr>
              <a:spcBef>
                <a:spcPts val="400"/>
              </a:spcBef>
              <a:defRPr sz="1333">
                <a:solidFill>
                  <a:schemeClr val="tx1"/>
                </a:solidFill>
              </a:defRPr>
            </a:lvl4pPr>
            <a:lvl5pPr>
              <a:spcBef>
                <a:spcPts val="400"/>
              </a:spcBef>
              <a:defRPr sz="1333">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p:cNvSpPr>
            <a:spLocks noGrp="1"/>
          </p:cNvSpPr>
          <p:nvPr>
            <p:ph type="body" sz="quarter" idx="14"/>
          </p:nvPr>
        </p:nvSpPr>
        <p:spPr>
          <a:xfrm>
            <a:off x="6364224" y="1621536"/>
            <a:ext cx="5522976" cy="4372864"/>
          </a:xfrm>
        </p:spPr>
        <p:txBody>
          <a:bodyPr/>
          <a:lstStyle>
            <a:lvl1pPr>
              <a:defRPr sz="3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6718187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ble Placeholder"/>
          <p:cNvSpPr>
            <a:spLocks noGrp="1"/>
          </p:cNvSpPr>
          <p:nvPr>
            <p:ph type="tbl" sz="quarter" idx="13"/>
          </p:nvPr>
        </p:nvSpPr>
        <p:spPr>
          <a:xfrm>
            <a:off x="3340609" y="268224"/>
            <a:ext cx="8546501" cy="5726176"/>
          </a:xfrm>
        </p:spPr>
        <p:txBody>
          <a:bodyPr lIns="0" tIns="0" rIns="91440" bIns="91440"/>
          <a:lstStyle>
            <a:lvl1pPr>
              <a:defRPr>
                <a:solidFill>
                  <a:schemeClr val="tx1"/>
                </a:solidFill>
              </a:defRPr>
            </a:lvl1pPr>
          </a:lstStyle>
          <a:p>
            <a:r>
              <a:rPr lang="en-US" dirty="0"/>
              <a:t>Click icon to add table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235434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83236429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230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1"/>
          <p:cNvSpPr>
            <a:spLocks noGrp="1"/>
          </p:cNvSpPr>
          <p:nvPr>
            <p:ph type="body" sz="quarter" idx="13"/>
          </p:nvPr>
        </p:nvSpPr>
        <p:spPr>
          <a:xfrm>
            <a:off x="292608" y="1682496"/>
            <a:ext cx="5498592" cy="1746504"/>
          </a:xfrm>
        </p:spPr>
        <p:txBody>
          <a:bodyPr/>
          <a:lstStyle>
            <a:lvl1pPr>
              <a:spcBef>
                <a:spcPts val="0"/>
              </a:spcBef>
              <a:defRPr sz="1333">
                <a:solidFill>
                  <a:schemeClr val="tx1"/>
                </a:solidFill>
              </a:defRPr>
            </a:lvl1pPr>
            <a:lvl2pPr marL="0" indent="0">
              <a:spcBef>
                <a:spcPts val="0"/>
              </a:spcBef>
              <a:buNone/>
              <a:defRPr/>
            </a:lvl2pPr>
            <a:lvl3pPr marL="268813" indent="0">
              <a:buNone/>
              <a:defRPr/>
            </a:lvl3pPr>
            <a:lvl4pPr marL="579960" indent="0">
              <a:buNone/>
              <a:defRPr/>
            </a:lvl4pPr>
            <a:lvl5pPr marL="84242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92608" y="4279392"/>
            <a:ext cx="8546592" cy="1743456"/>
          </a:xfrm>
        </p:spPr>
        <p:txBody>
          <a:bodyPr anchor="b"/>
          <a:lstStyle>
            <a:lvl1pPr>
              <a:spcBef>
                <a:spcPts val="400"/>
              </a:spcBef>
              <a:defRPr sz="800">
                <a:solidFill>
                  <a:schemeClr val="tx1"/>
                </a:solidFill>
              </a:defRPr>
            </a:lvl1pPr>
            <a:lvl2pPr>
              <a:defRPr sz="800"/>
            </a:lvl2pPr>
            <a:lvl3pPr>
              <a:defRPr sz="800"/>
            </a:lvl3pPr>
            <a:lvl4pPr>
              <a:defRPr sz="800"/>
            </a:lvl4pPr>
            <a:lvl5pPr>
              <a:defRPr sz="8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8314712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0" y="3083847"/>
            <a:ext cx="1730141" cy="690308"/>
          </a:xfrm>
          <a:prstGeom prst="rect">
            <a:avLst/>
          </a:prstGeom>
        </p:spPr>
      </p:pic>
    </p:spTree>
    <p:extLst>
      <p:ext uri="{BB962C8B-B14F-4D97-AF65-F5344CB8AC3E}">
        <p14:creationId xmlns:p14="http://schemas.microsoft.com/office/powerpoint/2010/main" val="181524564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bm sign-off (blue8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1" y="3083847"/>
            <a:ext cx="1730139" cy="690308"/>
          </a:xfrm>
          <a:prstGeom prst="rect">
            <a:avLst/>
          </a:prstGeom>
        </p:spPr>
      </p:pic>
    </p:spTree>
    <p:extLst>
      <p:ext uri="{BB962C8B-B14F-4D97-AF65-F5344CB8AC3E}">
        <p14:creationId xmlns:p14="http://schemas.microsoft.com/office/powerpoint/2010/main" val="313817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0" y="3083846"/>
            <a:ext cx="1730141" cy="690309"/>
          </a:xfrm>
          <a:prstGeom prst="rect">
            <a:avLst/>
          </a:prstGeom>
        </p:spPr>
      </p:pic>
    </p:spTree>
    <p:extLst>
      <p:ext uri="{BB962C8B-B14F-4D97-AF65-F5344CB8AC3E}">
        <p14:creationId xmlns:p14="http://schemas.microsoft.com/office/powerpoint/2010/main" val="29878047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title, text (two columns)">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CD902113-97C7-6648-C2DE-220C8D5F12E3}"/>
              </a:ext>
            </a:extLst>
          </p:cNvPr>
          <p:cNvSpPr txBox="1">
            <a:spLocks/>
          </p:cNvSpPr>
          <p:nvPr userDrawn="1"/>
        </p:nvSpPr>
        <p:spPr>
          <a:xfrm>
            <a:off x="19373" y="5124605"/>
            <a:ext cx="12172621" cy="1733384"/>
          </a:xfrm>
          <a:prstGeom prst="rect">
            <a:avLst/>
          </a:prstGeom>
          <a:solidFill>
            <a:schemeClr val="tx2"/>
          </a:solidFill>
        </p:spPr>
        <p:txBody>
          <a:bodyPr vert="horz" lIns="280416" tIns="268224" rIns="304800" bIns="304800" rtlCol="0" anchor="t">
            <a:noAutofit/>
          </a:bodyPr>
          <a:lstStyle>
            <a:lvl1pPr algn="l" rtl="0" eaLnBrk="1" fontAlgn="base" hangingPunct="1">
              <a:lnSpc>
                <a:spcPct val="90000"/>
              </a:lnSpc>
              <a:spcBef>
                <a:spcPct val="0"/>
              </a:spcBef>
              <a:spcAft>
                <a:spcPct val="0"/>
              </a:spcAft>
              <a:defRPr sz="2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a:lstStyle>
          <a:p>
            <a:pPr defTabSz="1219170"/>
            <a:r>
              <a:rPr lang="en-US" sz="3200" kern="0" dirty="0"/>
              <a:t>  </a:t>
            </a:r>
          </a:p>
        </p:txBody>
      </p:sp>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1"/>
          <p:cNvSpPr>
            <a:spLocks noGrp="1"/>
          </p:cNvSpPr>
          <p:nvPr>
            <p:ph type="body" sz="quarter" idx="13"/>
          </p:nvPr>
        </p:nvSpPr>
        <p:spPr>
          <a:xfrm>
            <a:off x="292608" y="1658112"/>
            <a:ext cx="5498592" cy="34664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2"/>
          </p:nvPr>
        </p:nvSpPr>
        <p:spPr>
          <a:xfrm>
            <a:off x="6388609" y="1658112"/>
            <a:ext cx="5498501" cy="34664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8173853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8" name="Text Placeholder"/>
          <p:cNvSpPr>
            <a:spLocks noGrp="1"/>
          </p:cNvSpPr>
          <p:nvPr>
            <p:ph type="body" sz="quarter" idx="13"/>
          </p:nvPr>
        </p:nvSpPr>
        <p:spPr>
          <a:xfrm>
            <a:off x="6389472" y="1715527"/>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a:cxnSpLocks/>
          </p:cNvCxnSpPr>
          <p:nvPr userDrawn="1"/>
        </p:nvCxnSpPr>
        <p:spPr bwMode="auto">
          <a:xfrm flipV="1">
            <a:off x="6096000" y="313267"/>
            <a:ext cx="0" cy="6087533"/>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280417" y="3800592"/>
            <a:ext cx="5486401" cy="0"/>
          </a:xfrm>
          <a:prstGeom prst="line">
            <a:avLst/>
          </a:prstGeom>
          <a:ln w="3175">
            <a:solidFill>
              <a:schemeClr val="bg1">
                <a:lumMod val="75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Title">
            <a:extLst>
              <a:ext uri="{FF2B5EF4-FFF2-40B4-BE49-F238E27FC236}">
                <a16:creationId xmlns:a16="http://schemas.microsoft.com/office/drawing/2014/main" id="{2624EAAD-06C5-FC99-8A78-A73BA933C2C7}"/>
              </a:ext>
            </a:extLst>
          </p:cNvPr>
          <p:cNvSpPr txBox="1">
            <a:spLocks/>
          </p:cNvSpPr>
          <p:nvPr userDrawn="1"/>
        </p:nvSpPr>
        <p:spPr>
          <a:xfrm>
            <a:off x="0" y="0"/>
            <a:ext cx="12192000" cy="1341120"/>
          </a:xfrm>
          <a:prstGeom prst="rect">
            <a:avLst/>
          </a:prstGeom>
          <a:solidFill>
            <a:schemeClr val="tx2"/>
          </a:solidFill>
        </p:spPr>
        <p:txBody>
          <a:bodyPr vert="horz" lIns="280416" tIns="268224" rIns="304800" bIns="304800" rtlCol="0" anchor="t">
            <a:noAutofit/>
          </a:bodyPr>
          <a:lstStyle>
            <a:lvl1pPr algn="l" rtl="0" eaLnBrk="1" fontAlgn="base" hangingPunct="1">
              <a:lnSpc>
                <a:spcPct val="90000"/>
              </a:lnSpc>
              <a:spcBef>
                <a:spcPct val="0"/>
              </a:spcBef>
              <a:spcAft>
                <a:spcPct val="0"/>
              </a:spcAft>
              <a:defRPr sz="2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a:lstStyle>
          <a:p>
            <a:pPr defTabSz="1219170"/>
            <a:endParaRPr lang="en-US" sz="3200" kern="0" dirty="0"/>
          </a:p>
        </p:txBody>
      </p:sp>
    </p:spTree>
    <p:extLst>
      <p:ext uri="{BB962C8B-B14F-4D97-AF65-F5344CB8AC3E}">
        <p14:creationId xmlns:p14="http://schemas.microsoft.com/office/powerpoint/2010/main" val="14009408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Arial"/>
                <a:cs typeface="Arial"/>
              </a:defRPr>
            </a:lvl1pPr>
          </a:lstStyle>
          <a:p>
            <a:endParaRPr/>
          </a:p>
        </p:txBody>
      </p:sp>
      <p:sp>
        <p:nvSpPr>
          <p:cNvPr id="3" name="Holder 3"/>
          <p:cNvSpPr>
            <a:spLocks noGrp="1"/>
          </p:cNvSpPr>
          <p:nvPr>
            <p:ph sz="half" idx="2"/>
          </p:nvPr>
        </p:nvSpPr>
        <p:spPr>
          <a:xfrm>
            <a:off x="790120" y="2026791"/>
            <a:ext cx="3830320" cy="246221"/>
          </a:xfrm>
          <a:prstGeom prst="rect">
            <a:avLst/>
          </a:prstGeom>
        </p:spPr>
        <p:txBody>
          <a:bodyPr wrap="square" lIns="0" tIns="0" rIns="0" bIns="0">
            <a:spAutoFit/>
          </a:bodyPr>
          <a:lstStyle>
            <a:lvl1pPr>
              <a:defRPr sz="1600" b="1" i="0">
                <a:solidFill>
                  <a:srgbClr val="EE0000"/>
                </a:solidFill>
                <a:latin typeface="Arial"/>
                <a:cs typeface="Arial"/>
              </a:defRPr>
            </a:lvl1pPr>
          </a:lstStyle>
          <a:p>
            <a:endParaRPr/>
          </a:p>
        </p:txBody>
      </p:sp>
      <p:sp>
        <p:nvSpPr>
          <p:cNvPr id="4" name="Holder 4"/>
          <p:cNvSpPr>
            <a:spLocks noGrp="1"/>
          </p:cNvSpPr>
          <p:nvPr>
            <p:ph sz="half" idx="3"/>
          </p:nvPr>
        </p:nvSpPr>
        <p:spPr>
          <a:xfrm>
            <a:off x="7076316" y="1964614"/>
            <a:ext cx="3962400" cy="287323"/>
          </a:xfrm>
          <a:prstGeom prst="rect">
            <a:avLst/>
          </a:prstGeom>
        </p:spPr>
        <p:txBody>
          <a:bodyPr wrap="square" lIns="0" tIns="0" rIns="0" bIns="0">
            <a:spAutoFit/>
          </a:bodyPr>
          <a:lstStyle>
            <a:lvl1pPr>
              <a:defRPr sz="1867" b="1" i="0">
                <a:solidFill>
                  <a:schemeClr val="tx1"/>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88891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12192000" cy="6000751"/>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5715" tIns="45715" rIns="45715" bIns="45715" numCol="1" rtlCol="0" anchor="t" anchorCtr="0" compatLnSpc="1">
            <a:prstTxWarp prst="textNoShape">
              <a:avLst/>
            </a:prstTxWarp>
          </a:bodyPr>
          <a:lstStyle/>
          <a:p>
            <a:pPr marL="0" marR="0" indent="0" algn="l" defTabSz="457098" rtl="0" eaLnBrk="1" fontAlgn="base" latinLnBrk="0" hangingPunct="1">
              <a:lnSpc>
                <a:spcPct val="100000"/>
              </a:lnSpc>
              <a:spcBef>
                <a:spcPct val="0"/>
              </a:spcBef>
              <a:spcAft>
                <a:spcPct val="0"/>
              </a:spcAft>
              <a:buClrTx/>
              <a:buSzTx/>
              <a:buFont typeface="IBM Plex Sans Light"/>
              <a:buNone/>
              <a:tabLst/>
            </a:pPr>
            <a:endParaRPr kumimoji="0" lang="en-US" sz="7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8001" y="192024"/>
            <a:ext cx="5524575" cy="2286795"/>
          </a:xfrm>
        </p:spPr>
        <p:txBody>
          <a:bodyPr/>
          <a:lstStyle>
            <a:lvl1pPr>
              <a:lnSpc>
                <a:spcPct val="100000"/>
              </a:lnSpc>
              <a:defRPr sz="4299">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287999" y="6044185"/>
            <a:ext cx="2468623" cy="571500"/>
          </a:xfrm>
        </p:spPr>
        <p:txBody>
          <a:bodyPr anchor="b"/>
          <a:lstStyle>
            <a:lvl1pPr>
              <a:lnSpc>
                <a:spcPct val="110000"/>
              </a:lnSpc>
              <a:spcBef>
                <a:spcPts val="0"/>
              </a:spcBef>
              <a:defRPr sz="1400">
                <a:solidFill>
                  <a:schemeClr val="tx1"/>
                </a:solidFill>
              </a:defRPr>
            </a:lvl1pPr>
            <a:lvl2pPr marL="127987" indent="-127987">
              <a:lnSpc>
                <a:spcPct val="110000"/>
              </a:lnSpc>
              <a:spcBef>
                <a:spcPts val="0"/>
              </a:spcBef>
              <a:defRPr sz="1400">
                <a:solidFill>
                  <a:schemeClr val="tx1"/>
                </a:solidFill>
              </a:defRPr>
            </a:lvl2pPr>
            <a:lvl3pPr marL="255975" indent="-127987">
              <a:lnSpc>
                <a:spcPct val="110000"/>
              </a:lnSpc>
              <a:spcBef>
                <a:spcPts val="0"/>
              </a:spcBef>
              <a:defRPr sz="1400">
                <a:solidFill>
                  <a:schemeClr val="tx1"/>
                </a:solidFill>
              </a:defRPr>
            </a:lvl3pPr>
            <a:lvl4pPr marL="383961" indent="-12798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3335317" y="6042371"/>
            <a:ext cx="2468623" cy="571500"/>
          </a:xfrm>
        </p:spPr>
        <p:txBody>
          <a:bodyPr anchor="b"/>
          <a:lstStyle>
            <a:lvl1pPr>
              <a:lnSpc>
                <a:spcPct val="110000"/>
              </a:lnSpc>
              <a:spcBef>
                <a:spcPts val="0"/>
              </a:spcBef>
              <a:defRPr sz="1400">
                <a:solidFill>
                  <a:schemeClr val="tx1"/>
                </a:solidFill>
              </a:defRPr>
            </a:lvl1pPr>
            <a:lvl2pPr marL="127987" indent="-127987">
              <a:lnSpc>
                <a:spcPct val="110000"/>
              </a:lnSpc>
              <a:spcBef>
                <a:spcPts val="0"/>
              </a:spcBef>
              <a:defRPr sz="1400">
                <a:solidFill>
                  <a:schemeClr val="tx1"/>
                </a:solidFill>
              </a:defRPr>
            </a:lvl2pPr>
            <a:lvl3pPr marL="255975" indent="-127987">
              <a:lnSpc>
                <a:spcPct val="110000"/>
              </a:lnSpc>
              <a:spcBef>
                <a:spcPts val="0"/>
              </a:spcBef>
              <a:defRPr sz="1400">
                <a:solidFill>
                  <a:schemeClr val="tx1"/>
                </a:solidFill>
              </a:defRPr>
            </a:lvl3pPr>
            <a:lvl4pPr marL="383961" indent="-12798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11138525" y="6263483"/>
            <a:ext cx="819043" cy="304800"/>
          </a:xfrm>
          <a:prstGeom prst="rect">
            <a:avLst/>
          </a:prstGeom>
        </p:spPr>
      </p:pic>
    </p:spTree>
    <p:extLst>
      <p:ext uri="{BB962C8B-B14F-4D97-AF65-F5344CB8AC3E}">
        <p14:creationId xmlns:p14="http://schemas.microsoft.com/office/powerpoint/2010/main" val="2971407573"/>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White Title">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2FAF5D-5291-034E-BBF5-86389F069E17}"/>
              </a:ext>
            </a:extLst>
          </p:cNvPr>
          <p:cNvSpPr>
            <a:spLocks noGrp="1"/>
          </p:cNvSpPr>
          <p:nvPr>
            <p:ph type="title"/>
          </p:nvPr>
        </p:nvSpPr>
        <p:spPr>
          <a:xfrm>
            <a:off x="469233" y="0"/>
            <a:ext cx="11395391" cy="893832"/>
          </a:xfrm>
        </p:spPr>
        <p:txBody>
          <a:bodyPr/>
          <a:lstStyle>
            <a:lvl1pPr>
              <a:defRPr>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394281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50546"/>
            <a:ext cx="2474591" cy="763524"/>
          </a:xfrm>
        </p:spPr>
        <p:txBody>
          <a:bodyPr/>
          <a:lstStyle>
            <a:lvl1pPr>
              <a:lnSpc>
                <a:spcPct val="110000"/>
              </a:lnSpc>
              <a:defRPr sz="1400">
                <a:solidFill>
                  <a:schemeClr val="tx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TechXchange / © 2023 IBM Corporation</a:t>
            </a:r>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7910" y="6469419"/>
            <a:ext cx="136791"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49784331"/>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Text, 4 columns, short divi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8000" y="250547"/>
            <a:ext cx="2474591" cy="762795"/>
          </a:xfrm>
        </p:spPr>
        <p:txBody>
          <a:bodyPr/>
          <a:lstStyle>
            <a:lvl1pPr>
              <a:lnSpc>
                <a:spcPct val="110000"/>
              </a:lnSpc>
              <a:defRPr sz="1400">
                <a:solidFill>
                  <a:schemeClr val="tx2"/>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683184"/>
            <a:ext cx="2475384" cy="4286251"/>
          </a:xfrm>
        </p:spPr>
        <p:txBody>
          <a:bodyPr/>
          <a:lstStyle>
            <a:lvl1pPr>
              <a:lnSpc>
                <a:spcPct val="110000"/>
              </a:lnSpc>
              <a:spcBef>
                <a:spcPts val="0"/>
              </a:spcBef>
              <a:defRPr sz="1000" b="0" i="0">
                <a:solidFill>
                  <a:schemeClr val="tx1"/>
                </a:solidFill>
                <a:latin typeface="IBM Plex Sans Light" panose="020B0403050203000203" pitchFamily="34" charset="0"/>
              </a:defRPr>
            </a:lvl1pPr>
            <a:lvl2pPr marL="91420" indent="-91420">
              <a:lnSpc>
                <a:spcPct val="110000"/>
              </a:lnSpc>
              <a:spcBef>
                <a:spcPts val="0"/>
              </a:spcBef>
              <a:defRPr sz="1000" b="0" i="0">
                <a:solidFill>
                  <a:schemeClr val="tx1"/>
                </a:solidFill>
                <a:latin typeface="IBM Plex Sans Light" panose="020B0403050203000203" pitchFamily="34" charset="0"/>
              </a:defRPr>
            </a:lvl2pPr>
            <a:lvl3pPr marL="182842" indent="-91420">
              <a:lnSpc>
                <a:spcPct val="110000"/>
              </a:lnSpc>
              <a:spcBef>
                <a:spcPts val="0"/>
              </a:spcBef>
              <a:defRPr sz="1000" b="0" i="0">
                <a:solidFill>
                  <a:schemeClr val="tx1"/>
                </a:solidFill>
                <a:latin typeface="IBM Plex Sans Light" panose="020B0403050203000203" pitchFamily="34" charset="0"/>
              </a:defRPr>
            </a:lvl3pPr>
            <a:lvl4pPr marL="274262" indent="-91420">
              <a:lnSpc>
                <a:spcPct val="110000"/>
              </a:lnSpc>
              <a:spcBef>
                <a:spcPts val="0"/>
              </a:spcBef>
              <a:defRPr sz="1000" b="0" i="0">
                <a:solidFill>
                  <a:schemeClr val="tx1"/>
                </a:solidFill>
                <a:latin typeface="IBM Plex Sans Light" panose="020B04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683184"/>
            <a:ext cx="2476179" cy="4286251"/>
          </a:xfrm>
        </p:spPr>
        <p:txBody>
          <a:bodyPr/>
          <a:lstStyle>
            <a:lvl1pPr>
              <a:lnSpc>
                <a:spcPct val="110000"/>
              </a:lnSpc>
              <a:spcBef>
                <a:spcPts val="0"/>
              </a:spcBef>
              <a:defRPr sz="1000" b="0" i="0">
                <a:solidFill>
                  <a:schemeClr val="tx1"/>
                </a:solidFill>
                <a:latin typeface="IBM Plex Sans Light" panose="020B0403050203000203" pitchFamily="34" charset="0"/>
              </a:defRPr>
            </a:lvl1pPr>
            <a:lvl2pPr marL="91420" indent="-91420">
              <a:lnSpc>
                <a:spcPct val="110000"/>
              </a:lnSpc>
              <a:spcBef>
                <a:spcPts val="0"/>
              </a:spcBef>
              <a:defRPr sz="1000" b="0" i="0">
                <a:solidFill>
                  <a:schemeClr val="tx1"/>
                </a:solidFill>
                <a:latin typeface="IBM Plex Sans Light" panose="020B0403050203000203" pitchFamily="34" charset="0"/>
              </a:defRPr>
            </a:lvl2pPr>
            <a:lvl3pPr marL="182842" indent="-91420">
              <a:lnSpc>
                <a:spcPct val="110000"/>
              </a:lnSpc>
              <a:spcBef>
                <a:spcPts val="0"/>
              </a:spcBef>
              <a:defRPr sz="1000" b="0" i="0">
                <a:solidFill>
                  <a:schemeClr val="tx1"/>
                </a:solidFill>
                <a:latin typeface="IBM Plex Sans Light" panose="020B0403050203000203" pitchFamily="34" charset="0"/>
              </a:defRPr>
            </a:lvl3pPr>
            <a:lvl4pPr marL="274262" indent="-91420">
              <a:lnSpc>
                <a:spcPct val="110000"/>
              </a:lnSpc>
              <a:spcBef>
                <a:spcPts val="0"/>
              </a:spcBef>
              <a:defRPr sz="1000" b="0" i="0">
                <a:solidFill>
                  <a:schemeClr val="tx1"/>
                </a:solidFill>
                <a:latin typeface="IBM Plex Sans Light" panose="020B04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3" y="1683184"/>
            <a:ext cx="2479352" cy="4286251"/>
          </a:xfrm>
        </p:spPr>
        <p:txBody>
          <a:bodyPr/>
          <a:lstStyle>
            <a:lvl1pPr>
              <a:lnSpc>
                <a:spcPct val="110000"/>
              </a:lnSpc>
              <a:spcBef>
                <a:spcPts val="0"/>
              </a:spcBef>
              <a:defRPr sz="1000" b="0" i="0">
                <a:solidFill>
                  <a:schemeClr val="tx1"/>
                </a:solidFill>
                <a:latin typeface="IBM Plex Sans Light" panose="020B0403050203000203" pitchFamily="34" charset="0"/>
              </a:defRPr>
            </a:lvl1pPr>
            <a:lvl2pPr marL="91420" indent="-91420">
              <a:lnSpc>
                <a:spcPct val="110000"/>
              </a:lnSpc>
              <a:spcBef>
                <a:spcPts val="0"/>
              </a:spcBef>
              <a:defRPr sz="1000" b="0" i="0">
                <a:solidFill>
                  <a:schemeClr val="tx1"/>
                </a:solidFill>
                <a:latin typeface="IBM Plex Sans Light" panose="020B0403050203000203" pitchFamily="34" charset="0"/>
              </a:defRPr>
            </a:lvl2pPr>
            <a:lvl3pPr marL="182842" indent="-91420">
              <a:lnSpc>
                <a:spcPct val="110000"/>
              </a:lnSpc>
              <a:spcBef>
                <a:spcPts val="0"/>
              </a:spcBef>
              <a:defRPr sz="1000" b="0" i="0">
                <a:solidFill>
                  <a:schemeClr val="tx1"/>
                </a:solidFill>
                <a:latin typeface="IBM Plex Sans Light" panose="020B0403050203000203" pitchFamily="34" charset="0"/>
              </a:defRPr>
            </a:lvl3pPr>
            <a:lvl4pPr marL="274262" indent="-91420">
              <a:lnSpc>
                <a:spcPct val="110000"/>
              </a:lnSpc>
              <a:spcBef>
                <a:spcPts val="0"/>
              </a:spcBef>
              <a:defRPr sz="1000" b="0" i="0">
                <a:solidFill>
                  <a:schemeClr val="tx1"/>
                </a:solidFill>
                <a:latin typeface="IBM Plex Sans Light" panose="020B04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3333316" y="263070"/>
            <a:ext cx="2477765" cy="762795"/>
          </a:xfrm>
        </p:spPr>
        <p:txBody>
          <a:bodyPr/>
          <a:lstStyle>
            <a:lvl1pPr>
              <a:lnSpc>
                <a:spcPct val="110000"/>
              </a:lnSpc>
              <a:spcBef>
                <a:spcPts val="0"/>
              </a:spcBef>
              <a:defRPr sz="1000" b="0" i="0">
                <a:solidFill>
                  <a:schemeClr val="tx1"/>
                </a:solidFill>
                <a:latin typeface="IBM Plex Sans Light" panose="020B0403050203000203" pitchFamily="34" charset="0"/>
              </a:defRPr>
            </a:lvl1pPr>
            <a:lvl2pPr marL="91420" indent="-91420">
              <a:lnSpc>
                <a:spcPct val="110000"/>
              </a:lnSpc>
              <a:spcBef>
                <a:spcPts val="0"/>
              </a:spcBef>
              <a:defRPr sz="1000" b="0" i="0">
                <a:solidFill>
                  <a:schemeClr val="tx1"/>
                </a:solidFill>
                <a:latin typeface="IBM Plex Sans Light" panose="020B0403050203000203" pitchFamily="34" charset="0"/>
              </a:defRPr>
            </a:lvl2pPr>
            <a:lvl3pPr marL="182842" indent="-91420">
              <a:lnSpc>
                <a:spcPct val="110000"/>
              </a:lnSpc>
              <a:spcBef>
                <a:spcPts val="0"/>
              </a:spcBef>
              <a:defRPr sz="1000" b="0" i="0">
                <a:solidFill>
                  <a:schemeClr val="tx1"/>
                </a:solidFill>
                <a:latin typeface="IBM Plex Sans Light" panose="020B0403050203000203" pitchFamily="34" charset="0"/>
              </a:defRPr>
            </a:lvl3pPr>
            <a:lvl4pPr marL="274262" indent="-91420">
              <a:lnSpc>
                <a:spcPct val="110000"/>
              </a:lnSpc>
              <a:spcBef>
                <a:spcPts val="0"/>
              </a:spcBef>
              <a:defRPr sz="1000" b="0" i="0">
                <a:solidFill>
                  <a:schemeClr val="tx1"/>
                </a:solidFill>
                <a:latin typeface="IBM Plex Sans Light" panose="020B04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289683" y="1683184"/>
            <a:ext cx="2475384" cy="4286251"/>
          </a:xfrm>
        </p:spPr>
        <p:txBody>
          <a:bodyPr/>
          <a:lstStyle>
            <a:lvl1pPr>
              <a:lnSpc>
                <a:spcPct val="110000"/>
              </a:lnSpc>
              <a:spcBef>
                <a:spcPts val="0"/>
              </a:spcBef>
              <a:defRPr sz="1000" b="0" i="0">
                <a:solidFill>
                  <a:schemeClr val="tx1"/>
                </a:solidFill>
                <a:latin typeface="IBM Plex Sans Light" panose="020B0403050203000203" pitchFamily="34" charset="0"/>
              </a:defRPr>
            </a:lvl1pPr>
            <a:lvl2pPr marL="91420" indent="-91420">
              <a:lnSpc>
                <a:spcPct val="110000"/>
              </a:lnSpc>
              <a:spcBef>
                <a:spcPts val="0"/>
              </a:spcBef>
              <a:defRPr sz="1000" b="0" i="0">
                <a:solidFill>
                  <a:schemeClr val="tx1"/>
                </a:solidFill>
                <a:latin typeface="IBM Plex Sans Light" panose="020B0403050203000203" pitchFamily="34" charset="0"/>
              </a:defRPr>
            </a:lvl2pPr>
            <a:lvl3pPr marL="182842" indent="-91420">
              <a:lnSpc>
                <a:spcPct val="110000"/>
              </a:lnSpc>
              <a:spcBef>
                <a:spcPts val="0"/>
              </a:spcBef>
              <a:defRPr sz="1000" b="0" i="0">
                <a:solidFill>
                  <a:schemeClr val="tx1"/>
                </a:solidFill>
                <a:latin typeface="IBM Plex Sans Light" panose="020B0403050203000203" pitchFamily="34" charset="0"/>
              </a:defRPr>
            </a:lvl3pPr>
            <a:lvl4pPr marL="274262" indent="-91420">
              <a:lnSpc>
                <a:spcPct val="110000"/>
              </a:lnSpc>
              <a:spcBef>
                <a:spcPts val="0"/>
              </a:spcBef>
              <a:defRPr sz="1000" b="0" i="0">
                <a:solidFill>
                  <a:schemeClr val="tx1"/>
                </a:solidFill>
                <a:latin typeface="IBM Plex Sans Light" panose="020B0403050203000203" pitchFamily="34" charset="0"/>
              </a:defRPr>
            </a:lvl4pPr>
            <a:lvl5pPr>
              <a:lnSpc>
                <a:spcPct val="110000"/>
              </a:lnSpc>
              <a:spcBef>
                <a:spcPts val="0"/>
              </a:spcBef>
              <a:defRPr sz="1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3047603" y="1714501"/>
            <a:ext cx="0" cy="4286251"/>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6093683"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9142811" y="1714500"/>
            <a:ext cx="0" cy="428853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11767911" y="6469422"/>
            <a:ext cx="136791"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284127" y="6402119"/>
            <a:ext cx="2477765" cy="190500"/>
          </a:xfrm>
        </p:spPr>
        <p:txBody>
          <a:bodyPr/>
          <a:lstStyle/>
          <a:p>
            <a:r>
              <a:rPr lang="en-US"/>
              <a:t>IBM TechXchange / © 2023 IBM Corporation</a:t>
            </a:r>
            <a:endParaRPr lang="en-US" dirty="0"/>
          </a:p>
        </p:txBody>
      </p:sp>
    </p:spTree>
    <p:extLst>
      <p:ext uri="{BB962C8B-B14F-4D97-AF65-F5344CB8AC3E}">
        <p14:creationId xmlns:p14="http://schemas.microsoft.com/office/powerpoint/2010/main" val="3309073114"/>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Title, plain">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11767910" y="6469421"/>
            <a:ext cx="136791"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269212" y="191937"/>
            <a:ext cx="7345035" cy="1429544"/>
          </a:xfrm>
        </p:spPr>
        <p:txBody>
          <a:bodyPr rIns="457200"/>
          <a:lstStyle>
            <a:lvl1pPr>
              <a:lnSpc>
                <a:spcPct val="100000"/>
              </a:lnSpc>
              <a:defRPr sz="3199">
                <a:solidFill>
                  <a:schemeClr val="tx2"/>
                </a:solidFill>
              </a:defRPr>
            </a:lvl1pPr>
          </a:lstStyle>
          <a:p>
            <a:r>
              <a:rPr lang="en-US"/>
              <a:t>Click to edit Master title style</a:t>
            </a:r>
          </a:p>
        </p:txBody>
      </p:sp>
      <p:sp>
        <p:nvSpPr>
          <p:cNvPr id="5" name="Footer Placeholder 1">
            <a:extLst>
              <a:ext uri="{FF2B5EF4-FFF2-40B4-BE49-F238E27FC236}">
                <a16:creationId xmlns:a16="http://schemas.microsoft.com/office/drawing/2014/main" id="{99C054CF-9453-850A-6B65-8421B4607965}"/>
              </a:ext>
            </a:extLst>
          </p:cNvPr>
          <p:cNvSpPr>
            <a:spLocks noGrp="1"/>
          </p:cNvSpPr>
          <p:nvPr>
            <p:ph type="ftr" sz="quarter" idx="3"/>
          </p:nvPr>
        </p:nvSpPr>
        <p:spPr>
          <a:xfrm>
            <a:off x="284125" y="6402119"/>
            <a:ext cx="2477765" cy="190500"/>
          </a:xfrm>
          <a:prstGeom prst="rect">
            <a:avLst/>
          </a:prstGeom>
        </p:spPr>
        <p:txBody>
          <a:bodyPr vert="horz" lIns="0" tIns="0" rIns="0" bIns="0" rtlCol="0" anchor="b"/>
          <a:lstStyle>
            <a:lvl1pPr algn="l">
              <a:defRPr sz="800" b="0" i="0">
                <a:solidFill>
                  <a:schemeClr val="tx1"/>
                </a:solidFill>
                <a:latin typeface="IBM Plex Sans" panose="020B0503050203000203" pitchFamily="34" charset="0"/>
              </a:defRPr>
            </a:lvl1pPr>
          </a:lstStyle>
          <a:p>
            <a:r>
              <a:rPr lang="en-GB"/>
              <a:t>IBM TechCon 2024, a TechXchange Virtual Event | © 2024 IBM Corporation</a:t>
            </a:r>
            <a:endParaRPr lang="en-US"/>
          </a:p>
        </p:txBody>
      </p:sp>
    </p:spTree>
    <p:extLst>
      <p:ext uri="{BB962C8B-B14F-4D97-AF65-F5344CB8AC3E}">
        <p14:creationId xmlns:p14="http://schemas.microsoft.com/office/powerpoint/2010/main" val="3822443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5EBC8-2E49-A296-F467-F9A8223D4B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294070-1958-C96F-F2B2-3957B5770F6F}"/>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391449-87B0-B310-11DB-E56EF77159A6}"/>
              </a:ext>
            </a:extLst>
          </p:cNvPr>
          <p:cNvSpPr>
            <a:spLocks noGrp="1"/>
          </p:cNvSpPr>
          <p:nvPr>
            <p:ph type="dt" sz="half" idx="10"/>
          </p:nvPr>
        </p:nvSpPr>
        <p:spPr/>
        <p:txBody>
          <a:bodyPr/>
          <a:lstStyle/>
          <a:p>
            <a:fld id="{1F0B6815-0CE1-4052-8DC1-699ACF41F390}" type="datetimeFigureOut">
              <a:rPr lang="en-US" smtClean="0"/>
              <a:t>2/20/25</a:t>
            </a:fld>
            <a:endParaRPr lang="en-US"/>
          </a:p>
        </p:txBody>
      </p:sp>
      <p:sp>
        <p:nvSpPr>
          <p:cNvPr id="5" name="Footer Placeholder 4">
            <a:extLst>
              <a:ext uri="{FF2B5EF4-FFF2-40B4-BE49-F238E27FC236}">
                <a16:creationId xmlns:a16="http://schemas.microsoft.com/office/drawing/2014/main" id="{6F73C075-26D1-2A71-B2CD-0353498043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3D4C8E-0870-55E5-001C-091FAADCCA62}"/>
              </a:ext>
            </a:extLst>
          </p:cNvPr>
          <p:cNvSpPr>
            <a:spLocks noGrp="1"/>
          </p:cNvSpPr>
          <p:nvPr>
            <p:ph type="sldNum" sz="quarter" idx="12"/>
          </p:nvPr>
        </p:nvSpPr>
        <p:spPr/>
        <p:txBody>
          <a:bodyPr/>
          <a:lstStyle/>
          <a:p>
            <a:fld id="{8529668C-7168-4D9A-B35C-4413976577AE}" type="slidenum">
              <a:rPr lang="en-US" smtClean="0"/>
              <a:t>‹#›</a:t>
            </a:fld>
            <a:endParaRPr lang="en-US"/>
          </a:p>
        </p:txBody>
      </p:sp>
    </p:spTree>
    <p:extLst>
      <p:ext uri="{BB962C8B-B14F-4D97-AF65-F5344CB8AC3E}">
        <p14:creationId xmlns:p14="http://schemas.microsoft.com/office/powerpoint/2010/main" val="332071215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title without text">
    <p:spTree>
      <p:nvGrpSpPr>
        <p:cNvPr id="1" name=""/>
        <p:cNvGrpSpPr/>
        <p:nvPr/>
      </p:nvGrpSpPr>
      <p:grpSpPr>
        <a:xfrm>
          <a:off x="0" y="0"/>
          <a:ext cx="0" cy="0"/>
          <a:chOff x="0" y="0"/>
          <a:chExt cx="0" cy="0"/>
        </a:xfrm>
      </p:grpSpPr>
      <p:sp>
        <p:nvSpPr>
          <p:cNvPr id="2" name="Title 1"/>
          <p:cNvSpPr>
            <a:spLocks noGrp="1"/>
          </p:cNvSpPr>
          <p:nvPr>
            <p:ph type="title"/>
          </p:nvPr>
        </p:nvSpPr>
        <p:spPr>
          <a:xfrm>
            <a:off x="304802" y="268224"/>
            <a:ext cx="11099281"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b="0" i="0">
                <a:solidFill>
                  <a:srgbClr val="000000"/>
                </a:solidFill>
                <a:latin typeface="IBM Plex Sans Light" panose="020B0403050203000203" pitchFamily="34" charset="0"/>
              </a:defRPr>
            </a:lvl1pPr>
          </a:lstStyle>
          <a:p>
            <a:pPr defTabSz="914184">
              <a:defRPr/>
            </a:pPr>
            <a:fld id="{D0BE6F14-FF48-0F4F-A8AA-2E3F25371E4A}" type="slidenum">
              <a:rPr lang="en-US" smtClean="0">
                <a:cs typeface="Arial" charset="0"/>
              </a:rPr>
              <a:pPr defTabSz="914184">
                <a:defRPr/>
              </a:pPr>
              <a:t>‹#›</a:t>
            </a:fld>
            <a:endParaRPr lang="en-US" dirty="0">
              <a:cs typeface="Arial" charset="0"/>
            </a:endParaRPr>
          </a:p>
        </p:txBody>
      </p:sp>
      <p:sp>
        <p:nvSpPr>
          <p:cNvPr id="4" name="Footer Placeholder 3"/>
          <p:cNvSpPr>
            <a:spLocks noGrp="1"/>
          </p:cNvSpPr>
          <p:nvPr>
            <p:ph type="ftr" sz="quarter" idx="11"/>
          </p:nvPr>
        </p:nvSpPr>
        <p:spPr/>
        <p:txBody>
          <a:bodyPr/>
          <a:lstStyle>
            <a:lvl1pPr>
              <a:defRPr b="0" i="0">
                <a:solidFill>
                  <a:srgbClr val="000000"/>
                </a:solidFill>
                <a:latin typeface="IBM Plex Sans Light" panose="020B0403050203000203" pitchFamily="34" charset="0"/>
              </a:defRPr>
            </a:lvl1pPr>
          </a:lstStyle>
          <a:p>
            <a:pPr defTabSz="914184">
              <a:defRPr/>
            </a:pPr>
            <a:r>
              <a:rPr lang="en-US">
                <a:cs typeface="Arial" charset="0"/>
              </a:rPr>
              <a:t>© 2023 IBM Corporation</a:t>
            </a:r>
            <a:endParaRPr lang="en-US" dirty="0">
              <a:cs typeface="Arial" charset="0"/>
            </a:endParaRPr>
          </a:p>
        </p:txBody>
      </p:sp>
    </p:spTree>
    <p:extLst>
      <p:ext uri="{BB962C8B-B14F-4D97-AF65-F5344CB8AC3E}">
        <p14:creationId xmlns:p14="http://schemas.microsoft.com/office/powerpoint/2010/main" val="294717164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Section divider white">
    <p:spTree>
      <p:nvGrpSpPr>
        <p:cNvPr id="1" name=""/>
        <p:cNvGrpSpPr/>
        <p:nvPr/>
      </p:nvGrpSpPr>
      <p:grpSpPr>
        <a:xfrm>
          <a:off x="0" y="0"/>
          <a:ext cx="0" cy="0"/>
          <a:chOff x="0" y="0"/>
          <a:chExt cx="0" cy="0"/>
        </a:xfrm>
      </p:grpSpPr>
      <p:sp>
        <p:nvSpPr>
          <p:cNvPr id="277" name="Slide Number"/>
          <p:cNvSpPr txBox="1">
            <a:spLocks noGrp="1"/>
          </p:cNvSpPr>
          <p:nvPr>
            <p:ph type="sldNum" sz="quarter" idx="2"/>
          </p:nvPr>
        </p:nvSpPr>
        <p:spPr>
          <a:xfrm>
            <a:off x="11777982" y="6448425"/>
            <a:ext cx="128271" cy="127001"/>
          </a:xfrm>
          <a:prstGeom prst="rect">
            <a:avLst/>
          </a:prstGeom>
        </p:spPr>
        <p:txBody>
          <a:bodyPr/>
          <a:lstStyle/>
          <a:p>
            <a:fld id="{86CB4B4D-7CA3-9044-876B-883B54F8677D}" type="slidenum">
              <a:t>‹#›</a:t>
            </a:fld>
            <a:endParaRPr/>
          </a:p>
        </p:txBody>
      </p:sp>
      <p:sp>
        <p:nvSpPr>
          <p:cNvPr id="278" name="Title 1"/>
          <p:cNvSpPr txBox="1">
            <a:spLocks noGrp="1"/>
          </p:cNvSpPr>
          <p:nvPr>
            <p:ph type="body" sz="quarter" idx="21"/>
          </p:nvPr>
        </p:nvSpPr>
        <p:spPr>
          <a:xfrm>
            <a:off x="284163" y="192025"/>
            <a:ext cx="5525295" cy="1429545"/>
          </a:xfrm>
          <a:prstGeom prst="rect">
            <a:avLst/>
          </a:prstGeom>
        </p:spPr>
        <p:txBody>
          <a:bodyPr/>
          <a:lstStyle/>
          <a:p>
            <a:pPr>
              <a:lnSpc>
                <a:spcPct val="90000"/>
              </a:lnSpc>
              <a:defRPr sz="6400"/>
            </a:pPr>
            <a:r>
              <a:t>64/86pt section divider,</a:t>
            </a:r>
            <a:br/>
            <a:r>
              <a:t>3 lines maximum</a:t>
            </a:r>
          </a:p>
        </p:txBody>
      </p:sp>
      <p:sp>
        <p:nvSpPr>
          <p:cNvPr id="279" name="Footer Placeholder 4"/>
          <p:cNvSpPr txBox="1">
            <a:spLocks noGrp="1"/>
          </p:cNvSpPr>
          <p:nvPr>
            <p:ph type="body" sz="quarter" idx="22"/>
          </p:nvPr>
        </p:nvSpPr>
        <p:spPr>
          <a:xfrm>
            <a:off x="284163" y="6476129"/>
            <a:ext cx="4284663" cy="123111"/>
          </a:xfrm>
          <a:prstGeom prst="rect">
            <a:avLst/>
          </a:prstGeom>
        </p:spPr>
        <p:txBody>
          <a:bodyPr anchor="b">
            <a:spAutoFit/>
          </a:bodyPr>
          <a:lstStyle>
            <a:lvl1pPr defTabSz="914668">
              <a:defRPr sz="800">
                <a:latin typeface="+mj-lt"/>
                <a:ea typeface="+mj-ea"/>
                <a:cs typeface="+mj-cs"/>
                <a:sym typeface="IBM Plex Sans"/>
              </a:defRPr>
            </a:lvl1pPr>
          </a:lstStyle>
          <a:p>
            <a:r>
              <a:t>Product Management Academy Foundations</a:t>
            </a:r>
          </a:p>
        </p:txBody>
      </p:sp>
    </p:spTree>
    <p:extLst>
      <p:ext uri="{BB962C8B-B14F-4D97-AF65-F5344CB8AC3E}">
        <p14:creationId xmlns:p14="http://schemas.microsoft.com/office/powerpoint/2010/main" val="3859923844"/>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atin typeface="Trebuchet MS"/>
                <a:cs typeface="Trebuchet MS"/>
              </a:defRPr>
            </a:lvl1pPr>
          </a:lstStyle>
          <a:p>
            <a:r>
              <a:rPr lang="en-US" dirty="0"/>
              <a:t>Click to edit child title style</a:t>
            </a:r>
          </a:p>
        </p:txBody>
      </p:sp>
      <p:sp>
        <p:nvSpPr>
          <p:cNvPr id="3" name="Content Placeholder 2"/>
          <p:cNvSpPr>
            <a:spLocks noGrp="1"/>
          </p:cNvSpPr>
          <p:nvPr>
            <p:ph idx="1"/>
          </p:nvPr>
        </p:nvSpPr>
        <p:spPr/>
        <p:txBody>
          <a:bodyPr/>
          <a:lstStyle>
            <a:lvl1pPr marL="457189" indent="-457189">
              <a:spcAft>
                <a:spcPts val="0"/>
              </a:spcAft>
              <a:buClr>
                <a:srgbClr val="3A385A"/>
              </a:buClr>
              <a:buSzPct val="115000"/>
              <a:buFont typeface="Arial" panose="020B0604020202020204" pitchFamily="34" charset="0"/>
              <a:buChar char="•"/>
              <a:defRPr>
                <a:latin typeface="Arial"/>
                <a:cs typeface="Arial"/>
              </a:defRPr>
            </a:lvl1pPr>
            <a:lvl2pPr marL="1123172" indent="-503987">
              <a:buClr>
                <a:srgbClr val="3A385A"/>
              </a:buClr>
              <a:buSzPct val="85000"/>
              <a:buFont typeface="Courier New"/>
              <a:buChar char="o"/>
              <a:defRPr sz="2667">
                <a:latin typeface="Arial"/>
                <a:cs typeface="Arial"/>
              </a:defRPr>
            </a:lvl2pPr>
            <a:lvl3pPr marL="1580360" indent="-457189">
              <a:buClr>
                <a:srgbClr val="3A385A"/>
              </a:buClr>
              <a:buSzPct val="100000"/>
              <a:buFont typeface="Arial"/>
              <a:buChar char="•"/>
              <a:defRPr sz="2133">
                <a:latin typeface="Arial"/>
                <a:cs typeface="Arial"/>
              </a:defRPr>
            </a:lvl3pPr>
            <a:lvl4pPr marL="2189945" indent="-457189">
              <a:buClr>
                <a:srgbClr val="3A385A"/>
              </a:buClr>
              <a:buSzPct val="75000"/>
              <a:buFont typeface="Courier New"/>
              <a:buChar char="o"/>
              <a:defRPr sz="2133">
                <a:latin typeface="Arial"/>
                <a:cs typeface="Arial"/>
              </a:defRPr>
            </a:lvl4pPr>
            <a:lvl5pPr marL="2799530" indent="-457189">
              <a:buClr>
                <a:srgbClr val="3A385A"/>
              </a:buClr>
              <a:buSzPct val="85000"/>
              <a:buFont typeface="Arial"/>
              <a:buChar char="•"/>
              <a:defRPr sz="2133">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52775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plus text">
    <p:spTree>
      <p:nvGrpSpPr>
        <p:cNvPr id="1" name=""/>
        <p:cNvGrpSpPr/>
        <p:nvPr/>
      </p:nvGrpSpPr>
      <p:grpSpPr>
        <a:xfrm>
          <a:off x="0" y="0"/>
          <a:ext cx="0" cy="0"/>
          <a:chOff x="0" y="0"/>
          <a:chExt cx="0" cy="0"/>
        </a:xfrm>
      </p:grpSpPr>
      <p:sp>
        <p:nvSpPr>
          <p:cNvPr id="2" name="Title 1"/>
          <p:cNvSpPr>
            <a:spLocks noGrp="1"/>
          </p:cNvSpPr>
          <p:nvPr>
            <p:ph type="title"/>
          </p:nvPr>
        </p:nvSpPr>
        <p:spPr>
          <a:xfrm>
            <a:off x="304801" y="268224"/>
            <a:ext cx="11099281" cy="50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pPr defTabSz="914354">
              <a:defRPr/>
            </a:pPr>
            <a:fld id="{D0BE6F14-FF48-0F4F-A8AA-2E3F25371E4A}" type="slidenum">
              <a:rPr lang="en-US" smtClean="0">
                <a:solidFill>
                  <a:srgbClr val="FFFFFF"/>
                </a:solidFill>
                <a:latin typeface="IBM Plex Sans"/>
                <a:cs typeface="Arial" charset="0"/>
              </a:rPr>
              <a:pPr defTabSz="914354">
                <a:defRPr/>
              </a:pPr>
              <a:t>‹#›</a:t>
            </a:fld>
            <a:endParaRPr lang="en-US">
              <a:solidFill>
                <a:srgbClr val="FFFFFF"/>
              </a:solidFill>
              <a:latin typeface="IBM Plex Sans"/>
              <a:cs typeface="Arial" charset="0"/>
            </a:endParaRPr>
          </a:p>
        </p:txBody>
      </p:sp>
      <p:sp>
        <p:nvSpPr>
          <p:cNvPr id="4" name="Footer Placeholder 3"/>
          <p:cNvSpPr>
            <a:spLocks noGrp="1"/>
          </p:cNvSpPr>
          <p:nvPr>
            <p:ph type="ftr" sz="quarter" idx="11"/>
          </p:nvPr>
        </p:nvSpPr>
        <p:spPr/>
        <p:txBody>
          <a:bodyPr/>
          <a:lstStyle/>
          <a:p>
            <a:pPr defTabSz="914354">
              <a:defRPr/>
            </a:pPr>
            <a:r>
              <a:rPr lang="en-US">
                <a:solidFill>
                  <a:srgbClr val="FFFFFF"/>
                </a:solidFill>
                <a:latin typeface="IBM Plex Sans"/>
                <a:cs typeface="Arial" charset="0"/>
              </a:rPr>
              <a:t>© 2024 IBM Corporation</a:t>
            </a:r>
            <a:endParaRPr lang="en-US" dirty="0">
              <a:solidFill>
                <a:srgbClr val="FFFFFF"/>
              </a:solidFill>
              <a:latin typeface="IBM Plex Sans"/>
              <a:cs typeface="Arial" charset="0"/>
            </a:endParaRPr>
          </a:p>
        </p:txBody>
      </p:sp>
      <p:sp>
        <p:nvSpPr>
          <p:cNvPr id="5" name="Text Placeholder 6">
            <a:extLst>
              <a:ext uri="{FF2B5EF4-FFF2-40B4-BE49-F238E27FC236}">
                <a16:creationId xmlns:a16="http://schemas.microsoft.com/office/drawing/2014/main" id="{36A12538-9693-434A-864C-A39CE4DA9B00}"/>
              </a:ext>
            </a:extLst>
          </p:cNvPr>
          <p:cNvSpPr>
            <a:spLocks noGrp="1"/>
          </p:cNvSpPr>
          <p:nvPr>
            <p:ph type="body" sz="quarter" idx="14"/>
          </p:nvPr>
        </p:nvSpPr>
        <p:spPr>
          <a:xfrm>
            <a:off x="304800" y="1227495"/>
            <a:ext cx="11099280" cy="4887188"/>
          </a:xfrm>
        </p:spPr>
        <p:txBody>
          <a:bodyPr/>
          <a:lstStyle>
            <a:lvl1pPr>
              <a:defRPr sz="2133"/>
            </a:lvl1pPr>
            <a:lvl2pPr>
              <a:defRPr sz="1867"/>
            </a:lvl2pPr>
            <a:lvl3pPr>
              <a:defRPr sz="1867"/>
            </a:lvl3pPr>
            <a:lvl4pPr>
              <a:defRPr sz="1867"/>
            </a:lvl4pPr>
            <a:lvl5pPr>
              <a:defRPr sz="18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327024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Interior title" userDrawn="1">
  <p:cSld name="Interior title">
    <p:spTree>
      <p:nvGrpSpPr>
        <p:cNvPr id="1" name="Shape 168"/>
        <p:cNvGrpSpPr/>
        <p:nvPr/>
      </p:nvGrpSpPr>
      <p:grpSpPr>
        <a:xfrm>
          <a:off x="0" y="0"/>
          <a:ext cx="0" cy="0"/>
          <a:chOff x="0" y="0"/>
          <a:chExt cx="0" cy="0"/>
        </a:xfrm>
      </p:grpSpPr>
      <p:sp>
        <p:nvSpPr>
          <p:cNvPr id="169" name="Google Shape;169;p18"/>
          <p:cNvSpPr txBox="1">
            <a:spLocks noGrp="1"/>
          </p:cNvSpPr>
          <p:nvPr>
            <p:ph type="subTitle" idx="1"/>
          </p:nvPr>
        </p:nvSpPr>
        <p:spPr>
          <a:xfrm>
            <a:off x="447777" y="55442"/>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a:endParaRPr/>
          </a:p>
        </p:txBody>
      </p:sp>
      <p:sp>
        <p:nvSpPr>
          <p:cNvPr id="175" name="Google Shape;175;p18"/>
          <p:cNvSpPr txBox="1">
            <a:spLocks noGrp="1"/>
          </p:cNvSpPr>
          <p:nvPr>
            <p:ph type="title"/>
          </p:nvPr>
        </p:nvSpPr>
        <p:spPr>
          <a:xfrm>
            <a:off x="885051" y="1100351"/>
            <a:ext cx="10422000" cy="553200"/>
          </a:xfrm>
          <a:prstGeom prst="rect">
            <a:avLst/>
          </a:prstGeom>
        </p:spPr>
        <p:txBody>
          <a:bodyPr spcFirstLastPara="1" wrap="square" lIns="0" tIns="0" rIns="0" bIns="0" anchor="t" anchorCtr="0">
            <a:noAutofit/>
          </a:bodyPr>
          <a:lstStyle>
            <a:lvl1pPr lvl="0" algn="ctr" rtl="0">
              <a:lnSpc>
                <a:spcPct val="130000"/>
              </a:lnSpc>
              <a:spcBef>
                <a:spcPts val="0"/>
              </a:spcBef>
              <a:spcAft>
                <a:spcPts val="0"/>
              </a:spcAft>
              <a:buNone/>
              <a:defRPr sz="2800"/>
            </a:lvl1pPr>
            <a:lvl2pPr lvl="1" algn="ctr" rtl="0">
              <a:lnSpc>
                <a:spcPct val="130000"/>
              </a:lnSpc>
              <a:spcBef>
                <a:spcPts val="0"/>
              </a:spcBef>
              <a:spcAft>
                <a:spcPts val="0"/>
              </a:spcAft>
              <a:buNone/>
              <a:defRPr sz="2600"/>
            </a:lvl2pPr>
            <a:lvl3pPr lvl="2" algn="ctr" rtl="0">
              <a:lnSpc>
                <a:spcPct val="130000"/>
              </a:lnSpc>
              <a:spcBef>
                <a:spcPts val="0"/>
              </a:spcBef>
              <a:spcAft>
                <a:spcPts val="0"/>
              </a:spcAft>
              <a:buNone/>
              <a:defRPr sz="2600"/>
            </a:lvl3pPr>
            <a:lvl4pPr lvl="3" algn="ctr" rtl="0">
              <a:lnSpc>
                <a:spcPct val="130000"/>
              </a:lnSpc>
              <a:spcBef>
                <a:spcPts val="0"/>
              </a:spcBef>
              <a:spcAft>
                <a:spcPts val="0"/>
              </a:spcAft>
              <a:buNone/>
              <a:defRPr sz="2600"/>
            </a:lvl4pPr>
            <a:lvl5pPr lvl="4" algn="ctr" rtl="0">
              <a:lnSpc>
                <a:spcPct val="130000"/>
              </a:lnSpc>
              <a:spcBef>
                <a:spcPts val="0"/>
              </a:spcBef>
              <a:spcAft>
                <a:spcPts val="0"/>
              </a:spcAft>
              <a:buNone/>
              <a:defRPr sz="2600"/>
            </a:lvl5pPr>
            <a:lvl6pPr lvl="5" algn="ctr" rtl="0">
              <a:lnSpc>
                <a:spcPct val="130000"/>
              </a:lnSpc>
              <a:spcBef>
                <a:spcPts val="0"/>
              </a:spcBef>
              <a:spcAft>
                <a:spcPts val="0"/>
              </a:spcAft>
              <a:buNone/>
              <a:defRPr sz="2600"/>
            </a:lvl6pPr>
            <a:lvl7pPr lvl="6" algn="ctr" rtl="0">
              <a:lnSpc>
                <a:spcPct val="130000"/>
              </a:lnSpc>
              <a:spcBef>
                <a:spcPts val="0"/>
              </a:spcBef>
              <a:spcAft>
                <a:spcPts val="0"/>
              </a:spcAft>
              <a:buNone/>
              <a:defRPr sz="2600"/>
            </a:lvl7pPr>
            <a:lvl8pPr lvl="7" algn="ctr" rtl="0">
              <a:lnSpc>
                <a:spcPct val="130000"/>
              </a:lnSpc>
              <a:spcBef>
                <a:spcPts val="0"/>
              </a:spcBef>
              <a:spcAft>
                <a:spcPts val="0"/>
              </a:spcAft>
              <a:buNone/>
              <a:defRPr sz="2600"/>
            </a:lvl8pPr>
            <a:lvl9pPr lvl="8" algn="ctr" rtl="0">
              <a:lnSpc>
                <a:spcPct val="130000"/>
              </a:lnSpc>
              <a:spcBef>
                <a:spcPts val="0"/>
              </a:spcBef>
              <a:spcAft>
                <a:spcPts val="0"/>
              </a:spcAft>
              <a:buNone/>
              <a:defRPr sz="2600"/>
            </a:lvl9pPr>
          </a:lstStyle>
          <a:p>
            <a:endParaRPr/>
          </a:p>
        </p:txBody>
      </p:sp>
      <p:sp>
        <p:nvSpPr>
          <p:cNvPr id="176" name="Google Shape;176;p18"/>
          <p:cNvSpPr txBox="1">
            <a:spLocks noGrp="1"/>
          </p:cNvSpPr>
          <p:nvPr>
            <p:ph type="subTitle" idx="3"/>
          </p:nvPr>
        </p:nvSpPr>
        <p:spPr>
          <a:xfrm>
            <a:off x="885125" y="1653550"/>
            <a:ext cx="10422000" cy="291900"/>
          </a:xfrm>
          <a:prstGeom prst="rect">
            <a:avLst/>
          </a:prstGeom>
        </p:spPr>
        <p:txBody>
          <a:bodyPr spcFirstLastPara="1" wrap="square" lIns="0" tIns="0" rIns="0" bIns="0" anchor="t" anchorCtr="0">
            <a:noAutofit/>
          </a:bodyPr>
          <a:lstStyle>
            <a:lvl1pPr lvl="0" algn="ctr" rtl="0">
              <a:spcBef>
                <a:spcPts val="0"/>
              </a:spcBef>
              <a:spcAft>
                <a:spcPts val="0"/>
              </a:spcAft>
              <a:buNone/>
              <a:defRPr sz="1800">
                <a:solidFill>
                  <a:schemeClr val="accent1"/>
                </a:solidFill>
              </a:defRPr>
            </a:lvl1pPr>
            <a:lvl2pPr lvl="1" algn="ctr" rtl="0">
              <a:spcBef>
                <a:spcPts val="500"/>
              </a:spcBef>
              <a:spcAft>
                <a:spcPts val="0"/>
              </a:spcAft>
              <a:buNone/>
              <a:defRPr sz="1800">
                <a:solidFill>
                  <a:schemeClr val="accent1"/>
                </a:solidFill>
              </a:defRPr>
            </a:lvl2pPr>
            <a:lvl3pPr lvl="2" algn="ctr" rtl="0">
              <a:spcBef>
                <a:spcPts val="500"/>
              </a:spcBef>
              <a:spcAft>
                <a:spcPts val="0"/>
              </a:spcAft>
              <a:buNone/>
              <a:defRPr sz="1800">
                <a:solidFill>
                  <a:schemeClr val="accent1"/>
                </a:solidFill>
              </a:defRPr>
            </a:lvl3pPr>
            <a:lvl4pPr lvl="3" algn="ctr" rtl="0">
              <a:spcBef>
                <a:spcPts val="500"/>
              </a:spcBef>
              <a:spcAft>
                <a:spcPts val="0"/>
              </a:spcAft>
              <a:buNone/>
              <a:defRPr sz="1800">
                <a:solidFill>
                  <a:schemeClr val="accent1"/>
                </a:solidFill>
              </a:defRPr>
            </a:lvl4pPr>
            <a:lvl5pPr lvl="4" algn="ctr" rtl="0">
              <a:spcBef>
                <a:spcPts val="500"/>
              </a:spcBef>
              <a:spcAft>
                <a:spcPts val="0"/>
              </a:spcAft>
              <a:buNone/>
              <a:defRPr sz="1800">
                <a:solidFill>
                  <a:schemeClr val="accent1"/>
                </a:solidFill>
              </a:defRPr>
            </a:lvl5pPr>
            <a:lvl6pPr lvl="5" algn="ctr" rtl="0">
              <a:spcBef>
                <a:spcPts val="500"/>
              </a:spcBef>
              <a:spcAft>
                <a:spcPts val="0"/>
              </a:spcAft>
              <a:buNone/>
              <a:defRPr sz="1800">
                <a:solidFill>
                  <a:schemeClr val="accent1"/>
                </a:solidFill>
              </a:defRPr>
            </a:lvl6pPr>
            <a:lvl7pPr lvl="6" algn="ctr" rtl="0">
              <a:spcBef>
                <a:spcPts val="500"/>
              </a:spcBef>
              <a:spcAft>
                <a:spcPts val="0"/>
              </a:spcAft>
              <a:buNone/>
              <a:defRPr sz="1800">
                <a:solidFill>
                  <a:schemeClr val="accent1"/>
                </a:solidFill>
              </a:defRPr>
            </a:lvl7pPr>
            <a:lvl8pPr lvl="7" algn="ctr" rtl="0">
              <a:spcBef>
                <a:spcPts val="500"/>
              </a:spcBef>
              <a:spcAft>
                <a:spcPts val="0"/>
              </a:spcAft>
              <a:buNone/>
              <a:defRPr sz="1800">
                <a:solidFill>
                  <a:schemeClr val="accent1"/>
                </a:solidFill>
              </a:defRPr>
            </a:lvl8pPr>
            <a:lvl9pPr lvl="8" algn="ctr" rtl="0">
              <a:spcBef>
                <a:spcPts val="500"/>
              </a:spcBef>
              <a:spcAft>
                <a:spcPts val="500"/>
              </a:spcAft>
              <a:buNone/>
              <a:defRPr sz="1800">
                <a:solidFill>
                  <a:schemeClr val="accent1"/>
                </a:solidFill>
              </a:defRPr>
            </a:lvl9pPr>
          </a:lstStyle>
          <a:p>
            <a:endParaRPr/>
          </a:p>
        </p:txBody>
      </p:sp>
    </p:spTree>
    <p:extLst>
      <p:ext uri="{BB962C8B-B14F-4D97-AF65-F5344CB8AC3E}">
        <p14:creationId xmlns:p14="http://schemas.microsoft.com/office/powerpoint/2010/main" val="322892952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atin typeface="Trebuchet MS"/>
                <a:cs typeface="Trebuchet MS"/>
              </a:defRPr>
            </a:lvl1pPr>
          </a:lstStyle>
          <a:p>
            <a:r>
              <a:rPr lang="en-US" dirty="0"/>
              <a:t>Click to edit child title style</a:t>
            </a:r>
          </a:p>
        </p:txBody>
      </p:sp>
      <p:sp>
        <p:nvSpPr>
          <p:cNvPr id="3" name="Content Placeholder 2"/>
          <p:cNvSpPr>
            <a:spLocks noGrp="1"/>
          </p:cNvSpPr>
          <p:nvPr>
            <p:ph sz="half" idx="1"/>
          </p:nvPr>
        </p:nvSpPr>
        <p:spPr>
          <a:xfrm>
            <a:off x="609600" y="1600201"/>
            <a:ext cx="5384800" cy="4525963"/>
          </a:xfrm>
        </p:spPr>
        <p:txBody>
          <a:bodyPr/>
          <a:lstStyle>
            <a:lvl1pPr marL="457194" indent="-457194">
              <a:spcAft>
                <a:spcPts val="0"/>
              </a:spcAft>
              <a:buFont typeface="Arial" panose="020B0604020202020204" pitchFamily="34" charset="0"/>
              <a:buChar char="•"/>
              <a:defRPr sz="2667">
                <a:latin typeface="Arial"/>
                <a:cs typeface="Arial"/>
              </a:defRPr>
            </a:lvl1pPr>
            <a:lvl2pPr marL="990587" indent="-380996">
              <a:buClr>
                <a:srgbClr val="3A385A"/>
              </a:buClr>
              <a:buFont typeface="Arial"/>
              <a:buChar char="•"/>
              <a:defRPr sz="2667">
                <a:latin typeface="Arial"/>
                <a:cs typeface="Arial"/>
              </a:defRPr>
            </a:lvl2pPr>
            <a:lvl3pPr marL="1523981" indent="-304796">
              <a:buClr>
                <a:srgbClr val="3A385A"/>
              </a:buClr>
              <a:buFont typeface="Arial"/>
              <a:buChar char="•"/>
              <a:defRPr sz="2133">
                <a:latin typeface="Arial"/>
                <a:cs typeface="Arial"/>
              </a:defRPr>
            </a:lvl3pPr>
            <a:lvl4pPr marL="2133573" indent="-304796">
              <a:buClr>
                <a:srgbClr val="3A385A"/>
              </a:buClr>
              <a:buFont typeface="Arial"/>
              <a:buChar char="•"/>
              <a:defRPr sz="2133">
                <a:latin typeface="Arial"/>
                <a:cs typeface="Arial"/>
              </a:defRPr>
            </a:lvl4pPr>
            <a:lvl5pPr marL="2743166" indent="-304796">
              <a:buClr>
                <a:srgbClr val="3A385A"/>
              </a:buClr>
              <a:buFont typeface="Arial"/>
              <a:buChar char="•"/>
              <a:defRPr sz="2133">
                <a:latin typeface="Arial"/>
                <a:cs typeface="Aria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a:extLst>
              <a:ext uri="{FF2B5EF4-FFF2-40B4-BE49-F238E27FC236}">
                <a16:creationId xmlns:a16="http://schemas.microsoft.com/office/drawing/2014/main" id="{51146348-61EE-E040-92E2-E05772B525B2}"/>
              </a:ext>
            </a:extLst>
          </p:cNvPr>
          <p:cNvSpPr>
            <a:spLocks noGrp="1"/>
          </p:cNvSpPr>
          <p:nvPr>
            <p:ph sz="half" idx="10"/>
          </p:nvPr>
        </p:nvSpPr>
        <p:spPr>
          <a:xfrm>
            <a:off x="6197600" y="1600201"/>
            <a:ext cx="5384800" cy="4525963"/>
          </a:xfrm>
        </p:spPr>
        <p:txBody>
          <a:bodyPr/>
          <a:lstStyle>
            <a:lvl1pPr marL="457194" indent="-457194">
              <a:spcAft>
                <a:spcPts val="0"/>
              </a:spcAft>
              <a:buFont typeface="Arial" panose="020B0604020202020204" pitchFamily="34" charset="0"/>
              <a:buChar char="•"/>
              <a:defRPr sz="2667">
                <a:latin typeface="Arial"/>
                <a:cs typeface="Arial"/>
              </a:defRPr>
            </a:lvl1pPr>
            <a:lvl2pPr marL="990587" indent="-380996">
              <a:buClr>
                <a:srgbClr val="3A385A"/>
              </a:buClr>
              <a:buFont typeface="Arial"/>
              <a:buChar char="•"/>
              <a:defRPr sz="2667">
                <a:latin typeface="Arial"/>
                <a:cs typeface="Arial"/>
              </a:defRPr>
            </a:lvl2pPr>
            <a:lvl3pPr marL="1523981" indent="-304796">
              <a:buClr>
                <a:srgbClr val="3A385A"/>
              </a:buClr>
              <a:buFont typeface="Arial"/>
              <a:buChar char="•"/>
              <a:defRPr sz="2133">
                <a:latin typeface="Arial"/>
                <a:cs typeface="Arial"/>
              </a:defRPr>
            </a:lvl3pPr>
            <a:lvl4pPr marL="2133573" indent="-304796">
              <a:buClr>
                <a:srgbClr val="3A385A"/>
              </a:buClr>
              <a:buFont typeface="Arial"/>
              <a:buChar char="•"/>
              <a:defRPr sz="2133">
                <a:latin typeface="Arial"/>
                <a:cs typeface="Arial"/>
              </a:defRPr>
            </a:lvl4pPr>
            <a:lvl5pPr marL="2743166" indent="-304796">
              <a:buClr>
                <a:srgbClr val="3A385A"/>
              </a:buClr>
              <a:buFont typeface="Arial"/>
              <a:buChar char="•"/>
              <a:defRPr sz="2133">
                <a:latin typeface="Arial"/>
                <a:cs typeface="Aria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242868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long 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11437451" cy="1072896"/>
          </a:xfrm>
        </p:spPr>
        <p:txBody>
          <a:bodyPr/>
          <a:lstStyle/>
          <a:p>
            <a:r>
              <a:rPr lang="en-US"/>
              <a:t>Click to edit Master title style</a:t>
            </a:r>
            <a:endParaRPr lang="en-US" dirty="0"/>
          </a:p>
        </p:txBody>
      </p:sp>
      <p:sp>
        <p:nvSpPr>
          <p:cNvPr id="3" name="Footer Placeholder"/>
          <p:cNvSpPr>
            <a:spLocks noGrp="1"/>
          </p:cNvSpPr>
          <p:nvPr>
            <p:ph type="ftr" sz="quarter" idx="10"/>
          </p:nvPr>
        </p:nvSpPr>
        <p:spPr/>
        <p:txBody>
          <a:bodyPr/>
          <a:lstStyle/>
          <a:p>
            <a:r>
              <a:rPr lang="en-US" dirty="0"/>
              <a:t>© 2024 IBM Corporation</a:t>
            </a:r>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82987271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Interior title and body">
  <p:cSld name="Interior title and body">
    <p:spTree>
      <p:nvGrpSpPr>
        <p:cNvPr id="1" name="Shape 2013"/>
        <p:cNvGrpSpPr/>
        <p:nvPr/>
      </p:nvGrpSpPr>
      <p:grpSpPr>
        <a:xfrm>
          <a:off x="0" y="0"/>
          <a:ext cx="0" cy="0"/>
          <a:chOff x="0" y="0"/>
          <a:chExt cx="0" cy="0"/>
        </a:xfrm>
      </p:grpSpPr>
      <p:sp>
        <p:nvSpPr>
          <p:cNvPr id="2014" name="Google Shape;2014;p147"/>
          <p:cNvSpPr txBox="1">
            <a:spLocks noGrp="1"/>
          </p:cNvSpPr>
          <p:nvPr>
            <p:ph type="subTitle" idx="1"/>
          </p:nvPr>
        </p:nvSpPr>
        <p:spPr>
          <a:xfrm>
            <a:off x="447775" y="55442"/>
            <a:ext cx="5148900" cy="816300"/>
          </a:xfrm>
          <a:prstGeom prst="rect">
            <a:avLst/>
          </a:prstGeom>
        </p:spPr>
        <p:txBody>
          <a:bodyPr spcFirstLastPara="1" wrap="square" lIns="438900" tIns="91425" rIns="91425" bIns="91425" anchor="ctr" anchorCtr="0">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a:endParaRPr/>
          </a:p>
        </p:txBody>
      </p:sp>
      <p:sp>
        <p:nvSpPr>
          <p:cNvPr id="2015" name="Google Shape;2015;p147"/>
          <p:cNvSpPr txBox="1">
            <a:spLocks noGrp="1"/>
          </p:cNvSpPr>
          <p:nvPr>
            <p:ph type="title"/>
          </p:nvPr>
        </p:nvSpPr>
        <p:spPr>
          <a:xfrm>
            <a:off x="885051" y="871751"/>
            <a:ext cx="10422000" cy="553200"/>
          </a:xfrm>
          <a:prstGeom prst="rect">
            <a:avLst/>
          </a:prstGeom>
        </p:spPr>
        <p:txBody>
          <a:bodyPr spcFirstLastPara="1" wrap="square" lIns="0" tIns="0" rIns="0" bIns="0" anchor="t" anchorCtr="0">
            <a:noAutofit/>
          </a:bodyPr>
          <a:lstStyle>
            <a:lvl1pPr lvl="0" algn="ctr" rtl="0">
              <a:lnSpc>
                <a:spcPct val="130000"/>
              </a:lnSpc>
              <a:spcBef>
                <a:spcPts val="0"/>
              </a:spcBef>
              <a:spcAft>
                <a:spcPts val="0"/>
              </a:spcAft>
              <a:buNone/>
              <a:defRPr sz="2600"/>
            </a:lvl1pPr>
            <a:lvl2pPr lvl="1" algn="ctr" rtl="0">
              <a:lnSpc>
                <a:spcPct val="130000"/>
              </a:lnSpc>
              <a:spcBef>
                <a:spcPts val="0"/>
              </a:spcBef>
              <a:spcAft>
                <a:spcPts val="0"/>
              </a:spcAft>
              <a:buNone/>
              <a:defRPr sz="2600"/>
            </a:lvl2pPr>
            <a:lvl3pPr lvl="2" algn="ctr" rtl="0">
              <a:lnSpc>
                <a:spcPct val="130000"/>
              </a:lnSpc>
              <a:spcBef>
                <a:spcPts val="0"/>
              </a:spcBef>
              <a:spcAft>
                <a:spcPts val="0"/>
              </a:spcAft>
              <a:buNone/>
              <a:defRPr sz="2600"/>
            </a:lvl3pPr>
            <a:lvl4pPr lvl="3" algn="ctr" rtl="0">
              <a:lnSpc>
                <a:spcPct val="130000"/>
              </a:lnSpc>
              <a:spcBef>
                <a:spcPts val="0"/>
              </a:spcBef>
              <a:spcAft>
                <a:spcPts val="0"/>
              </a:spcAft>
              <a:buNone/>
              <a:defRPr sz="2600"/>
            </a:lvl4pPr>
            <a:lvl5pPr lvl="4" algn="ctr" rtl="0">
              <a:lnSpc>
                <a:spcPct val="130000"/>
              </a:lnSpc>
              <a:spcBef>
                <a:spcPts val="0"/>
              </a:spcBef>
              <a:spcAft>
                <a:spcPts val="0"/>
              </a:spcAft>
              <a:buNone/>
              <a:defRPr sz="2600"/>
            </a:lvl5pPr>
            <a:lvl6pPr lvl="5" algn="ctr" rtl="0">
              <a:lnSpc>
                <a:spcPct val="130000"/>
              </a:lnSpc>
              <a:spcBef>
                <a:spcPts val="0"/>
              </a:spcBef>
              <a:spcAft>
                <a:spcPts val="0"/>
              </a:spcAft>
              <a:buNone/>
              <a:defRPr sz="2600"/>
            </a:lvl6pPr>
            <a:lvl7pPr lvl="6" algn="ctr" rtl="0">
              <a:lnSpc>
                <a:spcPct val="130000"/>
              </a:lnSpc>
              <a:spcBef>
                <a:spcPts val="0"/>
              </a:spcBef>
              <a:spcAft>
                <a:spcPts val="0"/>
              </a:spcAft>
              <a:buNone/>
              <a:defRPr sz="2600"/>
            </a:lvl7pPr>
            <a:lvl8pPr lvl="7" algn="ctr" rtl="0">
              <a:lnSpc>
                <a:spcPct val="130000"/>
              </a:lnSpc>
              <a:spcBef>
                <a:spcPts val="0"/>
              </a:spcBef>
              <a:spcAft>
                <a:spcPts val="0"/>
              </a:spcAft>
              <a:buNone/>
              <a:defRPr sz="2600"/>
            </a:lvl8pPr>
            <a:lvl9pPr lvl="8" algn="ctr" rtl="0">
              <a:lnSpc>
                <a:spcPct val="130000"/>
              </a:lnSpc>
              <a:spcBef>
                <a:spcPts val="0"/>
              </a:spcBef>
              <a:spcAft>
                <a:spcPts val="0"/>
              </a:spcAft>
              <a:buNone/>
              <a:defRPr sz="2600"/>
            </a:lvl9pPr>
          </a:lstStyle>
          <a:p>
            <a:endParaRPr/>
          </a:p>
        </p:txBody>
      </p:sp>
      <p:sp>
        <p:nvSpPr>
          <p:cNvPr id="2018" name="Google Shape;2018;p147"/>
          <p:cNvSpPr txBox="1">
            <a:spLocks noGrp="1"/>
          </p:cNvSpPr>
          <p:nvPr>
            <p:ph type="sldNum" idx="12"/>
          </p:nvPr>
        </p:nvSpPr>
        <p:spPr>
          <a:xfrm>
            <a:off x="81975" y="6169557"/>
            <a:ext cx="731700" cy="143700"/>
          </a:xfrm>
          <a:prstGeom prst="rect">
            <a:avLst/>
          </a:prstGeom>
          <a:noFill/>
          <a:ln>
            <a:noFill/>
          </a:ln>
        </p:spPr>
        <p:txBody>
          <a:bodyPr spcFirstLastPara="1" wrap="square" lIns="0" tIns="0" rIns="0" bIns="0" anchor="b" anchorCtr="0">
            <a:noAutofit/>
          </a:bodyPr>
          <a:lstStyle>
            <a:lvl1pPr lvl="0" algn="ctr" rtl="0">
              <a:buNone/>
              <a:defRPr sz="800">
                <a:latin typeface="Red Hat Text Medium"/>
                <a:ea typeface="Red Hat Text Medium"/>
                <a:cs typeface="Red Hat Text Medium"/>
                <a:sym typeface="Red Hat Text Medium"/>
              </a:defRPr>
            </a:lvl1pPr>
            <a:lvl2pPr lvl="1" algn="ctr" rtl="0">
              <a:buNone/>
              <a:defRPr sz="800">
                <a:latin typeface="Red Hat Text Medium"/>
                <a:ea typeface="Red Hat Text Medium"/>
                <a:cs typeface="Red Hat Text Medium"/>
                <a:sym typeface="Red Hat Text Medium"/>
              </a:defRPr>
            </a:lvl2pPr>
            <a:lvl3pPr lvl="2" algn="ctr" rtl="0">
              <a:buNone/>
              <a:defRPr sz="800">
                <a:latin typeface="Red Hat Text Medium"/>
                <a:ea typeface="Red Hat Text Medium"/>
                <a:cs typeface="Red Hat Text Medium"/>
                <a:sym typeface="Red Hat Text Medium"/>
              </a:defRPr>
            </a:lvl3pPr>
            <a:lvl4pPr lvl="3" algn="ctr" rtl="0">
              <a:buNone/>
              <a:defRPr sz="800">
                <a:latin typeface="Red Hat Text Medium"/>
                <a:ea typeface="Red Hat Text Medium"/>
                <a:cs typeface="Red Hat Text Medium"/>
                <a:sym typeface="Red Hat Text Medium"/>
              </a:defRPr>
            </a:lvl4pPr>
            <a:lvl5pPr lvl="4" algn="ctr" rtl="0">
              <a:buNone/>
              <a:defRPr sz="800">
                <a:latin typeface="Red Hat Text Medium"/>
                <a:ea typeface="Red Hat Text Medium"/>
                <a:cs typeface="Red Hat Text Medium"/>
                <a:sym typeface="Red Hat Text Medium"/>
              </a:defRPr>
            </a:lvl5pPr>
            <a:lvl6pPr lvl="5" algn="ctr" rtl="0">
              <a:buNone/>
              <a:defRPr sz="800">
                <a:latin typeface="Red Hat Text Medium"/>
                <a:ea typeface="Red Hat Text Medium"/>
                <a:cs typeface="Red Hat Text Medium"/>
                <a:sym typeface="Red Hat Text Medium"/>
              </a:defRPr>
            </a:lvl6pPr>
            <a:lvl7pPr lvl="6" algn="ctr" rtl="0">
              <a:buNone/>
              <a:defRPr sz="800">
                <a:latin typeface="Red Hat Text Medium"/>
                <a:ea typeface="Red Hat Text Medium"/>
                <a:cs typeface="Red Hat Text Medium"/>
                <a:sym typeface="Red Hat Text Medium"/>
              </a:defRPr>
            </a:lvl7pPr>
            <a:lvl8pPr lvl="7" algn="ctr" rtl="0">
              <a:buNone/>
              <a:defRPr sz="800">
                <a:latin typeface="Red Hat Text Medium"/>
                <a:ea typeface="Red Hat Text Medium"/>
                <a:cs typeface="Red Hat Text Medium"/>
                <a:sym typeface="Red Hat Text Medium"/>
              </a:defRPr>
            </a:lvl8pPr>
            <a:lvl9pPr lvl="8" algn="ctr" rtl="0">
              <a:buNone/>
              <a:defRPr sz="800">
                <a:latin typeface="Red Hat Text Medium"/>
                <a:ea typeface="Red Hat Text Medium"/>
                <a:cs typeface="Red Hat Text Medium"/>
                <a:sym typeface="Red Hat Text Medium"/>
              </a:defRPr>
            </a:lvl9pPr>
          </a:lstStyle>
          <a:p>
            <a:fld id="{00000000-1234-1234-1234-123412341234}" type="slidenum">
              <a:rPr lang="en" smtClean="0"/>
              <a:pPr/>
              <a:t>‹#›</a:t>
            </a:fld>
            <a:endParaRPr lang="en"/>
          </a:p>
        </p:txBody>
      </p:sp>
      <p:sp>
        <p:nvSpPr>
          <p:cNvPr id="2020" name="Google Shape;2020;p147"/>
          <p:cNvSpPr txBox="1">
            <a:spLocks noGrp="1"/>
          </p:cNvSpPr>
          <p:nvPr>
            <p:ph type="subTitle" idx="2"/>
          </p:nvPr>
        </p:nvSpPr>
        <p:spPr>
          <a:xfrm>
            <a:off x="885051" y="6169551"/>
            <a:ext cx="8002500" cy="559800"/>
          </a:xfrm>
          <a:prstGeom prst="rect">
            <a:avLst/>
          </a:prstGeom>
        </p:spPr>
        <p:txBody>
          <a:bodyPr spcFirstLastPara="1" wrap="square" lIns="0" tIns="0" rIns="0" bIns="0" anchor="b" anchorCtr="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a:endParaRPr/>
          </a:p>
        </p:txBody>
      </p:sp>
      <p:sp>
        <p:nvSpPr>
          <p:cNvPr id="2021" name="Google Shape;2021;p147"/>
          <p:cNvSpPr txBox="1">
            <a:spLocks noGrp="1"/>
          </p:cNvSpPr>
          <p:nvPr>
            <p:ph type="body" idx="3"/>
          </p:nvPr>
        </p:nvSpPr>
        <p:spPr>
          <a:xfrm>
            <a:off x="2438400" y="1828800"/>
            <a:ext cx="7315200" cy="4114800"/>
          </a:xfrm>
          <a:prstGeom prst="rect">
            <a:avLst/>
          </a:prstGeom>
        </p:spPr>
        <p:txBody>
          <a:bodyPr spcFirstLastPara="1" wrap="square" lIns="0" tIns="0" rIns="0" bIns="0" anchor="t" anchorCtr="0">
            <a:noAutofit/>
          </a:bodyPr>
          <a:lstStyle>
            <a:lvl1pPr marL="457189" lvl="0" indent="-317492" rtl="0">
              <a:lnSpc>
                <a:spcPct val="140000"/>
              </a:lnSpc>
              <a:spcBef>
                <a:spcPts val="1000"/>
              </a:spcBef>
              <a:spcAft>
                <a:spcPts val="0"/>
              </a:spcAft>
              <a:buSzPts val="1400"/>
              <a:buChar char="▸"/>
              <a:defRPr sz="1400"/>
            </a:lvl1pPr>
            <a:lvl2pPr marL="914377" lvl="1" indent="-304792" rtl="0">
              <a:lnSpc>
                <a:spcPct val="140000"/>
              </a:lnSpc>
              <a:spcBef>
                <a:spcPts val="1000"/>
              </a:spcBef>
              <a:spcAft>
                <a:spcPts val="0"/>
              </a:spcAft>
              <a:buSzPts val="1200"/>
              <a:buChar char="･"/>
              <a:defRPr sz="1200"/>
            </a:lvl2pPr>
            <a:lvl3pPr marL="1371566" lvl="2" indent="-304792" rtl="0">
              <a:lnSpc>
                <a:spcPct val="140000"/>
              </a:lnSpc>
              <a:spcBef>
                <a:spcPts val="1000"/>
              </a:spcBef>
              <a:spcAft>
                <a:spcPts val="0"/>
              </a:spcAft>
              <a:buSzPts val="1200"/>
              <a:buChar char="･"/>
              <a:defRPr sz="1200"/>
            </a:lvl3pPr>
            <a:lvl4pPr marL="1828754" lvl="3" indent="-304792" rtl="0">
              <a:lnSpc>
                <a:spcPct val="140000"/>
              </a:lnSpc>
              <a:spcBef>
                <a:spcPts val="1000"/>
              </a:spcBef>
              <a:spcAft>
                <a:spcPts val="0"/>
              </a:spcAft>
              <a:buSzPts val="1200"/>
              <a:buChar char="･"/>
              <a:defRPr sz="1200"/>
            </a:lvl4pPr>
            <a:lvl5pPr marL="2285943" lvl="4" indent="-304792" rtl="0">
              <a:lnSpc>
                <a:spcPct val="140000"/>
              </a:lnSpc>
              <a:spcBef>
                <a:spcPts val="1000"/>
              </a:spcBef>
              <a:spcAft>
                <a:spcPts val="0"/>
              </a:spcAft>
              <a:buSzPts val="1200"/>
              <a:buChar char="･"/>
              <a:defRPr sz="1200"/>
            </a:lvl5pPr>
            <a:lvl6pPr marL="2743131" lvl="5" indent="-304792" rtl="0">
              <a:lnSpc>
                <a:spcPct val="140000"/>
              </a:lnSpc>
              <a:spcBef>
                <a:spcPts val="1000"/>
              </a:spcBef>
              <a:spcAft>
                <a:spcPts val="0"/>
              </a:spcAft>
              <a:buSzPts val="1200"/>
              <a:buChar char="･"/>
              <a:defRPr sz="1200"/>
            </a:lvl6pPr>
            <a:lvl7pPr marL="3200320" lvl="6" indent="-304792" rtl="0">
              <a:lnSpc>
                <a:spcPct val="140000"/>
              </a:lnSpc>
              <a:spcBef>
                <a:spcPts val="1000"/>
              </a:spcBef>
              <a:spcAft>
                <a:spcPts val="0"/>
              </a:spcAft>
              <a:buSzPts val="1200"/>
              <a:buChar char="･"/>
              <a:defRPr sz="1200"/>
            </a:lvl7pPr>
            <a:lvl8pPr marL="3657509" lvl="7" indent="-304792" rtl="0">
              <a:lnSpc>
                <a:spcPct val="140000"/>
              </a:lnSpc>
              <a:spcBef>
                <a:spcPts val="1000"/>
              </a:spcBef>
              <a:spcAft>
                <a:spcPts val="0"/>
              </a:spcAft>
              <a:buSzPts val="1200"/>
              <a:buChar char="･"/>
              <a:defRPr sz="1200"/>
            </a:lvl8pPr>
            <a:lvl9pPr marL="4114697" lvl="8" indent="-304792" rtl="0">
              <a:lnSpc>
                <a:spcPct val="140000"/>
              </a:lnSpc>
              <a:spcBef>
                <a:spcPts val="1000"/>
              </a:spcBef>
              <a:spcAft>
                <a:spcPts val="1000"/>
              </a:spcAft>
              <a:buSzPts val="1200"/>
              <a:buChar char="･"/>
              <a:defRPr sz="1200"/>
            </a:lvl9pPr>
          </a:lstStyle>
          <a:p>
            <a:endParaRPr/>
          </a:p>
        </p:txBody>
      </p:sp>
    </p:spTree>
    <p:extLst>
      <p:ext uri="{BB962C8B-B14F-4D97-AF65-F5344CB8AC3E}">
        <p14:creationId xmlns:p14="http://schemas.microsoft.com/office/powerpoint/2010/main" val="303485556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69213" y="191937"/>
            <a:ext cx="5524575" cy="1429544"/>
          </a:xfrm>
        </p:spPr>
        <p:txBody>
          <a:bodyPr rIns="457200"/>
          <a:lstStyle>
            <a:lvl1pPr>
              <a:lnSpc>
                <a:spcPct val="100000"/>
              </a:lnSpc>
              <a:defRPr sz="3200">
                <a:solidFill>
                  <a:schemeClr val="tx2"/>
                </a:solidFill>
              </a:defRPr>
            </a:lvl1pPr>
          </a:lstStyle>
          <a:p>
            <a:r>
              <a:rPr lang="en-US" dirty="0"/>
              <a:t>Click to edit Master title style</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7910" y="6469419"/>
            <a:ext cx="136791"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p>
            <a:r>
              <a:rPr lang="en-US" dirty="0"/>
              <a:t>IBM </a:t>
            </a:r>
            <a:r>
              <a:rPr lang="en-US" b="1" dirty="0" err="1"/>
              <a:t>TechXchange</a:t>
            </a:r>
            <a:r>
              <a:rPr lang="en-US" dirty="0"/>
              <a:t> / © 2023 IBM Corporation</a:t>
            </a:r>
          </a:p>
        </p:txBody>
      </p:sp>
    </p:spTree>
    <p:extLst>
      <p:ext uri="{BB962C8B-B14F-4D97-AF65-F5344CB8AC3E}">
        <p14:creationId xmlns:p14="http://schemas.microsoft.com/office/powerpoint/2010/main" val="285554760"/>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2" y="213242"/>
            <a:ext cx="2474591" cy="953295"/>
          </a:xfrm>
        </p:spPr>
        <p:txBody>
          <a:bodyPr/>
          <a:lstStyle>
            <a:lvl1pPr>
              <a:lnSpc>
                <a:spcPct val="90000"/>
              </a:lnSpc>
              <a:defRPr sz="6499">
                <a:solidFill>
                  <a:schemeClr val="accent1"/>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8"/>
            <a:ext cx="2474591" cy="951707"/>
          </a:xfrm>
        </p:spPr>
        <p:txBody>
          <a:bodyPr/>
          <a:lstStyle>
            <a:lvl1pPr>
              <a:lnSpc>
                <a:spcPct val="90000"/>
              </a:lnSpc>
              <a:defRPr sz="6499">
                <a:solidFill>
                  <a:schemeClr val="accent1"/>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3229"/>
            <a:ext cx="2475384" cy="953956"/>
          </a:xfrm>
        </p:spPr>
        <p:txBody>
          <a:bodyPr/>
          <a:lstStyle>
            <a:lvl1pPr>
              <a:lnSpc>
                <a:spcPct val="90000"/>
              </a:lnSpc>
              <a:defRPr sz="6499">
                <a:solidFill>
                  <a:schemeClr val="accent1"/>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300" y="284956"/>
            <a:ext cx="2474591"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8D705BEB-F3AA-BF3A-70A5-738D5EE71F07}"/>
              </a:ext>
            </a:extLst>
          </p:cNvPr>
          <p:cNvSpPr>
            <a:spLocks noGrp="1"/>
          </p:cNvSpPr>
          <p:nvPr>
            <p:ph type="sldNum" sz="quarter" idx="10"/>
          </p:nvPr>
        </p:nvSpPr>
        <p:spPr>
          <a:xfrm>
            <a:off x="11770049" y="6450370"/>
            <a:ext cx="134652" cy="123111"/>
          </a:xfrm>
          <a:prstGeom prst="rect">
            <a:avLst/>
          </a:prstGeom>
        </p:spPr>
        <p:txBody>
          <a:bodyPr/>
          <a:lstStyle/>
          <a:p>
            <a:fld id="{86CB4B4D-7CA3-9044-876B-883B54F8677D}" type="slidenum">
              <a:rPr lang="en-US" smtClean="0"/>
              <a:t>‹#›</a:t>
            </a:fld>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00751"/>
            <a:ext cx="2475384" cy="571500"/>
          </a:xfrm>
        </p:spPr>
        <p:txBody>
          <a:bodyPr anchor="b"/>
          <a:lstStyle>
            <a:lvl1pPr>
              <a:lnSpc>
                <a:spcPct val="120000"/>
              </a:lnSpc>
              <a:spcBef>
                <a:spcPts val="0"/>
              </a:spcBef>
              <a:defRPr sz="800" b="0" i="0">
                <a:solidFill>
                  <a:schemeClr val="tx1"/>
                </a:solidFill>
                <a:latin typeface="IBM Plex Sans" panose="020B0503050203000203" pitchFamily="34" charset="0"/>
              </a:defRPr>
            </a:lvl1pPr>
            <a:lvl2pPr marL="73136" indent="-73136">
              <a:lnSpc>
                <a:spcPct val="120000"/>
              </a:lnSpc>
              <a:spcBef>
                <a:spcPts val="0"/>
              </a:spcBef>
              <a:defRPr sz="800" b="0" i="0">
                <a:solidFill>
                  <a:schemeClr val="tx1"/>
                </a:solidFill>
                <a:latin typeface="IBM Plex Sans" panose="020B0503050203000203" pitchFamily="34" charset="0"/>
              </a:defRPr>
            </a:lvl2pPr>
            <a:lvl3pPr marL="146271" indent="-73136">
              <a:lnSpc>
                <a:spcPct val="120000"/>
              </a:lnSpc>
              <a:spcBef>
                <a:spcPts val="0"/>
              </a:spcBef>
              <a:defRPr sz="800" b="0" i="0">
                <a:solidFill>
                  <a:schemeClr val="tx1"/>
                </a:solidFill>
                <a:latin typeface="IBM Plex Sans" panose="020B0503050203000203" pitchFamily="34" charset="0"/>
              </a:defRPr>
            </a:lvl3pPr>
            <a:lvl4pPr marL="219407" indent="-73136">
              <a:lnSpc>
                <a:spcPct val="120000"/>
              </a:lnSpc>
              <a:spcBef>
                <a:spcPts val="0"/>
              </a:spcBef>
              <a:defRPr sz="800" b="0" i="0">
                <a:solidFill>
                  <a:schemeClr val="tx1"/>
                </a:solidFill>
                <a:latin typeface="IBM Plex Sans" panose="020B05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5"/>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9" y="1167329"/>
            <a:ext cx="2476179"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48033" y="1166535"/>
            <a:ext cx="2476179"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AAEFAA-EB42-1E87-74E6-FE0BC9198F83}"/>
              </a:ext>
            </a:extLst>
          </p:cNvPr>
          <p:cNvSpPr>
            <a:spLocks noGrp="1"/>
          </p:cNvSpPr>
          <p:nvPr>
            <p:ph type="ftr" sz="quarter" idx="18"/>
          </p:nvPr>
        </p:nvSpPr>
        <p:spPr/>
        <p:txBody>
          <a:bodyPr/>
          <a:lstStyle>
            <a:lvl1pPr>
              <a:defRPr>
                <a:solidFill>
                  <a:schemeClr val="tx1"/>
                </a:solidFill>
              </a:defRPr>
            </a:lvl1pPr>
          </a:lstStyle>
          <a:p>
            <a:r>
              <a:rPr lang="en-US"/>
              <a:t>SKO1 / Copyright © 2024 IBM</a:t>
            </a:r>
            <a:endParaRPr lang="en-US" dirty="0"/>
          </a:p>
        </p:txBody>
      </p:sp>
    </p:spTree>
    <p:extLst>
      <p:ext uri="{BB962C8B-B14F-4D97-AF65-F5344CB8AC3E}">
        <p14:creationId xmlns:p14="http://schemas.microsoft.com/office/powerpoint/2010/main" val="3835384990"/>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Video or imagery, half,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192600"/>
            <a:ext cx="2474591" cy="762795"/>
          </a:xfrm>
        </p:spPr>
        <p:txBody>
          <a:bodyPr/>
          <a:lstStyle>
            <a:lvl1pPr>
              <a:lnSpc>
                <a:spcPct val="100000"/>
              </a:lnSpc>
              <a:defRPr sz="3200" b="0" i="0">
                <a:solidFill>
                  <a:schemeClr val="tx2"/>
                </a:solidFill>
                <a:latin typeface="IBM Plex Sans Light"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lvl1pPr>
              <a:defRPr b="0" i="0">
                <a:latin typeface="IBM Plex Sans Light" panose="020B0403050203000203" pitchFamily="34" charset="0"/>
              </a:defRPr>
            </a:lvl1pPr>
          </a:lstStyle>
          <a:p>
            <a:endParaRPr lang="en-US" dirty="0"/>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380919" y="284958"/>
            <a:ext cx="5523781" cy="6287293"/>
          </a:xfrm>
          <a:prstGeom prst="rect">
            <a:avLst/>
          </a:prstGeom>
          <a:solidFill>
            <a:srgbClr val="E0E0E0"/>
          </a:solidFill>
        </p:spPr>
        <p:txBody>
          <a:bodyPr anchor="ctr"/>
          <a:lstStyle>
            <a:lvl1pPr algn="ctr">
              <a:defRPr b="0" i="0">
                <a:solidFill>
                  <a:schemeClr val="accent5"/>
                </a:solidFill>
                <a:latin typeface="IBM Plex Sans Light" panose="020B0403050203000203" pitchFamily="34" charset="0"/>
              </a:defRPr>
            </a:lvl1pPr>
          </a:lstStyle>
          <a:p>
            <a:r>
              <a:rPr lang="en-US" dirty="0"/>
              <a:t>Place imagery here</a:t>
            </a:r>
          </a:p>
        </p:txBody>
      </p:sp>
      <p:sp>
        <p:nvSpPr>
          <p:cNvPr id="6" name="Text Placeholder 6">
            <a:extLst>
              <a:ext uri="{FF2B5EF4-FFF2-40B4-BE49-F238E27FC236}">
                <a16:creationId xmlns:a16="http://schemas.microsoft.com/office/drawing/2014/main" id="{F97050FE-79BA-7876-7C87-1EBC54ABDE3B}"/>
              </a:ext>
            </a:extLst>
          </p:cNvPr>
          <p:cNvSpPr>
            <a:spLocks noGrp="1"/>
          </p:cNvSpPr>
          <p:nvPr>
            <p:ph type="body" sz="quarter" idx="21"/>
          </p:nvPr>
        </p:nvSpPr>
        <p:spPr>
          <a:xfrm>
            <a:off x="275970" y="1714500"/>
            <a:ext cx="2485921" cy="4286251"/>
          </a:xfrm>
          <a:prstGeom prst="rect">
            <a:avLst/>
          </a:prstGeom>
        </p:spPr>
        <p:txBody>
          <a:bodyPr/>
          <a:lstStyle>
            <a:lvl1pPr defTabSz="580629">
              <a:lnSpc>
                <a:spcPct val="100000"/>
              </a:lnSpc>
              <a:spcBef>
                <a:spcPts val="0"/>
              </a:spcBef>
              <a:defRPr sz="1800" b="0" i="0">
                <a:solidFill>
                  <a:schemeClr val="tx1"/>
                </a:solidFill>
                <a:latin typeface="IBM Plex Sans Light" panose="020B0403050203000203" pitchFamily="34" charset="0"/>
              </a:defRPr>
            </a:lvl1pPr>
            <a:lvl2pPr marL="163796" indent="-163796" defTabSz="580629">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92" indent="-163796" defTabSz="580629">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88" indent="-163796" defTabSz="580629">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629">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0F1D7D74-3344-9F6B-7157-4A7E1AB48342}"/>
              </a:ext>
            </a:extLst>
          </p:cNvPr>
          <p:cNvSpPr>
            <a:spLocks noGrp="1"/>
          </p:cNvSpPr>
          <p:nvPr>
            <p:ph type="body" sz="quarter" idx="22"/>
          </p:nvPr>
        </p:nvSpPr>
        <p:spPr>
          <a:xfrm>
            <a:off x="3334110" y="1714500"/>
            <a:ext cx="2485921" cy="4286251"/>
          </a:xfrm>
          <a:prstGeom prst="rect">
            <a:avLst/>
          </a:prstGeom>
        </p:spPr>
        <p:txBody>
          <a:bodyPr/>
          <a:lstStyle>
            <a:lvl1pPr defTabSz="580629">
              <a:lnSpc>
                <a:spcPct val="100000"/>
              </a:lnSpc>
              <a:spcBef>
                <a:spcPts val="0"/>
              </a:spcBef>
              <a:defRPr sz="1800" b="0" i="0">
                <a:solidFill>
                  <a:schemeClr val="tx1"/>
                </a:solidFill>
                <a:latin typeface="IBM Plex Sans Light" panose="020B0403050203000203" pitchFamily="34" charset="0"/>
              </a:defRPr>
            </a:lvl1pPr>
            <a:lvl2pPr marL="163796" indent="-163796" defTabSz="580629">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2pPr>
            <a:lvl3pPr marL="329392" indent="-163796" defTabSz="580629">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3pPr>
            <a:lvl4pPr marL="493188" indent="-163796" defTabSz="580629">
              <a:lnSpc>
                <a:spcPct val="100000"/>
              </a:lnSpc>
              <a:spcBef>
                <a:spcPts val="0"/>
              </a:spcBef>
              <a:buFont typeface="Arial" panose="020B0604020202020204" pitchFamily="34" charset="0"/>
              <a:buChar char="•"/>
              <a:defRPr sz="1800" b="0" i="0">
                <a:solidFill>
                  <a:schemeClr val="tx1"/>
                </a:solidFill>
                <a:latin typeface="IBM Plex Sans Light" panose="020B0403050203000203" pitchFamily="34" charset="0"/>
              </a:defRPr>
            </a:lvl4pPr>
            <a:lvl5pPr defTabSz="580629">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58211308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300" y="284957"/>
            <a:ext cx="2474591" cy="2286793"/>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6447" y="6448424"/>
            <a:ext cx="128253" cy="127000"/>
          </a:xfrm>
          <a:prstGeom prst="rect">
            <a:avLst/>
          </a:prstGeom>
        </p:spPr>
        <p:txBody>
          <a:bodyPr/>
          <a:lstStyle/>
          <a:p>
            <a:fld id="{86CB4B4D-7CA3-9044-876B-883B54F8677D}" type="slidenum">
              <a:rPr lang="en-US" smtClean="0"/>
              <a:t>‹#›</a:t>
            </a:fld>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3333316" y="284958"/>
            <a:ext cx="8571384" cy="5715793"/>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877264720"/>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300" y="284956"/>
            <a:ext cx="2474591" cy="762795"/>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0049" y="6450370"/>
            <a:ext cx="134652" cy="123111"/>
          </a:xfrm>
          <a:prstGeom prst="rect">
            <a:avLst/>
          </a:prstGeom>
        </p:spPr>
        <p:txBody>
          <a:bodyPr/>
          <a:lstStyle/>
          <a:p>
            <a:fld id="{86CB4B4D-7CA3-9044-876B-883B54F8677D}" type="slidenum">
              <a:rPr lang="en-US" smtClean="0"/>
              <a:t>‹#›</a:t>
            </a:fld>
            <a:endParaRPr lang="en-US" dirty="0"/>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284127" y="3060700"/>
            <a:ext cx="1236501" cy="1238251"/>
          </a:xfrm>
          <a:solidFill>
            <a:srgbClr val="E0E0E0"/>
          </a:solidFill>
        </p:spPr>
        <p:txBody>
          <a:bodyPr anchor="ctr"/>
          <a:lstStyle>
            <a:lvl1pPr marL="0" marR="0" indent="0" algn="ctr" defTabSz="121892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2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1714278" y="3060700"/>
            <a:ext cx="2853953" cy="1238251"/>
          </a:xfrm>
        </p:spPr>
        <p:txBody>
          <a:bodyPr/>
          <a:lstStyle>
            <a:lvl1pPr>
              <a:lnSpc>
                <a:spcPct val="110000"/>
              </a:lnSpc>
              <a:spcBef>
                <a:spcPts val="0"/>
              </a:spcBef>
              <a:defRPr sz="1400">
                <a:solidFill>
                  <a:schemeClr val="tx1"/>
                </a:solidFill>
              </a:defRPr>
            </a:lvl1pPr>
            <a:lvl2pPr marL="127987" indent="-127987">
              <a:lnSpc>
                <a:spcPct val="110000"/>
              </a:lnSpc>
              <a:spcBef>
                <a:spcPts val="0"/>
              </a:spcBef>
              <a:defRPr sz="1400">
                <a:solidFill>
                  <a:schemeClr val="tx1"/>
                </a:solidFill>
              </a:defRPr>
            </a:lvl2pPr>
            <a:lvl3pPr marL="255975" indent="-127987">
              <a:lnSpc>
                <a:spcPct val="110000"/>
              </a:lnSpc>
              <a:spcBef>
                <a:spcPts val="0"/>
              </a:spcBef>
              <a:defRPr sz="1400">
                <a:solidFill>
                  <a:schemeClr val="tx1"/>
                </a:solidFill>
              </a:defRPr>
            </a:lvl3pPr>
            <a:lvl4pPr marL="383961" indent="-12798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284127" y="4762500"/>
            <a:ext cx="1236501" cy="1238251"/>
          </a:xfrm>
          <a:solidFill>
            <a:srgbClr val="E0E0E0"/>
          </a:solidFill>
        </p:spPr>
        <p:txBody>
          <a:bodyPr anchor="ctr"/>
          <a:lstStyle>
            <a:lvl1pPr marL="0" marR="0" indent="0" algn="ctr" defTabSz="121892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2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1714278" y="4762501"/>
            <a:ext cx="2853953" cy="1238251"/>
          </a:xfrm>
        </p:spPr>
        <p:txBody>
          <a:bodyPr/>
          <a:lstStyle>
            <a:lvl1pPr>
              <a:lnSpc>
                <a:spcPct val="110000"/>
              </a:lnSpc>
              <a:spcBef>
                <a:spcPts val="0"/>
              </a:spcBef>
              <a:defRPr sz="1400">
                <a:solidFill>
                  <a:schemeClr val="tx1"/>
                </a:solidFill>
              </a:defRPr>
            </a:lvl1pPr>
            <a:lvl2pPr marL="127987" indent="-127987">
              <a:lnSpc>
                <a:spcPct val="110000"/>
              </a:lnSpc>
              <a:spcBef>
                <a:spcPts val="0"/>
              </a:spcBef>
              <a:defRPr sz="1400">
                <a:solidFill>
                  <a:schemeClr val="tx1"/>
                </a:solidFill>
              </a:defRPr>
            </a:lvl2pPr>
            <a:lvl3pPr marL="255975" indent="-127987">
              <a:lnSpc>
                <a:spcPct val="110000"/>
              </a:lnSpc>
              <a:spcBef>
                <a:spcPts val="0"/>
              </a:spcBef>
              <a:defRPr sz="1400">
                <a:solidFill>
                  <a:schemeClr val="tx1"/>
                </a:solidFill>
              </a:defRPr>
            </a:lvl3pPr>
            <a:lvl4pPr marL="383961" indent="-12798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SKO1 / Copyright © 2024 IBM</a:t>
            </a:r>
            <a:endParaRPr lang="en-US" dirty="0"/>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284127" y="1333500"/>
            <a:ext cx="1236501" cy="1238251"/>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1714278" y="1333500"/>
            <a:ext cx="2853953" cy="1238251"/>
          </a:xfrm>
        </p:spPr>
        <p:txBody>
          <a:bodyPr/>
          <a:lstStyle>
            <a:lvl1pPr>
              <a:lnSpc>
                <a:spcPct val="110000"/>
              </a:lnSpc>
              <a:spcBef>
                <a:spcPts val="0"/>
              </a:spcBef>
              <a:defRPr sz="1400">
                <a:solidFill>
                  <a:schemeClr val="tx1"/>
                </a:solidFill>
              </a:defRPr>
            </a:lvl1pPr>
            <a:lvl2pPr marL="127987" indent="-127987">
              <a:lnSpc>
                <a:spcPct val="110000"/>
              </a:lnSpc>
              <a:spcBef>
                <a:spcPts val="0"/>
              </a:spcBef>
              <a:defRPr sz="1400">
                <a:solidFill>
                  <a:schemeClr val="tx1"/>
                </a:solidFill>
              </a:defRPr>
            </a:lvl2pPr>
            <a:lvl3pPr marL="255975" indent="-127987">
              <a:lnSpc>
                <a:spcPct val="110000"/>
              </a:lnSpc>
              <a:spcBef>
                <a:spcPts val="0"/>
              </a:spcBef>
              <a:defRPr sz="1400">
                <a:solidFill>
                  <a:schemeClr val="tx1"/>
                </a:solidFill>
              </a:defRPr>
            </a:lvl3pPr>
            <a:lvl4pPr marL="383961" indent="-12798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6377745" y="3060700"/>
            <a:ext cx="1236501" cy="1238251"/>
          </a:xfrm>
          <a:solidFill>
            <a:srgbClr val="E0E0E0"/>
          </a:solidFill>
        </p:spPr>
        <p:txBody>
          <a:bodyPr anchor="ctr"/>
          <a:lstStyle>
            <a:lvl1pPr marL="0" marR="0" indent="0" algn="ctr" defTabSz="121892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2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7807897" y="3060700"/>
            <a:ext cx="2853953" cy="1238251"/>
          </a:xfrm>
        </p:spPr>
        <p:txBody>
          <a:bodyPr/>
          <a:lstStyle>
            <a:lvl1pPr>
              <a:lnSpc>
                <a:spcPct val="110000"/>
              </a:lnSpc>
              <a:spcBef>
                <a:spcPts val="0"/>
              </a:spcBef>
              <a:defRPr sz="1400">
                <a:solidFill>
                  <a:schemeClr val="tx1"/>
                </a:solidFill>
              </a:defRPr>
            </a:lvl1pPr>
            <a:lvl2pPr marL="127987" indent="-127987">
              <a:lnSpc>
                <a:spcPct val="110000"/>
              </a:lnSpc>
              <a:spcBef>
                <a:spcPts val="0"/>
              </a:spcBef>
              <a:defRPr sz="1400">
                <a:solidFill>
                  <a:schemeClr val="tx1"/>
                </a:solidFill>
              </a:defRPr>
            </a:lvl2pPr>
            <a:lvl3pPr marL="255975" indent="-127987">
              <a:lnSpc>
                <a:spcPct val="110000"/>
              </a:lnSpc>
              <a:spcBef>
                <a:spcPts val="0"/>
              </a:spcBef>
              <a:defRPr sz="1400">
                <a:solidFill>
                  <a:schemeClr val="tx1"/>
                </a:solidFill>
              </a:defRPr>
            </a:lvl3pPr>
            <a:lvl4pPr marL="383961" indent="-12798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6377745" y="4762500"/>
            <a:ext cx="1236501" cy="1238251"/>
          </a:xfrm>
          <a:solidFill>
            <a:srgbClr val="E0E0E0"/>
          </a:solidFill>
        </p:spPr>
        <p:txBody>
          <a:bodyPr anchor="ctr"/>
          <a:lstStyle>
            <a:lvl1pPr marL="0" marR="0" indent="0" algn="ctr" defTabSz="121892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2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7807897" y="4762501"/>
            <a:ext cx="2853953" cy="1238251"/>
          </a:xfrm>
        </p:spPr>
        <p:txBody>
          <a:bodyPr/>
          <a:lstStyle>
            <a:lvl1pPr>
              <a:lnSpc>
                <a:spcPct val="110000"/>
              </a:lnSpc>
              <a:spcBef>
                <a:spcPts val="0"/>
              </a:spcBef>
              <a:defRPr sz="1400">
                <a:solidFill>
                  <a:schemeClr val="tx1"/>
                </a:solidFill>
              </a:defRPr>
            </a:lvl1pPr>
            <a:lvl2pPr marL="127987" indent="-127987">
              <a:lnSpc>
                <a:spcPct val="110000"/>
              </a:lnSpc>
              <a:spcBef>
                <a:spcPts val="0"/>
              </a:spcBef>
              <a:defRPr sz="1400">
                <a:solidFill>
                  <a:schemeClr val="tx1"/>
                </a:solidFill>
              </a:defRPr>
            </a:lvl2pPr>
            <a:lvl3pPr marL="255975" indent="-127987">
              <a:lnSpc>
                <a:spcPct val="110000"/>
              </a:lnSpc>
              <a:spcBef>
                <a:spcPts val="0"/>
              </a:spcBef>
              <a:defRPr sz="1400">
                <a:solidFill>
                  <a:schemeClr val="tx1"/>
                </a:solidFill>
              </a:defRPr>
            </a:lvl3pPr>
            <a:lvl4pPr marL="383961" indent="-12798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6377745" y="1333500"/>
            <a:ext cx="1236501" cy="1238251"/>
          </a:xfrm>
          <a:solidFill>
            <a:srgbClr val="E0E0E0"/>
          </a:solidFill>
        </p:spPr>
        <p:txBody>
          <a:bodyPr anchor="ctr"/>
          <a:lstStyle>
            <a:lvl1pPr marL="0" marR="0" indent="0" algn="ctr" defTabSz="1218926"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1218926"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7807897" y="1333500"/>
            <a:ext cx="2853953" cy="1238251"/>
          </a:xfrm>
        </p:spPr>
        <p:txBody>
          <a:bodyPr/>
          <a:lstStyle>
            <a:lvl1pPr>
              <a:lnSpc>
                <a:spcPct val="110000"/>
              </a:lnSpc>
              <a:spcBef>
                <a:spcPts val="0"/>
              </a:spcBef>
              <a:defRPr sz="1400">
                <a:solidFill>
                  <a:schemeClr val="tx1"/>
                </a:solidFill>
              </a:defRPr>
            </a:lvl1pPr>
            <a:lvl2pPr marL="127987" indent="-127987">
              <a:lnSpc>
                <a:spcPct val="110000"/>
              </a:lnSpc>
              <a:spcBef>
                <a:spcPts val="0"/>
              </a:spcBef>
              <a:defRPr sz="1400">
                <a:solidFill>
                  <a:schemeClr val="tx1"/>
                </a:solidFill>
              </a:defRPr>
            </a:lvl2pPr>
            <a:lvl3pPr marL="255975" indent="-127987">
              <a:lnSpc>
                <a:spcPct val="110000"/>
              </a:lnSpc>
              <a:spcBef>
                <a:spcPts val="0"/>
              </a:spcBef>
              <a:defRPr sz="1400">
                <a:solidFill>
                  <a:schemeClr val="tx1"/>
                </a:solidFill>
              </a:defRPr>
            </a:lvl3pPr>
            <a:lvl4pPr marL="383961" indent="-127987">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93363106"/>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11230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pic>
        <p:nvPicPr>
          <p:cNvPr id="6" name="Picture"/>
          <p:cNvPicPr>
            <a:picLocks noChangeAspect="1"/>
          </p:cNvPicPr>
          <p:nvPr userDrawn="1"/>
        </p:nvPicPr>
        <p:blipFill>
          <a:blip r:embed="rId2"/>
          <a:srcRect/>
          <a:stretch/>
        </p:blipFill>
        <p:spPr>
          <a:xfrm>
            <a:off x="11191753" y="6273672"/>
            <a:ext cx="695449" cy="277478"/>
          </a:xfrm>
          <a:prstGeom prst="rect">
            <a:avLst/>
          </a:prstGeom>
        </p:spPr>
      </p:pic>
      <p:sp>
        <p:nvSpPr>
          <p:cNvPr id="4" name="Footer Placeholder">
            <a:extLst>
              <a:ext uri="{FF2B5EF4-FFF2-40B4-BE49-F238E27FC236}">
                <a16:creationId xmlns:a16="http://schemas.microsoft.com/office/drawing/2014/main" id="{86D0F061-60C9-6CB5-0D11-0C825DAC6B8B}"/>
              </a:ext>
            </a:extLst>
          </p:cNvPr>
          <p:cNvSpPr txBox="1">
            <a:spLocks/>
          </p:cNvSpPr>
          <p:nvPr userDrawn="1"/>
        </p:nvSpPr>
        <p:spPr>
          <a:xfrm>
            <a:off x="423837" y="6478653"/>
            <a:ext cx="5486313" cy="222250"/>
          </a:xfrm>
          <a:prstGeom prst="rect">
            <a:avLst/>
          </a:prstGeom>
        </p:spPr>
        <p:txBody>
          <a:bodyPr vert="horz" lIns="0" tIns="0" rIns="0" bIns="0" rtlCol="0" anchor="ctr"/>
          <a:lstStyle>
            <a:defPPr>
              <a:defRPr lang="en-US"/>
            </a:defPPr>
            <a:lvl1pPr marL="0" marR="0" indent="0" algn="l" defTabSz="914633" rtl="0" eaLnBrk="1" fontAlgn="auto" latinLnBrk="0" hangingPunct="1">
              <a:lnSpc>
                <a:spcPct val="100000"/>
              </a:lnSpc>
              <a:spcBef>
                <a:spcPts val="0"/>
              </a:spcBef>
              <a:spcAft>
                <a:spcPts val="0"/>
              </a:spcAft>
              <a:buClrTx/>
              <a:buSzTx/>
              <a:buFontTx/>
              <a:buNone/>
              <a:tabLst/>
              <a:defRPr sz="800" b="0" i="0" kern="1200">
                <a:solidFill>
                  <a:schemeClr val="tx1"/>
                </a:solidFill>
                <a:latin typeface="IBM Plex Sans" panose="020B050305020300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0" i="0" dirty="0">
                <a:latin typeface="IBM Plex Sans Light" panose="020B0403050203000203" pitchFamily="34" charset="0"/>
              </a:rPr>
              <a:t>IBM </a:t>
            </a:r>
            <a:r>
              <a:rPr lang="en-US" sz="800" b="0" i="0" dirty="0" err="1">
                <a:latin typeface="IBM Plex Sans Light" panose="020B0403050203000203" pitchFamily="34" charset="0"/>
              </a:rPr>
              <a:t>TechCon</a:t>
            </a:r>
            <a:r>
              <a:rPr lang="en-US" sz="800" b="0" i="0" dirty="0">
                <a:latin typeface="IBM Plex Sans Light" panose="020B0403050203000203" pitchFamily="34" charset="0"/>
              </a:rPr>
              <a:t> 2023/ © 2022 IBM Corporation</a:t>
            </a:r>
          </a:p>
        </p:txBody>
      </p:sp>
    </p:spTree>
    <p:extLst>
      <p:ext uri="{BB962C8B-B14F-4D97-AF65-F5344CB8AC3E}">
        <p14:creationId xmlns:p14="http://schemas.microsoft.com/office/powerpoint/2010/main" val="384401189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68" y="611"/>
            <a:ext cx="12178064" cy="6856780"/>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pic>
        <p:nvPicPr>
          <p:cNvPr id="10" name="Picture">
            <a:extLst>
              <a:ext uri="{FF2B5EF4-FFF2-40B4-BE49-F238E27FC236}">
                <a16:creationId xmlns:a16="http://schemas.microsoft.com/office/drawing/2014/main" id="{AF27D010-9F2C-E24B-9425-1712E900993B}"/>
              </a:ext>
            </a:extLst>
          </p:cNvPr>
          <p:cNvPicPr>
            <a:picLocks noChangeAspect="1"/>
          </p:cNvPicPr>
          <p:nvPr userDrawn="1"/>
        </p:nvPicPr>
        <p:blipFill>
          <a:blip r:embed="rId3"/>
          <a:srcRect/>
          <a:stretch/>
        </p:blipFill>
        <p:spPr>
          <a:xfrm>
            <a:off x="11191753" y="6273672"/>
            <a:ext cx="695449" cy="277478"/>
          </a:xfrm>
          <a:prstGeom prst="rect">
            <a:avLst/>
          </a:prstGeom>
        </p:spPr>
      </p:pic>
      <p:sp>
        <p:nvSpPr>
          <p:cNvPr id="5" name="Footer Placeholder">
            <a:extLst>
              <a:ext uri="{FF2B5EF4-FFF2-40B4-BE49-F238E27FC236}">
                <a16:creationId xmlns:a16="http://schemas.microsoft.com/office/drawing/2014/main" id="{CFDA02DD-3B4A-8250-62F1-9B9D8411D543}"/>
              </a:ext>
            </a:extLst>
          </p:cNvPr>
          <p:cNvSpPr txBox="1">
            <a:spLocks/>
          </p:cNvSpPr>
          <p:nvPr userDrawn="1"/>
        </p:nvSpPr>
        <p:spPr>
          <a:xfrm>
            <a:off x="468442" y="6529065"/>
            <a:ext cx="5486313" cy="222250"/>
          </a:xfrm>
          <a:prstGeom prst="rect">
            <a:avLst/>
          </a:prstGeom>
        </p:spPr>
        <p:txBody>
          <a:bodyPr vert="horz" lIns="0" tIns="0" rIns="0" bIns="0" rtlCol="0" anchor="ctr"/>
          <a:lstStyle>
            <a:defPPr>
              <a:defRPr lang="en-US"/>
            </a:defPPr>
            <a:lvl1pPr marL="0" marR="0" indent="0" algn="l" defTabSz="914633" rtl="0" eaLnBrk="1" fontAlgn="auto" latinLnBrk="0" hangingPunct="1">
              <a:lnSpc>
                <a:spcPct val="100000"/>
              </a:lnSpc>
              <a:spcBef>
                <a:spcPts val="0"/>
              </a:spcBef>
              <a:spcAft>
                <a:spcPts val="0"/>
              </a:spcAft>
              <a:buClrTx/>
              <a:buSzTx/>
              <a:buFontTx/>
              <a:buNone/>
              <a:tabLst/>
              <a:defRPr sz="800" b="0" i="0" kern="1200">
                <a:solidFill>
                  <a:schemeClr val="tx1"/>
                </a:solidFill>
                <a:latin typeface="IBM Plex Sans" panose="020B050305020300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0" i="0" dirty="0">
                <a:latin typeface="IBM Plex Sans Light" panose="020B0403050203000203" pitchFamily="34" charset="0"/>
              </a:rPr>
              <a:t>IBM </a:t>
            </a:r>
            <a:r>
              <a:rPr lang="en-US" sz="800" b="0" i="0" dirty="0" err="1">
                <a:latin typeface="IBM Plex Sans Light" panose="020B0403050203000203" pitchFamily="34" charset="0"/>
              </a:rPr>
              <a:t>TechCon</a:t>
            </a:r>
            <a:r>
              <a:rPr lang="en-US" sz="800" b="0" i="0" dirty="0">
                <a:latin typeface="IBM Plex Sans Light" panose="020B0403050203000203" pitchFamily="34" charset="0"/>
              </a:rPr>
              <a:t> 2023/ © 2022 IBM Corporation</a:t>
            </a:r>
          </a:p>
        </p:txBody>
      </p:sp>
    </p:spTree>
    <p:extLst>
      <p:ext uri="{BB962C8B-B14F-4D97-AF65-F5344CB8AC3E}">
        <p14:creationId xmlns:p14="http://schemas.microsoft.com/office/powerpoint/2010/main" val="240790459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68" y="234950"/>
            <a:ext cx="12178064" cy="6856779"/>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pic>
        <p:nvPicPr>
          <p:cNvPr id="9" name="Picture">
            <a:extLst>
              <a:ext uri="{FF2B5EF4-FFF2-40B4-BE49-F238E27FC236}">
                <a16:creationId xmlns:a16="http://schemas.microsoft.com/office/drawing/2014/main" id="{F7EA8AAE-0BDE-7D4C-B52A-496FD9C298D3}"/>
              </a:ext>
            </a:extLst>
          </p:cNvPr>
          <p:cNvPicPr>
            <a:picLocks noChangeAspect="1"/>
          </p:cNvPicPr>
          <p:nvPr userDrawn="1"/>
        </p:nvPicPr>
        <p:blipFill>
          <a:blip r:embed="rId3"/>
          <a:srcRect/>
          <a:stretch/>
        </p:blipFill>
        <p:spPr>
          <a:xfrm>
            <a:off x="11191753" y="6273672"/>
            <a:ext cx="695449" cy="277478"/>
          </a:xfrm>
          <a:prstGeom prst="rect">
            <a:avLst/>
          </a:prstGeom>
        </p:spPr>
      </p:pic>
      <p:sp>
        <p:nvSpPr>
          <p:cNvPr id="4" name="Footer Placeholder">
            <a:extLst>
              <a:ext uri="{FF2B5EF4-FFF2-40B4-BE49-F238E27FC236}">
                <a16:creationId xmlns:a16="http://schemas.microsoft.com/office/drawing/2014/main" id="{A5312F97-2BE7-0A98-0496-A7B5BE187917}"/>
              </a:ext>
            </a:extLst>
          </p:cNvPr>
          <p:cNvSpPr txBox="1">
            <a:spLocks/>
          </p:cNvSpPr>
          <p:nvPr userDrawn="1"/>
        </p:nvSpPr>
        <p:spPr>
          <a:xfrm>
            <a:off x="468442" y="6529065"/>
            <a:ext cx="5486313" cy="222250"/>
          </a:xfrm>
          <a:prstGeom prst="rect">
            <a:avLst/>
          </a:prstGeom>
        </p:spPr>
        <p:txBody>
          <a:bodyPr vert="horz" lIns="0" tIns="0" rIns="0" bIns="0" rtlCol="0" anchor="ctr"/>
          <a:lstStyle>
            <a:defPPr>
              <a:defRPr lang="en-US"/>
            </a:defPPr>
            <a:lvl1pPr marL="0" marR="0" indent="0" algn="l" defTabSz="914633" rtl="0" eaLnBrk="1" fontAlgn="auto" latinLnBrk="0" hangingPunct="1">
              <a:lnSpc>
                <a:spcPct val="100000"/>
              </a:lnSpc>
              <a:spcBef>
                <a:spcPts val="0"/>
              </a:spcBef>
              <a:spcAft>
                <a:spcPts val="0"/>
              </a:spcAft>
              <a:buClrTx/>
              <a:buSzTx/>
              <a:buFontTx/>
              <a:buNone/>
              <a:tabLst/>
              <a:defRPr sz="800" b="0" i="0" kern="1200">
                <a:solidFill>
                  <a:schemeClr val="tx1"/>
                </a:solidFill>
                <a:latin typeface="IBM Plex Sans" panose="020B050305020300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b="0" i="0" dirty="0">
                <a:latin typeface="IBM Plex Sans Light" panose="020B0403050203000203" pitchFamily="34" charset="0"/>
              </a:rPr>
              <a:t>IBM </a:t>
            </a:r>
            <a:r>
              <a:rPr lang="en-US" sz="800" b="0" i="0" dirty="0" err="1">
                <a:latin typeface="IBM Plex Sans Light" panose="020B0403050203000203" pitchFamily="34" charset="0"/>
              </a:rPr>
              <a:t>TechCon</a:t>
            </a:r>
            <a:r>
              <a:rPr lang="en-US" sz="800" b="0" i="0" dirty="0">
                <a:latin typeface="IBM Plex Sans Light" panose="020B0403050203000203" pitchFamily="34" charset="0"/>
              </a:rPr>
              <a:t> 2023/ © 2022 IBM Corporation</a:t>
            </a:r>
          </a:p>
        </p:txBody>
      </p:sp>
    </p:spTree>
    <p:extLst>
      <p:ext uri="{BB962C8B-B14F-4D97-AF65-F5344CB8AC3E}">
        <p14:creationId xmlns:p14="http://schemas.microsoft.com/office/powerpoint/2010/main" val="131734223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ver, imag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1" y="610"/>
            <a:ext cx="12178061" cy="6856779"/>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pic>
        <p:nvPicPr>
          <p:cNvPr id="9" name="Picture">
            <a:extLst>
              <a:ext uri="{FF2B5EF4-FFF2-40B4-BE49-F238E27FC236}">
                <a16:creationId xmlns:a16="http://schemas.microsoft.com/office/drawing/2014/main" id="{2F8C8987-724F-6B47-A6B9-8E11DF00B812}"/>
              </a:ext>
            </a:extLst>
          </p:cNvPr>
          <p:cNvPicPr>
            <a:picLocks noChangeAspect="1"/>
          </p:cNvPicPr>
          <p:nvPr userDrawn="1"/>
        </p:nvPicPr>
        <p:blipFill>
          <a:blip r:embed="rId3"/>
          <a:srcRect/>
          <a:stretch/>
        </p:blipFill>
        <p:spPr>
          <a:xfrm>
            <a:off x="11191753" y="6273672"/>
            <a:ext cx="695449" cy="277478"/>
          </a:xfrm>
          <a:prstGeom prst="rect">
            <a:avLst/>
          </a:prstGeom>
        </p:spPr>
      </p:pic>
    </p:spTree>
    <p:extLst>
      <p:ext uri="{BB962C8B-B14F-4D97-AF65-F5344CB8AC3E}">
        <p14:creationId xmlns:p14="http://schemas.microsoft.com/office/powerpoint/2010/main" val="40574827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ver, image 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1" y="611"/>
            <a:ext cx="12178061" cy="6856778"/>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pic>
        <p:nvPicPr>
          <p:cNvPr id="9" name="Picture">
            <a:extLst>
              <a:ext uri="{FF2B5EF4-FFF2-40B4-BE49-F238E27FC236}">
                <a16:creationId xmlns:a16="http://schemas.microsoft.com/office/drawing/2014/main" id="{7B48B5CA-5BC1-8844-81E1-24543A8F2C9A}"/>
              </a:ext>
            </a:extLst>
          </p:cNvPr>
          <p:cNvPicPr>
            <a:picLocks noChangeAspect="1"/>
          </p:cNvPicPr>
          <p:nvPr userDrawn="1"/>
        </p:nvPicPr>
        <p:blipFill>
          <a:blip r:embed="rId3"/>
          <a:srcRect/>
          <a:stretch/>
        </p:blipFill>
        <p:spPr>
          <a:xfrm>
            <a:off x="11191753" y="6273672"/>
            <a:ext cx="695449" cy="277478"/>
          </a:xfrm>
          <a:prstGeom prst="rect">
            <a:avLst/>
          </a:prstGeom>
        </p:spPr>
      </p:pic>
    </p:spTree>
    <p:extLst>
      <p:ext uri="{BB962C8B-B14F-4D97-AF65-F5344CB8AC3E}">
        <p14:creationId xmlns:p14="http://schemas.microsoft.com/office/powerpoint/2010/main" val="274067496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ver, image 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596131-38DE-3A44-BE82-CDD2A1709808}"/>
              </a:ext>
            </a:extLst>
          </p:cNvPr>
          <p:cNvPicPr>
            <a:picLocks noChangeAspect="1"/>
          </p:cNvPicPr>
          <p:nvPr userDrawn="1"/>
        </p:nvPicPr>
        <p:blipFill>
          <a:blip r:embed="rId2"/>
          <a:stretch>
            <a:fillRect/>
          </a:stretch>
        </p:blipFill>
        <p:spPr>
          <a:xfrm>
            <a:off x="0" y="2"/>
            <a:ext cx="12192000" cy="6864627"/>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2022 IBM Corporation</a:t>
            </a:r>
          </a:p>
        </p:txBody>
      </p:sp>
      <p:pic>
        <p:nvPicPr>
          <p:cNvPr id="6" name="Picture"/>
          <p:cNvPicPr>
            <a:picLocks noChangeAspect="1"/>
          </p:cNvPicPr>
          <p:nvPr userDrawn="1"/>
        </p:nvPicPr>
        <p:blipFill>
          <a:blip r:embed="rId3"/>
          <a:srcRect/>
          <a:stretch/>
        </p:blipFill>
        <p:spPr>
          <a:xfrm>
            <a:off x="11191753" y="6273672"/>
            <a:ext cx="695449" cy="277478"/>
          </a:xfrm>
          <a:prstGeom prst="rect">
            <a:avLst/>
          </a:prstGeom>
        </p:spPr>
      </p:pic>
    </p:spTree>
    <p:extLst>
      <p:ext uri="{BB962C8B-B14F-4D97-AF65-F5344CB8AC3E}">
        <p14:creationId xmlns:p14="http://schemas.microsoft.com/office/powerpoint/2010/main" val="405931800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ver, image 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6EA217-D975-DE4B-A991-B3A7FEFBAC32}"/>
              </a:ext>
            </a:extLst>
          </p:cNvPr>
          <p:cNvPicPr>
            <a:picLocks noChangeAspect="1"/>
          </p:cNvPicPr>
          <p:nvPr userDrawn="1"/>
        </p:nvPicPr>
        <p:blipFill>
          <a:blip r:embed="rId2"/>
          <a:srcRect/>
          <a:stretch/>
        </p:blipFill>
        <p:spPr>
          <a:xfrm>
            <a:off x="14916" y="5080"/>
            <a:ext cx="12171208" cy="6852920"/>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pic>
        <p:nvPicPr>
          <p:cNvPr id="9" name="Picture">
            <a:extLst>
              <a:ext uri="{FF2B5EF4-FFF2-40B4-BE49-F238E27FC236}">
                <a16:creationId xmlns:a16="http://schemas.microsoft.com/office/drawing/2014/main" id="{9FC9FB8B-2D23-D949-963B-B1200DEDE836}"/>
              </a:ext>
            </a:extLst>
          </p:cNvPr>
          <p:cNvPicPr>
            <a:picLocks noChangeAspect="1"/>
          </p:cNvPicPr>
          <p:nvPr userDrawn="1"/>
        </p:nvPicPr>
        <p:blipFill>
          <a:blip r:embed="rId3"/>
          <a:srcRect/>
          <a:stretch/>
        </p:blipFill>
        <p:spPr>
          <a:xfrm>
            <a:off x="11191753" y="6273672"/>
            <a:ext cx="695449" cy="277478"/>
          </a:xfrm>
          <a:prstGeom prst="rect">
            <a:avLst/>
          </a:prstGeom>
        </p:spPr>
      </p:pic>
    </p:spTree>
    <p:extLst>
      <p:ext uri="{BB962C8B-B14F-4D97-AF65-F5344CB8AC3E}">
        <p14:creationId xmlns:p14="http://schemas.microsoft.com/office/powerpoint/2010/main" val="74937860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2" y="611"/>
            <a:ext cx="12178060" cy="6856778"/>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pic>
        <p:nvPicPr>
          <p:cNvPr id="9" name="Picture">
            <a:extLst>
              <a:ext uri="{FF2B5EF4-FFF2-40B4-BE49-F238E27FC236}">
                <a16:creationId xmlns:a16="http://schemas.microsoft.com/office/drawing/2014/main" id="{14C6F24E-1E96-144E-A44F-8124FE9D9BA3}"/>
              </a:ext>
            </a:extLst>
          </p:cNvPr>
          <p:cNvPicPr>
            <a:picLocks noChangeAspect="1"/>
          </p:cNvPicPr>
          <p:nvPr userDrawn="1"/>
        </p:nvPicPr>
        <p:blipFill>
          <a:blip r:embed="rId3"/>
          <a:srcRect/>
          <a:stretch/>
        </p:blipFill>
        <p:spPr>
          <a:xfrm>
            <a:off x="11191753" y="6273672"/>
            <a:ext cx="695449" cy="277478"/>
          </a:xfrm>
          <a:prstGeom prst="rect">
            <a:avLst/>
          </a:prstGeom>
        </p:spPr>
      </p:pic>
    </p:spTree>
    <p:extLst>
      <p:ext uri="{BB962C8B-B14F-4D97-AF65-F5344CB8AC3E}">
        <p14:creationId xmlns:p14="http://schemas.microsoft.com/office/powerpoint/2010/main" val="81843757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6972" y="609"/>
            <a:ext cx="12178060" cy="6856776"/>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pic>
        <p:nvPicPr>
          <p:cNvPr id="9" name="Picture">
            <a:extLst>
              <a:ext uri="{FF2B5EF4-FFF2-40B4-BE49-F238E27FC236}">
                <a16:creationId xmlns:a16="http://schemas.microsoft.com/office/drawing/2014/main" id="{BE20C7ED-E83C-DE49-B49C-6FE6E39CB338}"/>
              </a:ext>
            </a:extLst>
          </p:cNvPr>
          <p:cNvPicPr>
            <a:picLocks noChangeAspect="1"/>
          </p:cNvPicPr>
          <p:nvPr userDrawn="1"/>
        </p:nvPicPr>
        <p:blipFill>
          <a:blip r:embed="rId3"/>
          <a:srcRect/>
          <a:stretch/>
        </p:blipFill>
        <p:spPr>
          <a:xfrm>
            <a:off x="11191753" y="6273672"/>
            <a:ext cx="695449" cy="277478"/>
          </a:xfrm>
          <a:prstGeom prst="rect">
            <a:avLst/>
          </a:prstGeom>
        </p:spPr>
      </p:pic>
    </p:spTree>
    <p:extLst>
      <p:ext uri="{BB962C8B-B14F-4D97-AF65-F5344CB8AC3E}">
        <p14:creationId xmlns:p14="http://schemas.microsoft.com/office/powerpoint/2010/main" val="378035219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5253492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66800"/>
          </a:xfrm>
        </p:spPr>
        <p:txBody>
          <a:bodyPr/>
          <a:lstStyle>
            <a:lvl1pPr>
              <a:defRPr>
                <a:solidFill>
                  <a:schemeClr val="accent2"/>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92608" y="1658112"/>
            <a:ext cx="5498592" cy="4336288"/>
          </a:xfrm>
        </p:spPr>
        <p:txBody>
          <a:bodyPr/>
          <a:lstStyle>
            <a:lvl1pPr>
              <a:spcBef>
                <a:spcPts val="0"/>
              </a:spcBef>
              <a:defRPr>
                <a:solidFill>
                  <a:schemeClr val="accent2"/>
                </a:solidFill>
              </a:defRPr>
            </a:lvl1pPr>
            <a:lvl2pPr marL="0" indent="0">
              <a:spcBef>
                <a:spcPts val="0"/>
              </a:spcBef>
              <a:buNone/>
              <a:defRPr>
                <a:solidFill>
                  <a:schemeClr val="accent2"/>
                </a:solidFill>
              </a:defRPr>
            </a:lvl2pPr>
            <a:lvl3pPr marL="268763" indent="0">
              <a:buNone/>
              <a:defRPr/>
            </a:lvl3pPr>
            <a:lvl4pPr marL="579851" indent="0">
              <a:buNone/>
              <a:defRPr/>
            </a:lvl4pPr>
            <a:lvl5pPr marL="84226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6388608" y="1658112"/>
            <a:ext cx="5498592" cy="4336288"/>
          </a:xfrm>
        </p:spPr>
        <p:txBody>
          <a:bodyPr/>
          <a:lstStyle>
            <a:lvl1pPr>
              <a:spcBef>
                <a:spcPts val="0"/>
              </a:spcBef>
              <a:defRPr>
                <a:solidFill>
                  <a:schemeClr val="accent2"/>
                </a:solidFill>
              </a:defRPr>
            </a:lvl1pPr>
            <a:lvl2pPr marL="0" indent="0">
              <a:spcBef>
                <a:spcPts val="0"/>
              </a:spcBef>
              <a:buNone/>
              <a:defRPr>
                <a:solidFill>
                  <a:schemeClr val="accent2"/>
                </a:solidFill>
              </a:defRPr>
            </a:lvl2pPr>
            <a:lvl3pPr marL="268763" indent="0">
              <a:buNone/>
              <a:defRPr/>
            </a:lvl3pPr>
            <a:lvl4pPr marL="579851" indent="0">
              <a:buNone/>
              <a:defRPr/>
            </a:lvl4pPr>
            <a:lvl5pPr marL="84226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18587386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a:solidFill>
                  <a:schemeClr val="accent2"/>
                </a:solidFill>
              </a:defRPr>
            </a:lvl1pPr>
          </a:lstStyle>
          <a:p>
            <a:r>
              <a:rPr lang="en-US" dirty="0"/>
              <a:t>Click to edit Master title style</a:t>
            </a:r>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797" b="0" i="0">
                <a:solidFill>
                  <a:schemeClr val="accent2"/>
                </a:solidFill>
                <a:latin typeface="IBM Plex Sans Light" panose="020B0403050203000203"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30607654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92608" y="292608"/>
            <a:ext cx="5510784" cy="1072896"/>
          </a:xfrm>
        </p:spPr>
        <p:txBody>
          <a:bodyPr/>
          <a:lstStyle>
            <a:lvl1pPr>
              <a:defRPr sz="2133" b="0" i="0">
                <a:solidFill>
                  <a:schemeClr val="accent2"/>
                </a:solidFill>
                <a:latin typeface="IBM Plex Sans Light" panose="020B0403050203000203" pitchFamily="34" charset="0"/>
              </a:defRPr>
            </a:lvl1pPr>
          </a:lstStyle>
          <a:p>
            <a:r>
              <a:rPr lang="en-US"/>
              <a:t>Click to edit Master title style</a:t>
            </a:r>
            <a:endParaRPr lang="en-US" dirty="0"/>
          </a:p>
        </p:txBody>
      </p:sp>
      <p:sp>
        <p:nvSpPr>
          <p:cNvPr id="6" name="Text Placeholder"/>
          <p:cNvSpPr>
            <a:spLocks noGrp="1"/>
          </p:cNvSpPr>
          <p:nvPr>
            <p:ph type="body" sz="quarter" idx="12"/>
          </p:nvPr>
        </p:nvSpPr>
        <p:spPr>
          <a:xfrm>
            <a:off x="182880" y="1511808"/>
            <a:ext cx="5608320" cy="4482592"/>
          </a:xfrm>
        </p:spPr>
        <p:txBody>
          <a:bodyPr/>
          <a:lstStyle>
            <a:lvl1pPr>
              <a:lnSpc>
                <a:spcPct val="90000"/>
              </a:lnSpc>
              <a:defRPr sz="12797" b="0" i="0">
                <a:solidFill>
                  <a:schemeClr val="accent2"/>
                </a:solidFill>
                <a:latin typeface="IBM Plex Sans Light" panose="020B0403050203000203"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6096000" y="0"/>
            <a:ext cx="6096000" cy="6858000"/>
          </a:xfrm>
        </p:spPr>
        <p:txBody>
          <a:bodyPr lIns="91440" tIns="91440" rIns="91440" bIns="91440"/>
          <a:lstStyle>
            <a:lvl1pPr>
              <a:defRPr b="0" i="0" baseline="0">
                <a:solidFill>
                  <a:schemeClr val="tx1"/>
                </a:solidFill>
                <a:latin typeface="IBM Plex Sans Light" panose="020B0403050203000203" pitchFamily="34" charset="0"/>
              </a:defRPr>
            </a:lvl1pPr>
          </a:lstStyle>
          <a:p>
            <a:r>
              <a:rPr lang="en-US"/>
              <a:t>Click icon to add picture</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58830757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3" y="121920"/>
            <a:ext cx="11704230" cy="5872480"/>
          </a:xfrm>
        </p:spPr>
        <p:txBody>
          <a:bodyPr/>
          <a:lstStyle>
            <a:lvl1pPr>
              <a:defRPr sz="12797" b="0" i="0">
                <a:solidFill>
                  <a:schemeClr val="accent2"/>
                </a:solidFill>
                <a:latin typeface="IBM Plex Sans Light" panose="020B0403050203000203"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69245266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80420" y="268224"/>
            <a:ext cx="7416713" cy="5726176"/>
          </a:xfrm>
        </p:spPr>
        <p:txBody>
          <a:bodyPr/>
          <a:lstStyle>
            <a:lvl1pPr>
              <a:defRPr>
                <a:solidFill>
                  <a:schemeClr val="accent2"/>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68387804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6388608" y="268224"/>
            <a:ext cx="5498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82707199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6388611" y="1658112"/>
            <a:ext cx="549850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60447517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80416" y="1621536"/>
            <a:ext cx="5522976" cy="4372864"/>
          </a:xfrm>
        </p:spPr>
        <p:txBody>
          <a:bodyPr/>
          <a:lstStyle>
            <a:lvl1pPr>
              <a:defRPr sz="3199">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6388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55053754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3340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6388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9436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88757319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en-US"/>
              <a:t>Click icon to add picture</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95570788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6388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9436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12677402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80419" y="268224"/>
            <a:ext cx="5522885" cy="5726176"/>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6096000" y="0"/>
            <a:ext cx="6096000" cy="6858000"/>
          </a:xfrm>
          <a:prstGeom prst="rect">
            <a:avLst/>
          </a:prstGeom>
          <a:solidFill>
            <a:schemeClr val="tx2"/>
          </a:solidFill>
        </p:spPr>
        <p:txBody>
          <a:bodyPr wrap="square" lIns="0" tIns="0" rIns="0" bIns="0" rtlCol="0" anchor="ctr">
            <a:noAutofit/>
          </a:bodyPr>
          <a:lstStyle/>
          <a:p>
            <a:pPr algn="ctr"/>
            <a:endParaRPr lang="en-US" sz="1600" b="0" i="0">
              <a:solidFill>
                <a:schemeClr val="tx1"/>
              </a:solidFill>
              <a:latin typeface="IBM Plex Sans Light" panose="020B0503050203000203" pitchFamily="34" charset="0"/>
              <a:cs typeface="IBM Plex Sans Light"/>
            </a:endParaRPr>
          </a:p>
        </p:txBody>
      </p:sp>
      <p:sp>
        <p:nvSpPr>
          <p:cNvPr id="6" name="Text Placeholder"/>
          <p:cNvSpPr>
            <a:spLocks noGrp="1"/>
          </p:cNvSpPr>
          <p:nvPr>
            <p:ph type="body" sz="quarter" idx="12"/>
          </p:nvPr>
        </p:nvSpPr>
        <p:spPr>
          <a:xfrm>
            <a:off x="6388608" y="268224"/>
            <a:ext cx="5498592" cy="5726176"/>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98407253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en-US"/>
              <a:t>Click icon to add picture</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14948235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5726176"/>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167940301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19545912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6096000" y="0"/>
            <a:ext cx="3048000" cy="3429000"/>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12" name="Content Placeholder 3"/>
          <p:cNvSpPr>
            <a:spLocks noGrp="1"/>
          </p:cNvSpPr>
          <p:nvPr>
            <p:ph sz="quarter" idx="19"/>
          </p:nvPr>
        </p:nvSpPr>
        <p:spPr>
          <a:xfrm>
            <a:off x="6096000" y="3426886"/>
            <a:ext cx="6096000" cy="3431116"/>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6096000" y="313268"/>
            <a:ext cx="0" cy="5681134"/>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9139245" y="313270"/>
            <a:ext cx="0" cy="2822546"/>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6389818" y="3426884"/>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714928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6096000" cy="3429002"/>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6096000" y="0"/>
            <a:ext cx="3048000" cy="342900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9144000" y="0"/>
            <a:ext cx="3048000" cy="342900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3426886"/>
            <a:ext cx="6096000" cy="3431116"/>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6096000" y="3426886"/>
            <a:ext cx="6096000" cy="3431116"/>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6096000" y="313268"/>
            <a:ext cx="0" cy="5681134"/>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304803" y="3422651"/>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6389818" y="3422651"/>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9141024" y="313270"/>
            <a:ext cx="0" cy="2822546"/>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0817299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2"/>
            <a:ext cx="12192000" cy="3425951"/>
          </a:xfrm>
          <a:noFill/>
        </p:spPr>
        <p:txBody>
          <a:bodyPr lIns="182880" tIns="164592" rIns="228600" bIns="228600"/>
          <a:lstStyle>
            <a:lvl1pPr>
              <a:defRPr sz="6399">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3426886"/>
            <a:ext cx="3048000" cy="3431116"/>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3048001" y="3426886"/>
            <a:ext cx="3048000" cy="3431116"/>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6096000" y="3426882"/>
            <a:ext cx="3048000" cy="343111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9144000" y="3426882"/>
            <a:ext cx="3048000" cy="343111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3048000" y="3722190"/>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6096000" y="3722190"/>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9144000" y="3722190"/>
            <a:ext cx="0" cy="2272212"/>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304800" y="3429000"/>
            <a:ext cx="115824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0255423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12192000" cy="170180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701800"/>
            <a:ext cx="12192000" cy="5156200"/>
          </a:xfrm>
        </p:spPr>
        <p:txBody>
          <a:bodyPr lIns="91440" tIns="91440" rIns="91440" bIns="91440"/>
          <a:lstStyle>
            <a:lvl1pPr>
              <a:defRPr>
                <a:solidFill>
                  <a:schemeClr val="tx1"/>
                </a:solidFill>
              </a:defRPr>
            </a:lvl1pPr>
          </a:lstStyle>
          <a:p>
            <a:r>
              <a:rPr lang="en-US"/>
              <a:t>Click icon to add picture</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422621826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12192000" cy="6864096"/>
          </a:xfrm>
        </p:spPr>
        <p:txBody>
          <a:bodyPr lIns="91440" tIns="91440" rIns="91440" bIns="91440"/>
          <a:lstStyle>
            <a:lvl1pPr>
              <a:defRPr>
                <a:solidFill>
                  <a:schemeClr val="tx1"/>
                </a:solidFill>
              </a:defRPr>
            </a:lvl1pPr>
          </a:lstStyle>
          <a:p>
            <a:r>
              <a:rPr lang="en-US"/>
              <a:t>Click icon to add picture</a:t>
            </a:r>
          </a:p>
        </p:txBody>
      </p:sp>
      <p:sp>
        <p:nvSpPr>
          <p:cNvPr id="6" name="Text Placeholder"/>
          <p:cNvSpPr>
            <a:spLocks noGrp="1"/>
          </p:cNvSpPr>
          <p:nvPr>
            <p:ph type="body" sz="quarter" idx="12"/>
          </p:nvPr>
        </p:nvSpPr>
        <p:spPr>
          <a:xfrm>
            <a:off x="-2" y="3429000"/>
            <a:ext cx="3048004" cy="342900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333">
                <a:solidFill>
                  <a:schemeClr val="tx1"/>
                </a:solidFill>
              </a:defRPr>
            </a:lvl2pPr>
            <a:lvl3pPr>
              <a:buClr>
                <a:srgbClr val="001141"/>
              </a:buClr>
              <a:defRPr sz="1333">
                <a:solidFill>
                  <a:schemeClr val="tx1"/>
                </a:solidFill>
              </a:defRPr>
            </a:lvl3pPr>
            <a:lvl4pPr>
              <a:buClr>
                <a:srgbClr val="001141"/>
              </a:buClr>
              <a:defRPr sz="1333">
                <a:solidFill>
                  <a:schemeClr val="tx1"/>
                </a:solidFill>
              </a:defRPr>
            </a:lvl4pPr>
            <a:lvl5pPr>
              <a:buClr>
                <a:srgbClr val="001141"/>
              </a:buClr>
              <a:defRPr sz="1333">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47211950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3048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6096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9144000" y="0"/>
            <a:ext cx="3048000" cy="6864096"/>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6096000" y="313268"/>
            <a:ext cx="0" cy="5681134"/>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3045026" y="313268"/>
            <a:ext cx="0" cy="5681134"/>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9141025" y="313268"/>
            <a:ext cx="0" cy="5681134"/>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9218437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3352800" y="1658112"/>
            <a:ext cx="8534400"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82829370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5262482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3340608" y="1679502"/>
            <a:ext cx="2450592" cy="4336288"/>
          </a:xfrm>
        </p:spPr>
        <p:txBody>
          <a:bodyPr/>
          <a:lstStyle>
            <a:lvl1pPr>
              <a:spcBef>
                <a:spcPts val="400"/>
              </a:spcBef>
              <a:defRPr sz="1866">
                <a:solidFill>
                  <a:schemeClr val="tx1"/>
                </a:solidFill>
              </a:defRPr>
            </a:lvl1pPr>
            <a:lvl2pPr>
              <a:spcBef>
                <a:spcPts val="1466"/>
              </a:spcBef>
              <a:defRPr sz="1866">
                <a:solidFill>
                  <a:schemeClr val="tx1"/>
                </a:solidFill>
              </a:defRPr>
            </a:lvl2pPr>
            <a:lvl3pPr>
              <a:spcBef>
                <a:spcPts val="1466"/>
              </a:spcBef>
              <a:defRPr sz="1866">
                <a:solidFill>
                  <a:schemeClr val="tx1"/>
                </a:solidFill>
              </a:defRPr>
            </a:lvl3pPr>
            <a:lvl4pPr>
              <a:spcBef>
                <a:spcPts val="1466"/>
              </a:spcBef>
              <a:defRPr sz="1866">
                <a:solidFill>
                  <a:schemeClr val="tx1"/>
                </a:solidFill>
              </a:defRPr>
            </a:lvl4pPr>
            <a:lvl5pPr>
              <a:spcBef>
                <a:spcPts val="1466"/>
              </a:spcBef>
              <a:defRPr sz="1866">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6096000" y="0"/>
            <a:ext cx="6096000" cy="6858000"/>
          </a:xfrm>
        </p:spPr>
        <p:txBody>
          <a:bodyPr lIns="91440" tIns="91440" rIns="91440" bIns="91440"/>
          <a:lstStyle>
            <a:lvl1pPr>
              <a:defRPr>
                <a:solidFill>
                  <a:schemeClr val="tx1"/>
                </a:solidFill>
              </a:defRPr>
            </a:lvl1pPr>
          </a:lstStyle>
          <a:p>
            <a:r>
              <a:rPr lang="en-US"/>
              <a:t>Click icon to add picture</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00762553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92608" y="1658112"/>
            <a:ext cx="2450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3340608" y="1683512"/>
            <a:ext cx="2450592" cy="4336288"/>
          </a:xfrm>
        </p:spPr>
        <p:txBody>
          <a:bodyPr/>
          <a:lstStyle>
            <a:lvl1pPr>
              <a:spcBef>
                <a:spcPts val="400"/>
              </a:spcBef>
              <a:defRPr sz="1333">
                <a:solidFill>
                  <a:schemeClr val="tx1"/>
                </a:solidFill>
              </a:defRPr>
            </a:lvl1pPr>
            <a:lvl2pPr>
              <a:spcBef>
                <a:spcPts val="400"/>
              </a:spcBef>
              <a:defRPr sz="1333">
                <a:solidFill>
                  <a:schemeClr val="tx1"/>
                </a:solidFill>
              </a:defRPr>
            </a:lvl2pPr>
            <a:lvl3pPr>
              <a:spcBef>
                <a:spcPts val="400"/>
              </a:spcBef>
              <a:defRPr sz="1333">
                <a:solidFill>
                  <a:schemeClr val="tx1"/>
                </a:solidFill>
              </a:defRPr>
            </a:lvl3pPr>
            <a:lvl4pPr>
              <a:spcBef>
                <a:spcPts val="400"/>
              </a:spcBef>
              <a:defRPr sz="1333">
                <a:solidFill>
                  <a:schemeClr val="tx1"/>
                </a:solidFill>
              </a:defRPr>
            </a:lvl4pPr>
            <a:lvl5pPr>
              <a:spcBef>
                <a:spcPts val="400"/>
              </a:spcBef>
              <a:defRPr sz="1333">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6364224" y="1621536"/>
            <a:ext cx="5522976" cy="4372864"/>
          </a:xfrm>
        </p:spPr>
        <p:txBody>
          <a:bodyPr/>
          <a:lstStyle>
            <a:lvl1pPr>
              <a:defRPr sz="3199">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0274653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92608" y="268224"/>
            <a:ext cx="2450592" cy="57261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3340610" y="268224"/>
            <a:ext cx="8546501" cy="5726176"/>
          </a:xfrm>
        </p:spPr>
        <p:txBody>
          <a:bodyPr lIns="0" tIns="0" rIns="91440" bIns="91440"/>
          <a:lstStyle>
            <a:lvl1pPr>
              <a:defRPr>
                <a:solidFill>
                  <a:schemeClr val="tx1"/>
                </a:solidFill>
              </a:defRPr>
            </a:lvl1pPr>
          </a:lstStyle>
          <a:p>
            <a:r>
              <a:rPr lang="en-US"/>
              <a:t>Click icon to add table</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38613864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269937262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40824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92608" y="1682496"/>
            <a:ext cx="5498592" cy="1746504"/>
          </a:xfrm>
        </p:spPr>
        <p:txBody>
          <a:bodyPr/>
          <a:lstStyle>
            <a:lvl1pPr>
              <a:spcBef>
                <a:spcPts val="0"/>
              </a:spcBef>
              <a:defRPr sz="1333">
                <a:solidFill>
                  <a:schemeClr val="tx1"/>
                </a:solidFill>
              </a:defRPr>
            </a:lvl1pPr>
            <a:lvl2pPr marL="0" indent="0">
              <a:spcBef>
                <a:spcPts val="0"/>
              </a:spcBef>
              <a:buNone/>
              <a:defRPr/>
            </a:lvl2pPr>
            <a:lvl3pPr marL="268763" indent="0">
              <a:buNone/>
              <a:defRPr/>
            </a:lvl3pPr>
            <a:lvl4pPr marL="579851" indent="0">
              <a:buNone/>
              <a:defRPr/>
            </a:lvl4pPr>
            <a:lvl5pPr marL="842265"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92608" y="4279392"/>
            <a:ext cx="8546592" cy="1743456"/>
          </a:xfrm>
        </p:spPr>
        <p:txBody>
          <a:bodyPr anchor="b"/>
          <a:lstStyle>
            <a:lvl1pPr>
              <a:spcBef>
                <a:spcPts val="400"/>
              </a:spcBef>
              <a:defRPr sz="800">
                <a:solidFill>
                  <a:schemeClr val="tx1"/>
                </a:solidFill>
              </a:defRPr>
            </a:lvl1pPr>
            <a:lvl2pPr>
              <a:defRPr sz="800"/>
            </a:lvl2pPr>
            <a:lvl3pPr>
              <a:defRPr sz="800"/>
            </a:lvl3pPr>
            <a:lvl4pPr>
              <a:defRPr sz="800"/>
            </a:lvl4pPr>
            <a:lvl5pPr>
              <a:defRPr sz="8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65095988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1" y="3083848"/>
            <a:ext cx="1730141" cy="690308"/>
          </a:xfrm>
          <a:prstGeom prst="rect">
            <a:avLst/>
          </a:prstGeom>
        </p:spPr>
      </p:pic>
    </p:spTree>
    <p:extLst>
      <p:ext uri="{BB962C8B-B14F-4D97-AF65-F5344CB8AC3E}">
        <p14:creationId xmlns:p14="http://schemas.microsoft.com/office/powerpoint/2010/main" val="301032070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ibm sign-off (blue8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2" y="3083848"/>
            <a:ext cx="1730139" cy="690308"/>
          </a:xfrm>
          <a:prstGeom prst="rect">
            <a:avLst/>
          </a:prstGeom>
        </p:spPr>
      </p:pic>
    </p:spTree>
    <p:extLst>
      <p:ext uri="{BB962C8B-B14F-4D97-AF65-F5344CB8AC3E}">
        <p14:creationId xmlns:p14="http://schemas.microsoft.com/office/powerpoint/2010/main" val="296415269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5230931" y="3083847"/>
            <a:ext cx="1730141" cy="690310"/>
          </a:xfrm>
          <a:prstGeom prst="rect">
            <a:avLst/>
          </a:prstGeom>
        </p:spPr>
      </p:pic>
    </p:spTree>
    <p:extLst>
      <p:ext uri="{BB962C8B-B14F-4D97-AF65-F5344CB8AC3E}">
        <p14:creationId xmlns:p14="http://schemas.microsoft.com/office/powerpoint/2010/main" val="84267097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33892-883E-482E-8CF5-B16B30BFA0A8}"/>
              </a:ext>
            </a:extLst>
          </p:cNvPr>
          <p:cNvSpPr>
            <a:spLocks noGrp="1"/>
          </p:cNvSpPr>
          <p:nvPr>
            <p:ph type="ctrTitle"/>
          </p:nvPr>
        </p:nvSpPr>
        <p:spPr>
          <a:xfrm>
            <a:off x="1524000" y="1122363"/>
            <a:ext cx="9144000" cy="2387600"/>
          </a:xfrm>
        </p:spPr>
        <p:txBody>
          <a:bodyPr anchor="b"/>
          <a:lstStyle>
            <a:lvl1pPr algn="ctr">
              <a:defRPr sz="5999"/>
            </a:lvl1pPr>
          </a:lstStyle>
          <a:p>
            <a:r>
              <a:rPr lang="en-US"/>
              <a:t>Click to edit Master title style</a:t>
            </a:r>
          </a:p>
        </p:txBody>
      </p:sp>
      <p:sp>
        <p:nvSpPr>
          <p:cNvPr id="3" name="Subtitle 2">
            <a:extLst>
              <a:ext uri="{FF2B5EF4-FFF2-40B4-BE49-F238E27FC236}">
                <a16:creationId xmlns:a16="http://schemas.microsoft.com/office/drawing/2014/main" id="{5DD46C86-32EF-49AB-B419-98D6DD4B9268}"/>
              </a:ext>
            </a:extLst>
          </p:cNvPr>
          <p:cNvSpPr>
            <a:spLocks noGrp="1"/>
          </p:cNvSpPr>
          <p:nvPr>
            <p:ph type="subTitle" idx="1"/>
          </p:nvPr>
        </p:nvSpPr>
        <p:spPr>
          <a:xfrm>
            <a:off x="1524000" y="3602037"/>
            <a:ext cx="9144000" cy="1655763"/>
          </a:xfrm>
        </p:spPr>
        <p:txBody>
          <a:bodyPr/>
          <a:lstStyle>
            <a:lvl1pPr marL="0" indent="0" algn="ctr">
              <a:buNone/>
              <a:defRPr sz="2400"/>
            </a:lvl1pPr>
            <a:lvl2pPr marL="457114" indent="0" algn="ctr">
              <a:buNone/>
              <a:defRPr sz="2000"/>
            </a:lvl2pPr>
            <a:lvl3pPr marL="914229" indent="0" algn="ctr">
              <a:buNone/>
              <a:defRPr sz="1800"/>
            </a:lvl3pPr>
            <a:lvl4pPr marL="1371343" indent="0" algn="ctr">
              <a:buNone/>
              <a:defRPr sz="1600"/>
            </a:lvl4pPr>
            <a:lvl5pPr marL="1828457" indent="0" algn="ctr">
              <a:buNone/>
              <a:defRPr sz="1600"/>
            </a:lvl5pPr>
            <a:lvl6pPr marL="2285571" indent="0" algn="ctr">
              <a:buNone/>
              <a:defRPr sz="1600"/>
            </a:lvl6pPr>
            <a:lvl7pPr marL="2742686" indent="0" algn="ctr">
              <a:buNone/>
              <a:defRPr sz="1600"/>
            </a:lvl7pPr>
            <a:lvl8pPr marL="3199800" indent="0" algn="ctr">
              <a:buNone/>
              <a:defRPr sz="1600"/>
            </a:lvl8pPr>
            <a:lvl9pPr marL="3656914"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6DD018-DE61-45A2-88F4-BCC08DA9E19F}"/>
              </a:ext>
            </a:extLst>
          </p:cNvPr>
          <p:cNvSpPr>
            <a:spLocks noGrp="1"/>
          </p:cNvSpPr>
          <p:nvPr>
            <p:ph type="dt" sz="half" idx="10"/>
          </p:nvPr>
        </p:nvSpPr>
        <p:spPr/>
        <p:txBody>
          <a:bodyPr/>
          <a:lstStyle/>
          <a:p>
            <a:fld id="{B397CBE8-4E9A-4582-B271-9FF1AF5C1283}" type="datetimeFigureOut">
              <a:rPr lang="en-US" smtClean="0"/>
              <a:t>2/20/25</a:t>
            </a:fld>
            <a:endParaRPr lang="en-US"/>
          </a:p>
        </p:txBody>
      </p:sp>
      <p:sp>
        <p:nvSpPr>
          <p:cNvPr id="5" name="Footer Placeholder 4">
            <a:extLst>
              <a:ext uri="{FF2B5EF4-FFF2-40B4-BE49-F238E27FC236}">
                <a16:creationId xmlns:a16="http://schemas.microsoft.com/office/drawing/2014/main" id="{5B87B9CC-3169-44B8-B6AC-9FB4F728C76B}"/>
              </a:ext>
            </a:extLst>
          </p:cNvPr>
          <p:cNvSpPr>
            <a:spLocks noGrp="1"/>
          </p:cNvSpPr>
          <p:nvPr>
            <p:ph type="ftr" sz="quarter" idx="11"/>
          </p:nvPr>
        </p:nvSpPr>
        <p:spPr/>
        <p:txBody>
          <a:bodyPr/>
          <a:lstStyle>
            <a:lvl1pPr>
              <a:defRPr b="0" i="0">
                <a:latin typeface="IBM Plex Sans Light" panose="020B0403050203000203" pitchFamily="34" charset="0"/>
              </a:defRPr>
            </a:lvl1pPr>
          </a:lstStyle>
          <a:p>
            <a:endParaRPr lang="en-US" dirty="0"/>
          </a:p>
        </p:txBody>
      </p:sp>
      <p:sp>
        <p:nvSpPr>
          <p:cNvPr id="6" name="Slide Number Placeholder 5">
            <a:extLst>
              <a:ext uri="{FF2B5EF4-FFF2-40B4-BE49-F238E27FC236}">
                <a16:creationId xmlns:a16="http://schemas.microsoft.com/office/drawing/2014/main" id="{9747B824-61C3-44B2-96E0-71CD8F05EC72}"/>
              </a:ext>
            </a:extLst>
          </p:cNvPr>
          <p:cNvSpPr>
            <a:spLocks noGrp="1"/>
          </p:cNvSpPr>
          <p:nvPr>
            <p:ph type="sldNum" sz="quarter" idx="12"/>
          </p:nvPr>
        </p:nvSpPr>
        <p:spPr/>
        <p:txBody>
          <a:bodyPr/>
          <a:lstStyle/>
          <a:p>
            <a:fld id="{80E73894-44EB-4A0A-8EA4-4D4287DB41F2}" type="slidenum">
              <a:rPr lang="en-US" smtClean="0"/>
              <a:t>‹#›</a:t>
            </a:fld>
            <a:endParaRPr lang="en-US"/>
          </a:p>
        </p:txBody>
      </p:sp>
    </p:spTree>
    <p:extLst>
      <p:ext uri="{BB962C8B-B14F-4D97-AF65-F5344CB8AC3E}">
        <p14:creationId xmlns:p14="http://schemas.microsoft.com/office/powerpoint/2010/main" val="28843893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8CD4B-DF80-9F1D-D40D-03270C1C3E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9FBF70-D525-C180-F32B-CE3FE7D72C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18A411-1B35-F4D2-AA07-12994AEC7197}"/>
              </a:ext>
            </a:extLst>
          </p:cNvPr>
          <p:cNvSpPr>
            <a:spLocks noGrp="1"/>
          </p:cNvSpPr>
          <p:nvPr>
            <p:ph type="dt" sz="half" idx="10"/>
          </p:nvPr>
        </p:nvSpPr>
        <p:spPr/>
        <p:txBody>
          <a:bodyPr/>
          <a:lstStyle/>
          <a:p>
            <a:fld id="{43882165-460A-834C-A49B-DE8B38B050E3}" type="datetimeFigureOut">
              <a:rPr lang="en-US" smtClean="0"/>
              <a:t>2/20/25</a:t>
            </a:fld>
            <a:endParaRPr lang="en-US"/>
          </a:p>
        </p:txBody>
      </p:sp>
      <p:sp>
        <p:nvSpPr>
          <p:cNvPr id="5" name="Footer Placeholder 4">
            <a:extLst>
              <a:ext uri="{FF2B5EF4-FFF2-40B4-BE49-F238E27FC236}">
                <a16:creationId xmlns:a16="http://schemas.microsoft.com/office/drawing/2014/main" id="{872CF42E-C602-AB75-2148-4D8D16C9F8B0}"/>
              </a:ext>
            </a:extLst>
          </p:cNvPr>
          <p:cNvSpPr>
            <a:spLocks noGrp="1"/>
          </p:cNvSpPr>
          <p:nvPr>
            <p:ph type="ftr" sz="quarter" idx="11"/>
          </p:nvPr>
        </p:nvSpPr>
        <p:spPr/>
        <p:txBody>
          <a:bodyPr/>
          <a:lstStyle>
            <a:lvl1pPr>
              <a:defRPr b="0" i="0">
                <a:latin typeface="IBM Plex Sans Light" panose="020B0403050203000203" pitchFamily="34" charset="0"/>
              </a:defRPr>
            </a:lvl1pPr>
          </a:lstStyle>
          <a:p>
            <a:endParaRPr lang="en-US" dirty="0"/>
          </a:p>
        </p:txBody>
      </p:sp>
      <p:sp>
        <p:nvSpPr>
          <p:cNvPr id="6" name="Slide Number Placeholder 5">
            <a:extLst>
              <a:ext uri="{FF2B5EF4-FFF2-40B4-BE49-F238E27FC236}">
                <a16:creationId xmlns:a16="http://schemas.microsoft.com/office/drawing/2014/main" id="{7C1F91C7-B691-18C4-E20A-A3BF2D9025AB}"/>
              </a:ext>
            </a:extLst>
          </p:cNvPr>
          <p:cNvSpPr>
            <a:spLocks noGrp="1"/>
          </p:cNvSpPr>
          <p:nvPr>
            <p:ph type="sldNum" sz="quarter" idx="12"/>
          </p:nvPr>
        </p:nvSpPr>
        <p:spPr/>
        <p:txBody>
          <a:bodyPr/>
          <a:lstStyle/>
          <a:p>
            <a:fld id="{5CFC9247-2C5F-ED43-B469-067AE88B6D6C}" type="slidenum">
              <a:rPr lang="en-US" smtClean="0"/>
              <a:t>‹#›</a:t>
            </a:fld>
            <a:endParaRPr lang="en-US"/>
          </a:p>
        </p:txBody>
      </p:sp>
    </p:spTree>
    <p:extLst>
      <p:ext uri="{BB962C8B-B14F-4D97-AF65-F5344CB8AC3E}">
        <p14:creationId xmlns:p14="http://schemas.microsoft.com/office/powerpoint/2010/main" val="170824736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tx1"/>
        </a:solidFill>
        <a:effectLst/>
      </p:bgPr>
    </p:bg>
    <p:spTree>
      <p:nvGrpSpPr>
        <p:cNvPr id="1" name=""/>
        <p:cNvGrpSpPr/>
        <p:nvPr/>
      </p:nvGrpSpPr>
      <p:grpSpPr>
        <a:xfrm>
          <a:off x="0" y="0"/>
          <a:ext cx="0" cy="0"/>
          <a:chOff x="0" y="0"/>
          <a:chExt cx="0" cy="0"/>
        </a:xfrm>
      </p:grpSpPr>
      <p:cxnSp>
        <p:nvCxnSpPr>
          <p:cNvPr id="7" name="Google Shape;18;p14">
            <a:extLst>
              <a:ext uri="{FF2B5EF4-FFF2-40B4-BE49-F238E27FC236}">
                <a16:creationId xmlns:a16="http://schemas.microsoft.com/office/drawing/2014/main" id="{E9655352-0EAC-F74D-802C-76BE86535EEA}"/>
              </a:ext>
            </a:extLst>
          </p:cNvPr>
          <p:cNvCxnSpPr/>
          <p:nvPr userDrawn="1"/>
        </p:nvCxnSpPr>
        <p:spPr>
          <a:xfrm>
            <a:off x="3074767" y="961054"/>
            <a:ext cx="0" cy="4504200"/>
          </a:xfrm>
          <a:prstGeom prst="straightConnector1">
            <a:avLst/>
          </a:prstGeom>
          <a:noFill/>
          <a:ln w="9525" cap="flat" cmpd="sng">
            <a:solidFill>
              <a:schemeClr val="lt1"/>
            </a:solidFill>
            <a:prstDash val="solid"/>
            <a:miter lim="800000"/>
            <a:headEnd type="none" w="sm" len="sm"/>
            <a:tailEnd type="none" w="sm" len="sm"/>
          </a:ln>
        </p:spPr>
      </p:cxnSp>
      <p:sp>
        <p:nvSpPr>
          <p:cNvPr id="8" name="Google Shape;19;p14">
            <a:extLst>
              <a:ext uri="{FF2B5EF4-FFF2-40B4-BE49-F238E27FC236}">
                <a16:creationId xmlns:a16="http://schemas.microsoft.com/office/drawing/2014/main" id="{031F5485-3974-2346-BBFF-0EEC59196680}"/>
              </a:ext>
            </a:extLst>
          </p:cNvPr>
          <p:cNvSpPr txBox="1"/>
          <p:nvPr userDrawn="1"/>
        </p:nvSpPr>
        <p:spPr>
          <a:xfrm>
            <a:off x="324307" y="6353265"/>
            <a:ext cx="2743200" cy="225900"/>
          </a:xfrm>
          <a:prstGeom prst="rect">
            <a:avLst/>
          </a:prstGeom>
          <a:noFill/>
          <a:ln>
            <a:noFill/>
          </a:ln>
        </p:spPr>
        <p:txBody>
          <a:bodyPr spcFirstLastPara="1" wrap="square" lIns="0" tIns="45694" rIns="91414" bIns="45694" anchor="t" anchorCtr="0">
            <a:noAutofit/>
          </a:bodyPr>
          <a:lstStyle/>
          <a:p>
            <a:pPr marL="0" marR="0" lvl="0" indent="0" algn="l" rtl="0">
              <a:spcBef>
                <a:spcPts val="0"/>
              </a:spcBef>
              <a:spcAft>
                <a:spcPts val="0"/>
              </a:spcAft>
              <a:buNone/>
            </a:pPr>
            <a:r>
              <a:rPr lang="en-US" sz="1000" b="0" i="0" u="none" strike="noStrike" cap="none" dirty="0" err="1">
                <a:solidFill>
                  <a:schemeClr val="lt1"/>
                </a:solidFill>
                <a:latin typeface="IBM Plex Sans Light" panose="020B0403050203000203" pitchFamily="34" charset="0"/>
                <a:ea typeface="IBM Plex Sans"/>
                <a:cs typeface="IBM Plex Sans"/>
                <a:sym typeface="IBM Plex Sans"/>
              </a:rPr>
              <a:t>TechCon</a:t>
            </a:r>
            <a:r>
              <a:rPr lang="en-US" sz="1000" b="0" i="0" u="none" strike="noStrike" cap="none" dirty="0">
                <a:solidFill>
                  <a:schemeClr val="lt1"/>
                </a:solidFill>
                <a:latin typeface="IBM Plex Sans Light" panose="020B0403050203000203" pitchFamily="34" charset="0"/>
                <a:ea typeface="IBM Plex Sans"/>
                <a:cs typeface="IBM Plex Sans"/>
                <a:sym typeface="IBM Plex Sans"/>
              </a:rPr>
              <a:t> 2022</a:t>
            </a:r>
            <a:endParaRPr sz="1000" b="0" i="0" dirty="0">
              <a:solidFill>
                <a:schemeClr val="lt1"/>
              </a:solidFill>
              <a:latin typeface="IBM Plex Sans Light" panose="020B0403050203000203" pitchFamily="34" charset="0"/>
              <a:ea typeface="IBM Plex Sans"/>
              <a:cs typeface="IBM Plex Sans"/>
              <a:sym typeface="IBM Plex Sans"/>
            </a:endParaRPr>
          </a:p>
        </p:txBody>
      </p:sp>
      <p:sp>
        <p:nvSpPr>
          <p:cNvPr id="9" name="Google Shape;20;p14">
            <a:extLst>
              <a:ext uri="{FF2B5EF4-FFF2-40B4-BE49-F238E27FC236}">
                <a16:creationId xmlns:a16="http://schemas.microsoft.com/office/drawing/2014/main" id="{51AE2502-1327-BC45-BAC3-EF79358A518A}"/>
              </a:ext>
            </a:extLst>
          </p:cNvPr>
          <p:cNvSpPr txBox="1"/>
          <p:nvPr userDrawn="1"/>
        </p:nvSpPr>
        <p:spPr>
          <a:xfrm>
            <a:off x="9771201" y="6344464"/>
            <a:ext cx="1830900" cy="225900"/>
          </a:xfrm>
          <a:prstGeom prst="rect">
            <a:avLst/>
          </a:prstGeom>
          <a:noFill/>
          <a:ln>
            <a:noFill/>
          </a:ln>
        </p:spPr>
        <p:txBody>
          <a:bodyPr spcFirstLastPara="1" wrap="square" lIns="0" tIns="45694" rIns="91414" bIns="45694" anchor="t" anchorCtr="0">
            <a:noAutofit/>
          </a:bodyPr>
          <a:lstStyle/>
          <a:p>
            <a:pPr marL="0" marR="0" lvl="0" indent="0" algn="l" rtl="0">
              <a:spcBef>
                <a:spcPts val="0"/>
              </a:spcBef>
              <a:spcAft>
                <a:spcPts val="0"/>
              </a:spcAft>
              <a:buNone/>
            </a:pPr>
            <a:r>
              <a:rPr lang="en-US" sz="1000" b="0" i="0" dirty="0">
                <a:solidFill>
                  <a:schemeClr val="lt1"/>
                </a:solidFill>
                <a:latin typeface="IBM Plex Sans Light" panose="020B0403050203000203" pitchFamily="34" charset="0"/>
                <a:ea typeface="IBM Plex Sans"/>
                <a:cs typeface="IBM Plex Sans"/>
                <a:sym typeface="IBM Plex Sans"/>
              </a:rPr>
              <a:t>Digital Experience</a:t>
            </a:r>
            <a:endParaRPr sz="1000" b="0" i="0" dirty="0">
              <a:solidFill>
                <a:schemeClr val="lt1"/>
              </a:solidFill>
              <a:latin typeface="IBM Plex Sans Light" panose="020B0403050203000203" pitchFamily="34" charset="0"/>
              <a:ea typeface="IBM Plex Sans"/>
              <a:cs typeface="IBM Plex Sans"/>
              <a:sym typeface="IBM Plex Sans"/>
            </a:endParaRPr>
          </a:p>
        </p:txBody>
      </p:sp>
      <p:sp>
        <p:nvSpPr>
          <p:cNvPr id="10" name="Google Shape;21;p14">
            <a:extLst>
              <a:ext uri="{FF2B5EF4-FFF2-40B4-BE49-F238E27FC236}">
                <a16:creationId xmlns:a16="http://schemas.microsoft.com/office/drawing/2014/main" id="{56D3CA08-D649-034A-84D6-69B15C341F9B}"/>
              </a:ext>
            </a:extLst>
          </p:cNvPr>
          <p:cNvSpPr txBox="1"/>
          <p:nvPr userDrawn="1"/>
        </p:nvSpPr>
        <p:spPr>
          <a:xfrm>
            <a:off x="11408563" y="6219852"/>
            <a:ext cx="462900" cy="365100"/>
          </a:xfrm>
          <a:prstGeom prst="rect">
            <a:avLst/>
          </a:prstGeom>
          <a:noFill/>
          <a:ln>
            <a:noFill/>
          </a:ln>
        </p:spPr>
        <p:txBody>
          <a:bodyPr spcFirstLastPara="1" wrap="square" lIns="91414" tIns="45694" rIns="0" bIns="45694" anchor="b" anchorCtr="0">
            <a:noAutofit/>
          </a:bodyPr>
          <a:lstStyle/>
          <a:p>
            <a:pPr marL="0" marR="0" lvl="0" indent="0" algn="r" rtl="0">
              <a:spcBef>
                <a:spcPts val="0"/>
              </a:spcBef>
              <a:spcAft>
                <a:spcPts val="0"/>
              </a:spcAft>
              <a:buNone/>
            </a:pPr>
            <a:fld id="{00000000-1234-1234-1234-123412341234}" type="slidenum">
              <a:rPr lang="en-US" sz="1000" b="0" i="0">
                <a:solidFill>
                  <a:schemeClr val="lt1"/>
                </a:solidFill>
                <a:latin typeface="IBM Plex Sans Light" panose="020B0403050203000203" pitchFamily="34" charset="0"/>
                <a:ea typeface="IBM Plex Sans"/>
                <a:cs typeface="IBM Plex Sans"/>
                <a:sym typeface="IBM Plex Sans"/>
              </a:rPr>
              <a:pPr marL="0" marR="0" lvl="0" indent="0" algn="r" rtl="0">
                <a:spcBef>
                  <a:spcPts val="0"/>
                </a:spcBef>
                <a:spcAft>
                  <a:spcPts val="0"/>
                </a:spcAft>
                <a:buNone/>
              </a:pPr>
              <a:t>‹#›</a:t>
            </a:fld>
            <a:endParaRPr sz="1000" b="0" i="0" dirty="0">
              <a:solidFill>
                <a:schemeClr val="lt1"/>
              </a:solidFill>
              <a:latin typeface="IBM Plex Sans Light" panose="020B0403050203000203" pitchFamily="34" charset="0"/>
              <a:ea typeface="IBM Plex Sans"/>
              <a:cs typeface="IBM Plex Sans"/>
              <a:sym typeface="IBM Plex Sans"/>
            </a:endParaRPr>
          </a:p>
        </p:txBody>
      </p:sp>
    </p:spTree>
    <p:extLst>
      <p:ext uri="{BB962C8B-B14F-4D97-AF65-F5344CB8AC3E}">
        <p14:creationId xmlns:p14="http://schemas.microsoft.com/office/powerpoint/2010/main" val="34022687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1_big text">
    <p:spTree>
      <p:nvGrpSpPr>
        <p:cNvPr id="1" name=""/>
        <p:cNvGrpSpPr/>
        <p:nvPr/>
      </p:nvGrpSpPr>
      <p:grpSpPr>
        <a:xfrm>
          <a:off x="0" y="0"/>
          <a:ext cx="0" cy="0"/>
          <a:chOff x="0" y="0"/>
          <a:chExt cx="0" cy="0"/>
        </a:xfrm>
      </p:grpSpPr>
      <p:sp>
        <p:nvSpPr>
          <p:cNvPr id="2" name="Title"/>
          <p:cNvSpPr>
            <a:spLocks noGrp="1"/>
          </p:cNvSpPr>
          <p:nvPr>
            <p:ph type="title"/>
          </p:nvPr>
        </p:nvSpPr>
        <p:spPr>
          <a:xfrm>
            <a:off x="182883" y="121920"/>
            <a:ext cx="11704230" cy="5872480"/>
          </a:xfrm>
        </p:spPr>
        <p:txBody>
          <a:bodyPr/>
          <a:lstStyle>
            <a:lvl1pPr>
              <a:defRPr sz="12797" b="0" i="0">
                <a:solidFill>
                  <a:schemeClr val="accent2"/>
                </a:solidFill>
                <a:latin typeface="IBM Plex Sans Light" panose="020B0403050203000203" pitchFamily="34" charset="0"/>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b="0" i="0">
                <a:solidFill>
                  <a:schemeClr val="tx1"/>
                </a:solidFill>
                <a:latin typeface="IBM Plex Sans Light" panose="020B0403050203000203" pitchFamily="34" charset="0"/>
              </a:defRPr>
            </a:lvl1pPr>
          </a:lstStyle>
          <a:p>
            <a:r>
              <a:rPr lang="en-US" dirty="0"/>
              <a:t>Group Name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spTree>
    <p:extLst>
      <p:ext uri="{BB962C8B-B14F-4D97-AF65-F5344CB8AC3E}">
        <p14:creationId xmlns:p14="http://schemas.microsoft.com/office/powerpoint/2010/main" val="399713981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1_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80416" y="268224"/>
            <a:ext cx="5522976" cy="1072896"/>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92608" y="1658112"/>
            <a:ext cx="5498592" cy="43362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6096000" y="0"/>
            <a:ext cx="3048000" cy="3429000"/>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10" name="Content Placeholder 2"/>
          <p:cNvSpPr>
            <a:spLocks noGrp="1"/>
          </p:cNvSpPr>
          <p:nvPr>
            <p:ph sz="quarter" idx="18"/>
          </p:nvPr>
        </p:nvSpPr>
        <p:spPr>
          <a:xfrm>
            <a:off x="9144000" y="0"/>
            <a:ext cx="3048000" cy="3429000"/>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12" name="Content Placeholder 3"/>
          <p:cNvSpPr>
            <a:spLocks noGrp="1"/>
          </p:cNvSpPr>
          <p:nvPr>
            <p:ph sz="quarter" idx="19"/>
          </p:nvPr>
        </p:nvSpPr>
        <p:spPr>
          <a:xfrm>
            <a:off x="6096000" y="3426886"/>
            <a:ext cx="6096000" cy="3431116"/>
          </a:xfrm>
          <a:noFill/>
          <a:ln>
            <a:noFill/>
          </a:ln>
        </p:spPr>
        <p:txBody>
          <a:bodyPr lIns="219456" tIns="201168" rIns="228600" bIns="228600"/>
          <a:lstStyle>
            <a:lvl1pPr>
              <a:defRPr b="0" i="0">
                <a:solidFill>
                  <a:schemeClr val="tx1"/>
                </a:solidFill>
                <a:latin typeface="IBM Plex Sans Light" panose="020B0403050203000203"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6096000" y="313268"/>
            <a:ext cx="0" cy="5681134"/>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9139245" y="313270"/>
            <a:ext cx="0" cy="2822546"/>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6389818" y="3426884"/>
            <a:ext cx="54864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9382689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300" y="284958"/>
            <a:ext cx="2474591" cy="762795"/>
          </a:xfrm>
        </p:spPr>
        <p:txBody>
          <a:bodyPr/>
          <a:lstStyle>
            <a:lvl1pPr>
              <a:lnSpc>
                <a:spcPct val="110000"/>
              </a:lnSpc>
              <a:defRPr sz="14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87DA3BD0-C0A1-6ADF-602A-13E61E27711F}"/>
              </a:ext>
            </a:extLst>
          </p:cNvPr>
          <p:cNvSpPr>
            <a:spLocks noGrp="1"/>
          </p:cNvSpPr>
          <p:nvPr>
            <p:ph type="sldNum" sz="quarter" idx="10"/>
          </p:nvPr>
        </p:nvSpPr>
        <p:spPr>
          <a:xfrm>
            <a:off x="11776446" y="6448425"/>
            <a:ext cx="128255" cy="127002"/>
          </a:xfrm>
          <a:prstGeom prst="rect">
            <a:avLst/>
          </a:prstGeom>
        </p:spPr>
        <p:txBody>
          <a:bodyPr/>
          <a:lstStyle/>
          <a:p>
            <a:fld id="{86CB4B4D-7CA3-9044-876B-883B54F8677D}" type="slidenum">
              <a:rPr lang="en-US" smtClean="0"/>
              <a:t>‹#›</a:t>
            </a:fld>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4127" y="1714500"/>
            <a:ext cx="2477765" cy="4286251"/>
          </a:xfrm>
        </p:spPr>
        <p:txBody>
          <a:bodyPr/>
          <a:lstStyle>
            <a:lvl1pPr>
              <a:spcBef>
                <a:spcPts val="0"/>
              </a:spcBef>
              <a:defRPr sz="1000" b="0" i="0">
                <a:solidFill>
                  <a:schemeClr val="tx1"/>
                </a:solidFill>
                <a:latin typeface="IBM Plex Sans Light" panose="020B0403050203000203" pitchFamily="34" charset="0"/>
              </a:defRPr>
            </a:lvl1pPr>
            <a:lvl2pPr marL="91406" indent="-91406">
              <a:spcBef>
                <a:spcPts val="0"/>
              </a:spcBef>
              <a:defRPr sz="1000" b="0" i="0">
                <a:solidFill>
                  <a:schemeClr val="tx1"/>
                </a:solidFill>
                <a:latin typeface="IBM Plex Sans Light" panose="020B0403050203000203" pitchFamily="34" charset="0"/>
              </a:defRPr>
            </a:lvl2pPr>
            <a:lvl3pPr marL="182808" indent="-91406">
              <a:spcBef>
                <a:spcPts val="0"/>
              </a:spcBef>
              <a:defRPr sz="1000" b="0" i="0">
                <a:solidFill>
                  <a:schemeClr val="tx1"/>
                </a:solidFill>
                <a:latin typeface="IBM Plex Sans Light" panose="020B0403050203000203" pitchFamily="34" charset="0"/>
              </a:defRPr>
            </a:lvl3pPr>
            <a:lvl4pPr marL="274214" indent="-91406">
              <a:spcBef>
                <a:spcPts val="0"/>
              </a:spcBef>
              <a:defRPr sz="1000" b="0" i="0">
                <a:solidFill>
                  <a:schemeClr val="tx1"/>
                </a:solidFill>
                <a:latin typeface="IBM Plex Sans Light" panose="020B04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1"/>
          </a:xfrm>
        </p:spPr>
        <p:txBody>
          <a:bodyPr/>
          <a:lstStyle>
            <a:lvl1pPr>
              <a:spcBef>
                <a:spcPts val="0"/>
              </a:spcBef>
              <a:defRPr sz="1000" b="0" i="0">
                <a:solidFill>
                  <a:schemeClr val="tx1"/>
                </a:solidFill>
                <a:latin typeface="IBM Plex Sans Light" panose="020B0403050203000203" pitchFamily="34" charset="0"/>
              </a:defRPr>
            </a:lvl1pPr>
            <a:lvl2pPr marL="91406" indent="-91406">
              <a:spcBef>
                <a:spcPts val="0"/>
              </a:spcBef>
              <a:defRPr sz="1000" b="0" i="0">
                <a:solidFill>
                  <a:schemeClr val="tx1"/>
                </a:solidFill>
                <a:latin typeface="IBM Plex Sans Light" panose="020B0403050203000203" pitchFamily="34" charset="0"/>
              </a:defRPr>
            </a:lvl2pPr>
            <a:lvl3pPr marL="182808" indent="-91406">
              <a:spcBef>
                <a:spcPts val="0"/>
              </a:spcBef>
              <a:defRPr sz="1000" b="0" i="0">
                <a:solidFill>
                  <a:schemeClr val="tx1"/>
                </a:solidFill>
                <a:latin typeface="IBM Plex Sans Light" panose="020B0403050203000203" pitchFamily="34" charset="0"/>
              </a:defRPr>
            </a:lvl3pPr>
            <a:lvl4pPr marL="274214" indent="-91406">
              <a:spcBef>
                <a:spcPts val="0"/>
              </a:spcBef>
              <a:defRPr sz="1000" b="0" i="0">
                <a:solidFill>
                  <a:schemeClr val="tx1"/>
                </a:solidFill>
                <a:latin typeface="IBM Plex Sans Light" panose="020B04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8" y="1714500"/>
            <a:ext cx="2476179" cy="4286251"/>
          </a:xfrm>
        </p:spPr>
        <p:txBody>
          <a:bodyPr/>
          <a:lstStyle>
            <a:lvl1pPr>
              <a:spcBef>
                <a:spcPts val="0"/>
              </a:spcBef>
              <a:defRPr sz="1000" b="0" i="0">
                <a:solidFill>
                  <a:schemeClr val="tx1"/>
                </a:solidFill>
                <a:latin typeface="IBM Plex Sans Light" panose="020B0403050203000203" pitchFamily="34" charset="0"/>
              </a:defRPr>
            </a:lvl1pPr>
            <a:lvl2pPr marL="91406" indent="-91406">
              <a:spcBef>
                <a:spcPts val="0"/>
              </a:spcBef>
              <a:defRPr sz="1000" b="0" i="0">
                <a:solidFill>
                  <a:schemeClr val="tx1"/>
                </a:solidFill>
                <a:latin typeface="IBM Plex Sans Light" panose="020B0403050203000203" pitchFamily="34" charset="0"/>
              </a:defRPr>
            </a:lvl2pPr>
            <a:lvl3pPr marL="182808" indent="-91406">
              <a:spcBef>
                <a:spcPts val="0"/>
              </a:spcBef>
              <a:defRPr sz="1000" b="0" i="0">
                <a:solidFill>
                  <a:schemeClr val="tx1"/>
                </a:solidFill>
                <a:latin typeface="IBM Plex Sans Light" panose="020B0403050203000203" pitchFamily="34" charset="0"/>
              </a:defRPr>
            </a:lvl3pPr>
            <a:lvl4pPr marL="274214" indent="-91406">
              <a:spcBef>
                <a:spcPts val="0"/>
              </a:spcBef>
              <a:defRPr sz="1000" b="0" i="0">
                <a:solidFill>
                  <a:schemeClr val="tx1"/>
                </a:solidFill>
                <a:latin typeface="IBM Plex Sans Light" panose="020B04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3" y="1714500"/>
            <a:ext cx="2479352" cy="4286251"/>
          </a:xfrm>
        </p:spPr>
        <p:txBody>
          <a:bodyPr/>
          <a:lstStyle>
            <a:lvl1pPr>
              <a:spcBef>
                <a:spcPts val="0"/>
              </a:spcBef>
              <a:defRPr sz="1000" b="0" i="0">
                <a:solidFill>
                  <a:schemeClr val="tx1"/>
                </a:solidFill>
                <a:latin typeface="IBM Plex Sans Light" panose="020B0403050203000203" pitchFamily="34" charset="0"/>
              </a:defRPr>
            </a:lvl1pPr>
            <a:lvl2pPr marL="91406" indent="-91406">
              <a:spcBef>
                <a:spcPts val="0"/>
              </a:spcBef>
              <a:defRPr sz="1000" b="0" i="0">
                <a:solidFill>
                  <a:schemeClr val="tx1"/>
                </a:solidFill>
                <a:latin typeface="IBM Plex Sans Light" panose="020B0403050203000203" pitchFamily="34" charset="0"/>
              </a:defRPr>
            </a:lvl2pPr>
            <a:lvl3pPr marL="182808" indent="-91406">
              <a:spcBef>
                <a:spcPts val="0"/>
              </a:spcBef>
              <a:defRPr sz="1000" b="0" i="0">
                <a:solidFill>
                  <a:schemeClr val="tx1"/>
                </a:solidFill>
                <a:latin typeface="IBM Plex Sans Light" panose="020B0403050203000203" pitchFamily="34" charset="0"/>
              </a:defRPr>
            </a:lvl3pPr>
            <a:lvl4pPr marL="274214" indent="-91406">
              <a:spcBef>
                <a:spcPts val="0"/>
              </a:spcBef>
              <a:defRPr sz="1000" b="0" i="0">
                <a:solidFill>
                  <a:schemeClr val="tx1"/>
                </a:solidFill>
                <a:latin typeface="IBM Plex Sans Light" panose="020B04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725F833F-819E-FEB3-6037-605097B8421D}"/>
              </a:ext>
            </a:extLst>
          </p:cNvPr>
          <p:cNvSpPr>
            <a:spLocks noGrp="1"/>
          </p:cNvSpPr>
          <p:nvPr>
            <p:ph type="ftr" sz="quarter" idx="15"/>
          </p:nvPr>
        </p:nvSpPr>
        <p:spPr/>
        <p:txBody>
          <a:bodyPr/>
          <a:lstStyle>
            <a:lvl1pPr>
              <a:defRPr b="0" i="0">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2082438277"/>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383302" y="213242"/>
            <a:ext cx="2474591" cy="953295"/>
          </a:xfrm>
        </p:spPr>
        <p:txBody>
          <a:bodyPr/>
          <a:lstStyle>
            <a:lvl1pPr>
              <a:lnSpc>
                <a:spcPct val="90000"/>
              </a:lnSpc>
              <a:defRPr sz="6497">
                <a:solidFill>
                  <a:schemeClr val="accent1"/>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9428523" y="214828"/>
            <a:ext cx="2474591" cy="951707"/>
          </a:xfrm>
        </p:spPr>
        <p:txBody>
          <a:bodyPr/>
          <a:lstStyle>
            <a:lvl1pPr>
              <a:lnSpc>
                <a:spcPct val="90000"/>
              </a:lnSpc>
              <a:defRPr sz="6497">
                <a:solidFill>
                  <a:schemeClr val="accent1"/>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3333316" y="213228"/>
            <a:ext cx="2475384" cy="953956"/>
          </a:xfrm>
        </p:spPr>
        <p:txBody>
          <a:bodyPr/>
          <a:lstStyle>
            <a:lvl1pPr>
              <a:lnSpc>
                <a:spcPct val="90000"/>
              </a:lnSpc>
              <a:defRPr sz="6497">
                <a:solidFill>
                  <a:schemeClr val="accent1"/>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287300" y="284956"/>
            <a:ext cx="2474591" cy="1429544"/>
          </a:xfrm>
        </p:spPr>
        <p:txBody>
          <a:bodyPr/>
          <a:lstStyle>
            <a:lvl1pPr>
              <a:lnSpc>
                <a:spcPct val="110000"/>
              </a:lnSpc>
              <a:defRPr sz="1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8D705BEB-F3AA-BF3A-70A5-738D5EE71F07}"/>
              </a:ext>
            </a:extLst>
          </p:cNvPr>
          <p:cNvSpPr>
            <a:spLocks noGrp="1"/>
          </p:cNvSpPr>
          <p:nvPr>
            <p:ph type="sldNum" sz="quarter" idx="10"/>
          </p:nvPr>
        </p:nvSpPr>
        <p:spPr>
          <a:xfrm>
            <a:off x="11776446" y="6448425"/>
            <a:ext cx="128255" cy="127002"/>
          </a:xfrm>
          <a:prstGeom prst="rect">
            <a:avLst/>
          </a:prstGeom>
        </p:spPr>
        <p:txBody>
          <a:bodyPr/>
          <a:lstStyle/>
          <a:p>
            <a:fld id="{86CB4B4D-7CA3-9044-876B-883B54F8677D}" type="slidenum">
              <a:rPr lang="en-US" smtClean="0"/>
              <a:t>‹#›</a:t>
            </a:fld>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3333316" y="6000752"/>
            <a:ext cx="2475384" cy="571500"/>
          </a:xfrm>
        </p:spPr>
        <p:txBody>
          <a:bodyPr anchor="b"/>
          <a:lstStyle>
            <a:lvl1pPr>
              <a:lnSpc>
                <a:spcPct val="120000"/>
              </a:lnSpc>
              <a:spcBef>
                <a:spcPts val="0"/>
              </a:spcBef>
              <a:defRPr sz="800" b="0" i="0">
                <a:solidFill>
                  <a:schemeClr val="tx1"/>
                </a:solidFill>
                <a:latin typeface="IBM Plex Sans Light" panose="020B0403050203000203" pitchFamily="34" charset="0"/>
              </a:defRPr>
            </a:lvl1pPr>
            <a:lvl2pPr marL="73123" indent="-73123">
              <a:lnSpc>
                <a:spcPct val="120000"/>
              </a:lnSpc>
              <a:spcBef>
                <a:spcPts val="0"/>
              </a:spcBef>
              <a:defRPr sz="800" b="0" i="0">
                <a:solidFill>
                  <a:schemeClr val="tx1"/>
                </a:solidFill>
                <a:latin typeface="IBM Plex Sans Light" panose="020B0403050203000203" pitchFamily="34" charset="0"/>
              </a:defRPr>
            </a:lvl2pPr>
            <a:lvl3pPr marL="146247" indent="-73123">
              <a:lnSpc>
                <a:spcPct val="120000"/>
              </a:lnSpc>
              <a:spcBef>
                <a:spcPts val="0"/>
              </a:spcBef>
              <a:defRPr sz="800" b="0" i="0">
                <a:solidFill>
                  <a:schemeClr val="tx1"/>
                </a:solidFill>
                <a:latin typeface="IBM Plex Sans Light" panose="020B0403050203000203" pitchFamily="34" charset="0"/>
              </a:defRPr>
            </a:lvl3pPr>
            <a:lvl4pPr marL="219371" indent="-73123">
              <a:lnSpc>
                <a:spcPct val="120000"/>
              </a:lnSpc>
              <a:spcBef>
                <a:spcPts val="0"/>
              </a:spcBef>
              <a:defRPr sz="800" b="0" i="0">
                <a:solidFill>
                  <a:schemeClr val="tx1"/>
                </a:solidFill>
                <a:latin typeface="IBM Plex Sans Light" panose="020B0403050203000203" pitchFamily="34" charset="0"/>
              </a:defRPr>
            </a:lvl4pPr>
            <a:lvl5pPr>
              <a:lnSpc>
                <a:spcPct val="120000"/>
              </a:lnSpc>
              <a:spcBef>
                <a:spcPts val="0"/>
              </a:spcBef>
              <a:defRPr sz="8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3333316" y="1166535"/>
            <a:ext cx="2475384" cy="483652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6380918" y="1167329"/>
            <a:ext cx="2476179"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9448033" y="1166535"/>
            <a:ext cx="2476179" cy="4833423"/>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AAEFAA-EB42-1E87-74E6-FE0BC9198F83}"/>
              </a:ext>
            </a:extLst>
          </p:cNvPr>
          <p:cNvSpPr>
            <a:spLocks noGrp="1"/>
          </p:cNvSpPr>
          <p:nvPr>
            <p:ph type="ftr" sz="quarter" idx="18"/>
          </p:nvPr>
        </p:nvSpPr>
        <p:spPr/>
        <p:txBody>
          <a:bodyPr/>
          <a:lstStyle>
            <a:lvl1pPr>
              <a:defRPr b="0" i="0">
                <a:solidFill>
                  <a:schemeClr val="tx1"/>
                </a:solidFill>
                <a:latin typeface="IBM Plex Sans Light" panose="020B0403050203000203" pitchFamily="34" charset="0"/>
              </a:defRPr>
            </a:lvl1pPr>
          </a:lstStyle>
          <a:p>
            <a:endParaRPr lang="en-US" dirty="0"/>
          </a:p>
        </p:txBody>
      </p:sp>
    </p:spTree>
    <p:extLst>
      <p:ext uri="{BB962C8B-B14F-4D97-AF65-F5344CB8AC3E}">
        <p14:creationId xmlns:p14="http://schemas.microsoft.com/office/powerpoint/2010/main" val="206032597"/>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p:cSld name="title (black box) over image(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defTabSz="914229"/>
            <a:fld id="{3FD999D4-B456-9943-89B7-30D56181CE18}" type="slidenum">
              <a:rPr lang="en-US" smtClean="0">
                <a:solidFill>
                  <a:srgbClr val="000000"/>
                </a:solidFill>
              </a:rPr>
              <a:pPr defTabSz="914229"/>
              <a:t>‹#›</a:t>
            </a:fld>
            <a:endParaRPr lang="en-US">
              <a:solidFill>
                <a:srgbClr val="000000"/>
              </a:solidFill>
            </a:endParaRPr>
          </a:p>
        </p:txBody>
      </p:sp>
      <p:sp>
        <p:nvSpPr>
          <p:cNvPr id="4" name="Footer Placeholder 3"/>
          <p:cNvSpPr>
            <a:spLocks noGrp="1"/>
          </p:cNvSpPr>
          <p:nvPr>
            <p:ph type="ftr" sz="quarter" idx="11"/>
          </p:nvPr>
        </p:nvSpPr>
        <p:spPr/>
        <p:txBody>
          <a:bodyPr/>
          <a:lstStyle>
            <a:lvl1pPr>
              <a:defRPr b="0" i="0">
                <a:latin typeface="IBM Plex Sans Light" panose="020B0403050203000203" pitchFamily="34" charset="0"/>
              </a:defRPr>
            </a:lvl1pPr>
          </a:lstStyle>
          <a:p>
            <a:r>
              <a:rPr lang="en-US" dirty="0">
                <a:solidFill>
                  <a:srgbClr val="000000"/>
                </a:solidFill>
              </a:rPr>
              <a:t>IBM Cloud / DOC ID / Month XX, 2018 / © 2018 IBM Corporation</a:t>
            </a:r>
          </a:p>
        </p:txBody>
      </p:sp>
      <p:sp>
        <p:nvSpPr>
          <p:cNvPr id="6" name="Title 5"/>
          <p:cNvSpPr>
            <a:spLocks noGrp="1"/>
          </p:cNvSpPr>
          <p:nvPr>
            <p:ph type="title"/>
          </p:nvPr>
        </p:nvSpPr>
        <p:spPr>
          <a:xfrm>
            <a:off x="1" y="0"/>
            <a:ext cx="12191999" cy="1720852"/>
          </a:xfrm>
          <a:solidFill>
            <a:schemeClr val="tx1"/>
          </a:solidFill>
        </p:spPr>
        <p:txBody>
          <a:bodyPr lIns="228600" tIns="201168" rIns="228600" bIns="228600"/>
          <a:lstStyle>
            <a:lvl1pPr>
              <a:defRPr sz="3199">
                <a:solidFill>
                  <a:schemeClr val="bg2"/>
                </a:solidFill>
              </a:defRPr>
            </a:lvl1pPr>
          </a:lstStyle>
          <a:p>
            <a:r>
              <a:rPr lang="en-GB"/>
              <a:t>Click to edit Master title style</a:t>
            </a:r>
            <a:endParaRPr lang="en-US" dirty="0"/>
          </a:p>
        </p:txBody>
      </p:sp>
    </p:spTree>
    <p:extLst>
      <p:ext uri="{BB962C8B-B14F-4D97-AF65-F5344CB8AC3E}">
        <p14:creationId xmlns:p14="http://schemas.microsoft.com/office/powerpoint/2010/main" val="340863058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heme" Target="../theme/theme1.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9" Type="http://schemas.openxmlformats.org/officeDocument/2006/relationships/slideLayout" Target="../slideLayouts/slideLayout122.xml"/><Relationship Id="rId21" Type="http://schemas.openxmlformats.org/officeDocument/2006/relationships/slideLayout" Target="../slideLayouts/slideLayout104.xml"/><Relationship Id="rId34" Type="http://schemas.openxmlformats.org/officeDocument/2006/relationships/slideLayout" Target="../slideLayouts/slideLayout117.xml"/><Relationship Id="rId42" Type="http://schemas.openxmlformats.org/officeDocument/2006/relationships/slideLayout" Target="../slideLayouts/slideLayout125.xml"/><Relationship Id="rId47" Type="http://schemas.openxmlformats.org/officeDocument/2006/relationships/slideLayout" Target="../slideLayouts/slideLayout130.xml"/><Relationship Id="rId50" Type="http://schemas.openxmlformats.org/officeDocument/2006/relationships/slideLayout" Target="../slideLayouts/slideLayout133.xml"/><Relationship Id="rId7" Type="http://schemas.openxmlformats.org/officeDocument/2006/relationships/slideLayout" Target="../slideLayouts/slideLayout90.xml"/><Relationship Id="rId2" Type="http://schemas.openxmlformats.org/officeDocument/2006/relationships/slideLayout" Target="../slideLayouts/slideLayout85.xml"/><Relationship Id="rId16" Type="http://schemas.openxmlformats.org/officeDocument/2006/relationships/slideLayout" Target="../slideLayouts/slideLayout99.xml"/><Relationship Id="rId29" Type="http://schemas.openxmlformats.org/officeDocument/2006/relationships/slideLayout" Target="../slideLayouts/slideLayout112.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slideLayout" Target="../slideLayouts/slideLayout115.xml"/><Relationship Id="rId37" Type="http://schemas.openxmlformats.org/officeDocument/2006/relationships/slideLayout" Target="../slideLayouts/slideLayout120.xml"/><Relationship Id="rId40" Type="http://schemas.openxmlformats.org/officeDocument/2006/relationships/slideLayout" Target="../slideLayouts/slideLayout123.xml"/><Relationship Id="rId45" Type="http://schemas.openxmlformats.org/officeDocument/2006/relationships/slideLayout" Target="../slideLayouts/slideLayout128.xml"/><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36" Type="http://schemas.openxmlformats.org/officeDocument/2006/relationships/slideLayout" Target="../slideLayouts/slideLayout119.xml"/><Relationship Id="rId49" Type="http://schemas.openxmlformats.org/officeDocument/2006/relationships/slideLayout" Target="../slideLayouts/slideLayout132.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slideLayout" Target="../slideLayouts/slideLayout114.xml"/><Relationship Id="rId44" Type="http://schemas.openxmlformats.org/officeDocument/2006/relationships/slideLayout" Target="../slideLayouts/slideLayout127.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35" Type="http://schemas.openxmlformats.org/officeDocument/2006/relationships/slideLayout" Target="../slideLayouts/slideLayout118.xml"/><Relationship Id="rId43" Type="http://schemas.openxmlformats.org/officeDocument/2006/relationships/slideLayout" Target="../slideLayouts/slideLayout126.xml"/><Relationship Id="rId48" Type="http://schemas.openxmlformats.org/officeDocument/2006/relationships/slideLayout" Target="../slideLayouts/slideLayout131.xml"/><Relationship Id="rId8" Type="http://schemas.openxmlformats.org/officeDocument/2006/relationships/slideLayout" Target="../slideLayouts/slideLayout91.xml"/><Relationship Id="rId51" Type="http://schemas.openxmlformats.org/officeDocument/2006/relationships/theme" Target="../theme/theme2.xml"/><Relationship Id="rId3" Type="http://schemas.openxmlformats.org/officeDocument/2006/relationships/slideLayout" Target="../slideLayouts/slideLayout86.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slideLayout" Target="../slideLayouts/slideLayout116.xml"/><Relationship Id="rId38" Type="http://schemas.openxmlformats.org/officeDocument/2006/relationships/slideLayout" Target="../slideLayouts/slideLayout121.xml"/><Relationship Id="rId46" Type="http://schemas.openxmlformats.org/officeDocument/2006/relationships/slideLayout" Target="../slideLayouts/slideLayout129.xml"/><Relationship Id="rId20" Type="http://schemas.openxmlformats.org/officeDocument/2006/relationships/slideLayout" Target="../slideLayouts/slideLayout103.xml"/><Relationship Id="rId41" Type="http://schemas.openxmlformats.org/officeDocument/2006/relationships/slideLayout" Target="../slideLayouts/slideLayout124.xml"/><Relationship Id="rId1" Type="http://schemas.openxmlformats.org/officeDocument/2006/relationships/slideLayout" Target="../slideLayouts/slideLayout84.xml"/><Relationship Id="rId6"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en-US"/>
              <a:t>Click to edit Master title style</a:t>
            </a:r>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p:cNvSpPr>
            <a:spLocks noGrp="1"/>
          </p:cNvSpPr>
          <p:nvPr>
            <p:ph type="ftr" sz="quarter" idx="3"/>
          </p:nvPr>
        </p:nvSpPr>
        <p:spPr>
          <a:xfrm>
            <a:off x="304889" y="6400801"/>
            <a:ext cx="5486313" cy="222249"/>
          </a:xfrm>
          <a:prstGeom prst="rect">
            <a:avLst/>
          </a:prstGeom>
        </p:spPr>
        <p:txBody>
          <a:bodyPr vert="horz" lIns="0" tIns="0" rIns="0" bIns="0" rtlCol="0" anchor="ctr"/>
          <a:lstStyle>
            <a:lvl1pPr marL="0" marR="0" indent="0" algn="l" defTabSz="914633" rtl="0" eaLnBrk="1" fontAlgn="auto" latinLnBrk="0" hangingPunct="1">
              <a:lnSpc>
                <a:spcPct val="100000"/>
              </a:lnSpc>
              <a:spcBef>
                <a:spcPts val="0"/>
              </a:spcBef>
              <a:spcAft>
                <a:spcPts val="0"/>
              </a:spcAft>
              <a:buClrTx/>
              <a:buSzTx/>
              <a:buFontTx/>
              <a:buNone/>
              <a:tabLst/>
              <a:defRPr sz="800" b="0" i="0">
                <a:solidFill>
                  <a:schemeClr val="tx1"/>
                </a:solidFill>
                <a:latin typeface="IBM Plex Sans" panose="020B0503050203000203" pitchFamily="34" charset="0"/>
              </a:defRPr>
            </a:lvl1pPr>
          </a:lstStyle>
          <a:p>
            <a:r>
              <a:rPr lang="en-US" dirty="0"/>
              <a:t>Group Name / DOC ID / Month XX, 2022 / © 2022 IBM Corporation</a:t>
            </a:r>
          </a:p>
        </p:txBody>
      </p:sp>
      <p:sp>
        <p:nvSpPr>
          <p:cNvPr id="8" name="Slide Number Placeholder"/>
          <p:cNvSpPr>
            <a:spLocks noGrp="1"/>
          </p:cNvSpPr>
          <p:nvPr>
            <p:ph type="sldNum" sz="quarter" idx="4"/>
          </p:nvPr>
        </p:nvSpPr>
        <p:spPr>
          <a:xfrm>
            <a:off x="9448802" y="6400801"/>
            <a:ext cx="2438309" cy="222249"/>
          </a:xfrm>
          <a:prstGeom prst="rect">
            <a:avLst/>
          </a:prstGeom>
        </p:spPr>
        <p:txBody>
          <a:bodyPr vert="horz" lIns="0" tIns="0" rIns="0" bIns="0" rtlCol="0" anchor="ctr"/>
          <a:lstStyle>
            <a:lvl1pPr algn="r">
              <a:defRPr sz="800" b="0" i="0">
                <a:solidFill>
                  <a:schemeClr val="tx1"/>
                </a:solidFill>
                <a:latin typeface="IBM Plex Sans" panose="020B0503050203000203"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06450307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Lst>
  <p:hf hdr="0" dt="0"/>
  <p:txStyles>
    <p:titleStyle>
      <a:lvl1pPr algn="l" rtl="0" eaLnBrk="1" fontAlgn="base" hangingPunct="1">
        <a:lnSpc>
          <a:spcPct val="90000"/>
        </a:lnSpc>
        <a:spcBef>
          <a:spcPct val="0"/>
        </a:spcBef>
        <a:spcAft>
          <a:spcPct val="0"/>
        </a:spcAft>
        <a:defRPr sz="32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960">
          <a:solidFill>
            <a:srgbClr val="191919"/>
          </a:solidFill>
          <a:latin typeface="IBM Plex Sans Light" pitchFamily="34" charset="0"/>
        </a:defRPr>
      </a:lvl2pPr>
      <a:lvl3pPr algn="l" rtl="0" eaLnBrk="1" fontAlgn="base" hangingPunct="1">
        <a:lnSpc>
          <a:spcPct val="90000"/>
        </a:lnSpc>
        <a:spcBef>
          <a:spcPct val="0"/>
        </a:spcBef>
        <a:spcAft>
          <a:spcPct val="0"/>
        </a:spcAft>
        <a:defRPr sz="2960">
          <a:solidFill>
            <a:srgbClr val="191919"/>
          </a:solidFill>
          <a:latin typeface="IBM Plex Sans Light" pitchFamily="34" charset="0"/>
        </a:defRPr>
      </a:lvl3pPr>
      <a:lvl4pPr algn="l" rtl="0" eaLnBrk="1" fontAlgn="base" hangingPunct="1">
        <a:lnSpc>
          <a:spcPct val="90000"/>
        </a:lnSpc>
        <a:spcBef>
          <a:spcPct val="0"/>
        </a:spcBef>
        <a:spcAft>
          <a:spcPct val="0"/>
        </a:spcAft>
        <a:defRPr sz="2960">
          <a:solidFill>
            <a:srgbClr val="191919"/>
          </a:solidFill>
          <a:latin typeface="IBM Plex Sans Light" pitchFamily="34" charset="0"/>
        </a:defRPr>
      </a:lvl4pPr>
      <a:lvl5pPr algn="l" rtl="0" eaLnBrk="1" fontAlgn="base" hangingPunct="1">
        <a:lnSpc>
          <a:spcPct val="90000"/>
        </a:lnSpc>
        <a:spcBef>
          <a:spcPct val="0"/>
        </a:spcBef>
        <a:spcAft>
          <a:spcPct val="0"/>
        </a:spcAft>
        <a:defRPr sz="2960">
          <a:solidFill>
            <a:srgbClr val="191919"/>
          </a:solidFill>
          <a:latin typeface="IBM Plex Sans Light" pitchFamily="34" charset="0"/>
        </a:defRPr>
      </a:lvl5pPr>
      <a:lvl6pPr marL="483412" algn="l" rtl="0" eaLnBrk="1" fontAlgn="base" hangingPunct="1">
        <a:lnSpc>
          <a:spcPct val="90000"/>
        </a:lnSpc>
        <a:spcBef>
          <a:spcPct val="0"/>
        </a:spcBef>
        <a:spcAft>
          <a:spcPct val="0"/>
        </a:spcAft>
        <a:defRPr sz="2960">
          <a:solidFill>
            <a:srgbClr val="191919"/>
          </a:solidFill>
          <a:latin typeface="IBM Plex Sans Light" pitchFamily="34" charset="0"/>
        </a:defRPr>
      </a:lvl6pPr>
      <a:lvl7pPr marL="966828" algn="l" rtl="0" eaLnBrk="1" fontAlgn="base" hangingPunct="1">
        <a:lnSpc>
          <a:spcPct val="90000"/>
        </a:lnSpc>
        <a:spcBef>
          <a:spcPct val="0"/>
        </a:spcBef>
        <a:spcAft>
          <a:spcPct val="0"/>
        </a:spcAft>
        <a:defRPr sz="2960">
          <a:solidFill>
            <a:srgbClr val="191919"/>
          </a:solidFill>
          <a:latin typeface="IBM Plex Sans Light" pitchFamily="34" charset="0"/>
        </a:defRPr>
      </a:lvl7pPr>
      <a:lvl8pPr marL="1450240" algn="l" rtl="0" eaLnBrk="1" fontAlgn="base" hangingPunct="1">
        <a:lnSpc>
          <a:spcPct val="90000"/>
        </a:lnSpc>
        <a:spcBef>
          <a:spcPct val="0"/>
        </a:spcBef>
        <a:spcAft>
          <a:spcPct val="0"/>
        </a:spcAft>
        <a:defRPr sz="2960">
          <a:solidFill>
            <a:srgbClr val="191919"/>
          </a:solidFill>
          <a:latin typeface="IBM Plex Sans Light" pitchFamily="34" charset="0"/>
        </a:defRPr>
      </a:lvl8pPr>
      <a:lvl9pPr marL="1933653" algn="l" rtl="0" eaLnBrk="1" fontAlgn="base" hangingPunct="1">
        <a:lnSpc>
          <a:spcPct val="90000"/>
        </a:lnSpc>
        <a:spcBef>
          <a:spcPct val="0"/>
        </a:spcBef>
        <a:spcAft>
          <a:spcPct val="0"/>
        </a:spcAft>
        <a:defRPr sz="2960">
          <a:solidFill>
            <a:srgbClr val="191919"/>
          </a:solidFill>
          <a:latin typeface="IBM Plex Sans Light" pitchFamily="34" charset="0"/>
        </a:defRPr>
      </a:lvl9pPr>
    </p:titleStyle>
    <p:bodyStyle>
      <a:lvl1pPr marL="0" indent="0" algn="l" rtl="0" eaLnBrk="1" fontAlgn="base" hangingPunct="1">
        <a:lnSpc>
          <a:spcPct val="100000"/>
        </a:lnSpc>
        <a:spcBef>
          <a:spcPts val="1467"/>
        </a:spcBef>
        <a:spcAft>
          <a:spcPct val="0"/>
        </a:spcAft>
        <a:buClr>
          <a:srgbClr val="001141"/>
        </a:buClr>
        <a:buSzPct val="90000"/>
        <a:buFont typeface="IBM Plex Sans Light" pitchFamily="2" charset="2"/>
        <a:buNone/>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97"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95" indent="-231642" algn="l" rtl="0" eaLnBrk="1" fontAlgn="base" hangingPunct="1">
        <a:lnSpc>
          <a:spcPct val="100000"/>
        </a:lnSpc>
        <a:spcBef>
          <a:spcPts val="1467"/>
        </a:spcBef>
        <a:spcAft>
          <a:spcPct val="0"/>
        </a:spcAft>
        <a:buClr>
          <a:srgbClr val="001141"/>
        </a:buClr>
        <a:buSzPct val="100000"/>
        <a:buFont typeface="IBM Plex Sans Light" panose="020B0604020202020204" pitchFamily="34" charset="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190" indent="-231642" algn="l" rtl="0" eaLnBrk="1" fontAlgn="base" hangingPunct="1">
        <a:lnSpc>
          <a:spcPct val="100000"/>
        </a:lnSpc>
        <a:spcBef>
          <a:spcPts val="1467"/>
        </a:spcBef>
        <a:spcAft>
          <a:spcPct val="0"/>
        </a:spcAft>
        <a:buClr>
          <a:srgbClr val="001141"/>
        </a:buClr>
        <a:buSzPct val="100000"/>
        <a:buFont typeface="IBM Plex Sans Light" charset="-120"/>
        <a:buChar char="–"/>
        <a:tabLst/>
        <a:defRPr sz="1867"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1020" indent="-231642" algn="l" rtl="0" eaLnBrk="1" fontAlgn="base" hangingPunct="1">
        <a:lnSpc>
          <a:spcPct val="100000"/>
        </a:lnSpc>
        <a:spcBef>
          <a:spcPts val="1467"/>
        </a:spcBef>
        <a:spcAft>
          <a:spcPct val="0"/>
        </a:spcAft>
        <a:buClr>
          <a:srgbClr val="001141"/>
        </a:buClr>
        <a:buFont typeface="IBM Plex Sans Light" charset="-120"/>
        <a:buChar char="»"/>
        <a:tabLst/>
        <a:defRPr sz="1867"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575" indent="-172889"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990" indent="-172889"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8403" indent="-172889"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818" indent="-172889" algn="l" rtl="0" eaLnBrk="1" fontAlgn="base" hangingPunct="1">
        <a:spcBef>
          <a:spcPct val="20000"/>
        </a:spcBef>
        <a:spcAft>
          <a:spcPct val="0"/>
        </a:spcAft>
        <a:buClr>
          <a:schemeClr val="bg1"/>
        </a:buClr>
        <a:buChar char="»"/>
        <a:defRPr sz="1692">
          <a:solidFill>
            <a:schemeClr val="bg1"/>
          </a:solidFill>
          <a:latin typeface="IBM Plex Sans Light" charset="0"/>
        </a:defRPr>
      </a:lvl9pPr>
    </p:bodyStyle>
    <p:otherStyle>
      <a:defPPr>
        <a:defRPr lang="en-US"/>
      </a:defPPr>
      <a:lvl1pPr marL="0" algn="l" defTabSz="966828" rtl="0" eaLnBrk="1" latinLnBrk="0" hangingPunct="1">
        <a:defRPr sz="1904" kern="1200">
          <a:solidFill>
            <a:schemeClr val="tx1"/>
          </a:solidFill>
          <a:latin typeface="+mn-lt"/>
          <a:ea typeface="+mn-ea"/>
          <a:cs typeface="+mn-cs"/>
        </a:defRPr>
      </a:lvl1pPr>
      <a:lvl2pPr marL="483412" algn="l" defTabSz="966828" rtl="0" eaLnBrk="1" latinLnBrk="0" hangingPunct="1">
        <a:defRPr sz="1904" kern="1200">
          <a:solidFill>
            <a:schemeClr val="tx1"/>
          </a:solidFill>
          <a:latin typeface="+mn-lt"/>
          <a:ea typeface="+mn-ea"/>
          <a:cs typeface="+mn-cs"/>
        </a:defRPr>
      </a:lvl2pPr>
      <a:lvl3pPr marL="966828" algn="l" defTabSz="966828" rtl="0" eaLnBrk="1" latinLnBrk="0" hangingPunct="1">
        <a:defRPr sz="1904" kern="1200">
          <a:solidFill>
            <a:schemeClr val="tx1"/>
          </a:solidFill>
          <a:latin typeface="+mn-lt"/>
          <a:ea typeface="+mn-ea"/>
          <a:cs typeface="+mn-cs"/>
        </a:defRPr>
      </a:lvl3pPr>
      <a:lvl4pPr marL="1450240" algn="l" defTabSz="966828" rtl="0" eaLnBrk="1" latinLnBrk="0" hangingPunct="1">
        <a:defRPr sz="1904" kern="1200">
          <a:solidFill>
            <a:schemeClr val="tx1"/>
          </a:solidFill>
          <a:latin typeface="+mn-lt"/>
          <a:ea typeface="+mn-ea"/>
          <a:cs typeface="+mn-cs"/>
        </a:defRPr>
      </a:lvl4pPr>
      <a:lvl5pPr marL="1933653" algn="l" defTabSz="966828" rtl="0" eaLnBrk="1" latinLnBrk="0" hangingPunct="1">
        <a:defRPr sz="1904" kern="1200">
          <a:solidFill>
            <a:schemeClr val="tx1"/>
          </a:solidFill>
          <a:latin typeface="+mn-lt"/>
          <a:ea typeface="+mn-ea"/>
          <a:cs typeface="+mn-cs"/>
        </a:defRPr>
      </a:lvl5pPr>
      <a:lvl6pPr marL="2417068" algn="l" defTabSz="966828" rtl="0" eaLnBrk="1" latinLnBrk="0" hangingPunct="1">
        <a:defRPr sz="1904" kern="1200">
          <a:solidFill>
            <a:schemeClr val="tx1"/>
          </a:solidFill>
          <a:latin typeface="+mn-lt"/>
          <a:ea typeface="+mn-ea"/>
          <a:cs typeface="+mn-cs"/>
        </a:defRPr>
      </a:lvl6pPr>
      <a:lvl7pPr marL="2900479" algn="l" defTabSz="966828" rtl="0" eaLnBrk="1" latinLnBrk="0" hangingPunct="1">
        <a:defRPr sz="1904" kern="1200">
          <a:solidFill>
            <a:schemeClr val="tx1"/>
          </a:solidFill>
          <a:latin typeface="+mn-lt"/>
          <a:ea typeface="+mn-ea"/>
          <a:cs typeface="+mn-cs"/>
        </a:defRPr>
      </a:lvl7pPr>
      <a:lvl8pPr marL="3383893" algn="l" defTabSz="966828" rtl="0" eaLnBrk="1" latinLnBrk="0" hangingPunct="1">
        <a:defRPr sz="1904" kern="1200">
          <a:solidFill>
            <a:schemeClr val="tx1"/>
          </a:solidFill>
          <a:latin typeface="+mn-lt"/>
          <a:ea typeface="+mn-ea"/>
          <a:cs typeface="+mn-cs"/>
        </a:defRPr>
      </a:lvl8pPr>
      <a:lvl9pPr marL="3867306" algn="l" defTabSz="966828"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pos="144">
          <p15:clr>
            <a:srgbClr val="F26B43"/>
          </p15:clr>
        </p15:guide>
        <p15:guide id="3" pos="5616">
          <p15:clr>
            <a:srgbClr val="F26B43"/>
          </p15:clr>
        </p15:guide>
        <p15:guide id="4" orient="horz" pos="2832">
          <p15:clr>
            <a:srgbClr val="F26B43"/>
          </p15:clr>
        </p15:guide>
        <p15:guide id="5" orient="horz" pos="3094">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80416" y="268224"/>
            <a:ext cx="5522976" cy="5726176"/>
          </a:xfrm>
          <a:prstGeom prst="rect">
            <a:avLst/>
          </a:prstGeom>
        </p:spPr>
        <p:txBody>
          <a:bodyPr vert="horz" lIns="0" tIns="0" rIns="0" bIns="0" rtlCol="0" anchor="t">
            <a:noAutofit/>
          </a:bodyPr>
          <a:lstStyle/>
          <a:p>
            <a:r>
              <a:rPr lang="en-US" dirty="0"/>
              <a:t>Click to edit Master title style</a:t>
            </a:r>
          </a:p>
        </p:txBody>
      </p:sp>
      <p:sp>
        <p:nvSpPr>
          <p:cNvPr id="5" name="Text Placeholder"/>
          <p:cNvSpPr>
            <a:spLocks noGrp="1"/>
          </p:cNvSpPr>
          <p:nvPr>
            <p:ph type="body" idx="1"/>
          </p:nvPr>
        </p:nvSpPr>
        <p:spPr>
          <a:xfrm>
            <a:off x="6388608" y="268224"/>
            <a:ext cx="5498592" cy="572617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304891" y="6400802"/>
            <a:ext cx="5486313" cy="222250"/>
          </a:xfrm>
          <a:prstGeom prst="rect">
            <a:avLst/>
          </a:prstGeom>
        </p:spPr>
        <p:txBody>
          <a:bodyPr vert="horz" lIns="0" tIns="0" rIns="0" bIns="0" rtlCol="0" anchor="ctr"/>
          <a:lstStyle>
            <a:lvl1pPr marL="0" marR="0" indent="0" algn="l" defTabSz="914462" rtl="0" eaLnBrk="1" fontAlgn="auto" latinLnBrk="0" hangingPunct="1">
              <a:lnSpc>
                <a:spcPct val="100000"/>
              </a:lnSpc>
              <a:spcBef>
                <a:spcPts val="0"/>
              </a:spcBef>
              <a:spcAft>
                <a:spcPts val="0"/>
              </a:spcAft>
              <a:buClrTx/>
              <a:buSzTx/>
              <a:buFontTx/>
              <a:buNone/>
              <a:tabLst/>
              <a:defRPr sz="800" b="0" i="0">
                <a:solidFill>
                  <a:schemeClr val="tx1"/>
                </a:solidFill>
                <a:latin typeface="IBM Plex Sans" panose="020B0503050203000203" pitchFamily="34" charset="0"/>
              </a:defRPr>
            </a:lvl1pPr>
          </a:lstStyle>
          <a:p>
            <a:r>
              <a:rPr lang="en-US" dirty="0">
                <a:latin typeface="IBM Plex Sans Light" panose="020B0403050203000203" pitchFamily="34" charset="0"/>
              </a:rPr>
              <a:t>IBM </a:t>
            </a:r>
            <a:r>
              <a:rPr lang="en-US" dirty="0" err="1">
                <a:latin typeface="IBM Plex Sans Light" panose="020B0403050203000203" pitchFamily="34" charset="0"/>
              </a:rPr>
              <a:t>TechCon</a:t>
            </a:r>
            <a:r>
              <a:rPr lang="en-US" dirty="0">
                <a:latin typeface="IBM Plex Sans Light" panose="020B0403050203000203" pitchFamily="34" charset="0"/>
              </a:rPr>
              <a:t> 2023/ © 2022 IBM Corporation</a:t>
            </a:r>
          </a:p>
        </p:txBody>
      </p:sp>
      <p:sp>
        <p:nvSpPr>
          <p:cNvPr id="8" name="Slide Number Placeholder"/>
          <p:cNvSpPr>
            <a:spLocks noGrp="1"/>
          </p:cNvSpPr>
          <p:nvPr>
            <p:ph type="sldNum" sz="quarter" idx="4"/>
          </p:nvPr>
        </p:nvSpPr>
        <p:spPr>
          <a:xfrm>
            <a:off x="9448802" y="6400802"/>
            <a:ext cx="2438310" cy="222250"/>
          </a:xfrm>
          <a:prstGeom prst="rect">
            <a:avLst/>
          </a:prstGeom>
        </p:spPr>
        <p:txBody>
          <a:bodyPr vert="horz" lIns="0" tIns="0" rIns="0" bIns="0" rtlCol="0" anchor="ctr"/>
          <a:lstStyle>
            <a:lvl1pPr algn="r">
              <a:defRPr sz="800" b="0" i="0">
                <a:solidFill>
                  <a:schemeClr val="tx1"/>
                </a:solidFill>
                <a:latin typeface="IBM Plex Sans Light" panose="020B0403050203000203"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46307" y="-147320"/>
            <a:ext cx="12485627" cy="715264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035836057"/>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2" r:id="rId38"/>
    <p:sldLayoutId id="2147483783" r:id="rId39"/>
    <p:sldLayoutId id="2147483784" r:id="rId40"/>
    <p:sldLayoutId id="2147483785" r:id="rId41"/>
    <p:sldLayoutId id="2147483786" r:id="rId42"/>
    <p:sldLayoutId id="2147483787" r:id="rId43"/>
    <p:sldLayoutId id="2147483788" r:id="rId44"/>
    <p:sldLayoutId id="2147483789" r:id="rId45"/>
    <p:sldLayoutId id="2147483790" r:id="rId46"/>
    <p:sldLayoutId id="2147483791" r:id="rId47"/>
    <p:sldLayoutId id="2147483792" r:id="rId48"/>
    <p:sldLayoutId id="2147483793" r:id="rId49"/>
    <p:sldLayoutId id="2147483794" r:id="rId50"/>
  </p:sldLayoutIdLst>
  <p:hf hdr="0" dt="0"/>
  <p:txStyles>
    <p:titleStyle>
      <a:lvl1pPr algn="l" rtl="0" eaLnBrk="1" fontAlgn="base" hangingPunct="1">
        <a:lnSpc>
          <a:spcPct val="90000"/>
        </a:lnSpc>
        <a:spcBef>
          <a:spcPct val="0"/>
        </a:spcBef>
        <a:spcAft>
          <a:spcPct val="0"/>
        </a:spcAft>
        <a:defRPr sz="3199"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algn="l" rtl="0" eaLnBrk="1" fontAlgn="base" hangingPunct="1">
        <a:lnSpc>
          <a:spcPct val="90000"/>
        </a:lnSpc>
        <a:spcBef>
          <a:spcPct val="0"/>
        </a:spcBef>
        <a:spcAft>
          <a:spcPct val="0"/>
        </a:spcAft>
        <a:defRPr sz="2959">
          <a:solidFill>
            <a:srgbClr val="191919"/>
          </a:solidFill>
          <a:latin typeface="IBM Plex Sans Light" pitchFamily="34" charset="0"/>
        </a:defRPr>
      </a:lvl2pPr>
      <a:lvl3pPr algn="l" rtl="0" eaLnBrk="1" fontAlgn="base" hangingPunct="1">
        <a:lnSpc>
          <a:spcPct val="90000"/>
        </a:lnSpc>
        <a:spcBef>
          <a:spcPct val="0"/>
        </a:spcBef>
        <a:spcAft>
          <a:spcPct val="0"/>
        </a:spcAft>
        <a:defRPr sz="2959">
          <a:solidFill>
            <a:srgbClr val="191919"/>
          </a:solidFill>
          <a:latin typeface="IBM Plex Sans Light" pitchFamily="34" charset="0"/>
        </a:defRPr>
      </a:lvl3pPr>
      <a:lvl4pPr algn="l" rtl="0" eaLnBrk="1" fontAlgn="base" hangingPunct="1">
        <a:lnSpc>
          <a:spcPct val="90000"/>
        </a:lnSpc>
        <a:spcBef>
          <a:spcPct val="0"/>
        </a:spcBef>
        <a:spcAft>
          <a:spcPct val="0"/>
        </a:spcAft>
        <a:defRPr sz="2959">
          <a:solidFill>
            <a:srgbClr val="191919"/>
          </a:solidFill>
          <a:latin typeface="IBM Plex Sans Light" pitchFamily="34" charset="0"/>
        </a:defRPr>
      </a:lvl4pPr>
      <a:lvl5pPr algn="l" rtl="0" eaLnBrk="1" fontAlgn="base" hangingPunct="1">
        <a:lnSpc>
          <a:spcPct val="90000"/>
        </a:lnSpc>
        <a:spcBef>
          <a:spcPct val="0"/>
        </a:spcBef>
        <a:spcAft>
          <a:spcPct val="0"/>
        </a:spcAft>
        <a:defRPr sz="2959">
          <a:solidFill>
            <a:srgbClr val="191919"/>
          </a:solidFill>
          <a:latin typeface="IBM Plex Sans Light" pitchFamily="34" charset="0"/>
        </a:defRPr>
      </a:lvl5pPr>
      <a:lvl6pPr marL="483321" algn="l" rtl="0" eaLnBrk="1" fontAlgn="base" hangingPunct="1">
        <a:lnSpc>
          <a:spcPct val="90000"/>
        </a:lnSpc>
        <a:spcBef>
          <a:spcPct val="0"/>
        </a:spcBef>
        <a:spcAft>
          <a:spcPct val="0"/>
        </a:spcAft>
        <a:defRPr sz="2959">
          <a:solidFill>
            <a:srgbClr val="191919"/>
          </a:solidFill>
          <a:latin typeface="IBM Plex Sans Light" pitchFamily="34" charset="0"/>
        </a:defRPr>
      </a:lvl6pPr>
      <a:lvl7pPr marL="966647" algn="l" rtl="0" eaLnBrk="1" fontAlgn="base" hangingPunct="1">
        <a:lnSpc>
          <a:spcPct val="90000"/>
        </a:lnSpc>
        <a:spcBef>
          <a:spcPct val="0"/>
        </a:spcBef>
        <a:spcAft>
          <a:spcPct val="0"/>
        </a:spcAft>
        <a:defRPr sz="2959">
          <a:solidFill>
            <a:srgbClr val="191919"/>
          </a:solidFill>
          <a:latin typeface="IBM Plex Sans Light" pitchFamily="34" charset="0"/>
        </a:defRPr>
      </a:lvl7pPr>
      <a:lvl8pPr marL="1449968" algn="l" rtl="0" eaLnBrk="1" fontAlgn="base" hangingPunct="1">
        <a:lnSpc>
          <a:spcPct val="90000"/>
        </a:lnSpc>
        <a:spcBef>
          <a:spcPct val="0"/>
        </a:spcBef>
        <a:spcAft>
          <a:spcPct val="0"/>
        </a:spcAft>
        <a:defRPr sz="2959">
          <a:solidFill>
            <a:srgbClr val="191919"/>
          </a:solidFill>
          <a:latin typeface="IBM Plex Sans Light" pitchFamily="34" charset="0"/>
        </a:defRPr>
      </a:lvl8pPr>
      <a:lvl9pPr marL="1933291" algn="l" rtl="0" eaLnBrk="1" fontAlgn="base" hangingPunct="1">
        <a:lnSpc>
          <a:spcPct val="90000"/>
        </a:lnSpc>
        <a:spcBef>
          <a:spcPct val="0"/>
        </a:spcBef>
        <a:spcAft>
          <a:spcPct val="0"/>
        </a:spcAft>
        <a:defRPr sz="2959">
          <a:solidFill>
            <a:srgbClr val="191919"/>
          </a:solidFill>
          <a:latin typeface="IBM Plex Sans Light" pitchFamily="34" charset="0"/>
        </a:defRPr>
      </a:lvl9pPr>
    </p:titleStyle>
    <p:bodyStyle>
      <a:lvl1pPr marL="0" indent="0" algn="l" rtl="0" eaLnBrk="1" fontAlgn="base" hangingPunct="1">
        <a:lnSpc>
          <a:spcPct val="100000"/>
        </a:lnSpc>
        <a:spcBef>
          <a:spcPts val="1466"/>
        </a:spcBef>
        <a:spcAft>
          <a:spcPct val="0"/>
        </a:spcAft>
        <a:buClr>
          <a:srgbClr val="001141"/>
        </a:buClr>
        <a:buSzPct val="90000"/>
        <a:buFont typeface="IBM Plex Sans Light" pitchFamily="2" charset="2"/>
        <a:buNone/>
        <a:defRPr sz="1866"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228554" indent="-231599" algn="l" rtl="0" eaLnBrk="1" fontAlgn="base" hangingPunct="1">
        <a:lnSpc>
          <a:spcPct val="100000"/>
        </a:lnSpc>
        <a:spcBef>
          <a:spcPts val="1466"/>
        </a:spcBef>
        <a:spcAft>
          <a:spcPct val="0"/>
        </a:spcAft>
        <a:buClr>
          <a:srgbClr val="001141"/>
        </a:buClr>
        <a:buSzPct val="100000"/>
        <a:buFont typeface="IBM Plex Sans Light" charset="-120"/>
        <a:buChar char="–"/>
        <a:tabLst/>
        <a:defRPr sz="1866"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457109" indent="-231599" algn="l" rtl="0" eaLnBrk="1" fontAlgn="base" hangingPunct="1">
        <a:lnSpc>
          <a:spcPct val="100000"/>
        </a:lnSpc>
        <a:spcBef>
          <a:spcPts val="1466"/>
        </a:spcBef>
        <a:spcAft>
          <a:spcPct val="0"/>
        </a:spcAft>
        <a:buClr>
          <a:srgbClr val="001141"/>
        </a:buClr>
        <a:buSzPct val="100000"/>
        <a:buFont typeface="IBM Plex Sans Light" panose="020B0604020202020204" pitchFamily="34" charset="0"/>
        <a:buChar char="•"/>
        <a:tabLst/>
        <a:defRPr sz="1866"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838033" indent="-231599" algn="l" rtl="0" eaLnBrk="1" fontAlgn="base" hangingPunct="1">
        <a:lnSpc>
          <a:spcPct val="100000"/>
        </a:lnSpc>
        <a:spcBef>
          <a:spcPts val="1466"/>
        </a:spcBef>
        <a:spcAft>
          <a:spcPct val="0"/>
        </a:spcAft>
        <a:buClr>
          <a:srgbClr val="001141"/>
        </a:buClr>
        <a:buSzPct val="100000"/>
        <a:buFont typeface="IBM Plex Sans Light" charset="-120"/>
        <a:buChar char="–"/>
        <a:tabLst/>
        <a:defRPr sz="1866"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1070819" indent="-231599" algn="l" rtl="0" eaLnBrk="1" fontAlgn="base" hangingPunct="1">
        <a:lnSpc>
          <a:spcPct val="100000"/>
        </a:lnSpc>
        <a:spcBef>
          <a:spcPts val="1466"/>
        </a:spcBef>
        <a:spcAft>
          <a:spcPct val="0"/>
        </a:spcAft>
        <a:buClr>
          <a:srgbClr val="001141"/>
        </a:buClr>
        <a:buFont typeface="IBM Plex Sans Light" charset="-120"/>
        <a:buChar char="»"/>
        <a:tabLst/>
        <a:defRPr sz="1866"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2111179" indent="-172857" algn="l" rtl="0" eaLnBrk="1" fontAlgn="base" hangingPunct="1">
        <a:spcBef>
          <a:spcPct val="20000"/>
        </a:spcBef>
        <a:spcAft>
          <a:spcPct val="0"/>
        </a:spcAft>
        <a:buClr>
          <a:schemeClr val="bg1"/>
        </a:buClr>
        <a:buChar char="»"/>
        <a:defRPr sz="1692">
          <a:solidFill>
            <a:schemeClr val="bg1"/>
          </a:solidFill>
          <a:latin typeface="IBM Plex Sans Light" charset="0"/>
        </a:defRPr>
      </a:lvl6pPr>
      <a:lvl7pPr marL="2594504" indent="-172857" algn="l" rtl="0" eaLnBrk="1" fontAlgn="base" hangingPunct="1">
        <a:spcBef>
          <a:spcPct val="20000"/>
        </a:spcBef>
        <a:spcAft>
          <a:spcPct val="0"/>
        </a:spcAft>
        <a:buClr>
          <a:schemeClr val="bg1"/>
        </a:buClr>
        <a:buChar char="»"/>
        <a:defRPr sz="1692">
          <a:solidFill>
            <a:schemeClr val="bg1"/>
          </a:solidFill>
          <a:latin typeface="IBM Plex Sans Light" charset="0"/>
        </a:defRPr>
      </a:lvl7pPr>
      <a:lvl8pPr marL="3077825" indent="-172857" algn="l" rtl="0" eaLnBrk="1" fontAlgn="base" hangingPunct="1">
        <a:spcBef>
          <a:spcPct val="20000"/>
        </a:spcBef>
        <a:spcAft>
          <a:spcPct val="0"/>
        </a:spcAft>
        <a:buClr>
          <a:schemeClr val="bg1"/>
        </a:buClr>
        <a:buChar char="»"/>
        <a:defRPr sz="1692">
          <a:solidFill>
            <a:schemeClr val="bg1"/>
          </a:solidFill>
          <a:latin typeface="IBM Plex Sans Light" charset="0"/>
        </a:defRPr>
      </a:lvl8pPr>
      <a:lvl9pPr marL="3561151" indent="-172857" algn="l" rtl="0" eaLnBrk="1" fontAlgn="base" hangingPunct="1">
        <a:spcBef>
          <a:spcPct val="20000"/>
        </a:spcBef>
        <a:spcAft>
          <a:spcPct val="0"/>
        </a:spcAft>
        <a:buClr>
          <a:schemeClr val="bg1"/>
        </a:buClr>
        <a:buChar char="»"/>
        <a:defRPr sz="1692">
          <a:solidFill>
            <a:schemeClr val="bg1"/>
          </a:solidFill>
          <a:latin typeface="IBM Plex Sans Light" charset="0"/>
        </a:defRPr>
      </a:lvl9pPr>
    </p:bodyStyle>
    <p:otherStyle>
      <a:defPPr>
        <a:defRPr lang="en-US"/>
      </a:defPPr>
      <a:lvl1pPr marL="0" algn="l" defTabSz="966647" rtl="0" eaLnBrk="1" latinLnBrk="0" hangingPunct="1">
        <a:defRPr sz="1904" kern="1200">
          <a:solidFill>
            <a:schemeClr val="tx1"/>
          </a:solidFill>
          <a:latin typeface="+mn-lt"/>
          <a:ea typeface="+mn-ea"/>
          <a:cs typeface="+mn-cs"/>
        </a:defRPr>
      </a:lvl1pPr>
      <a:lvl2pPr marL="483321" algn="l" defTabSz="966647" rtl="0" eaLnBrk="1" latinLnBrk="0" hangingPunct="1">
        <a:defRPr sz="1904" kern="1200">
          <a:solidFill>
            <a:schemeClr val="tx1"/>
          </a:solidFill>
          <a:latin typeface="+mn-lt"/>
          <a:ea typeface="+mn-ea"/>
          <a:cs typeface="+mn-cs"/>
        </a:defRPr>
      </a:lvl2pPr>
      <a:lvl3pPr marL="966647" algn="l" defTabSz="966647" rtl="0" eaLnBrk="1" latinLnBrk="0" hangingPunct="1">
        <a:defRPr sz="1904" kern="1200">
          <a:solidFill>
            <a:schemeClr val="tx1"/>
          </a:solidFill>
          <a:latin typeface="+mn-lt"/>
          <a:ea typeface="+mn-ea"/>
          <a:cs typeface="+mn-cs"/>
        </a:defRPr>
      </a:lvl3pPr>
      <a:lvl4pPr marL="1449968" algn="l" defTabSz="966647" rtl="0" eaLnBrk="1" latinLnBrk="0" hangingPunct="1">
        <a:defRPr sz="1904" kern="1200">
          <a:solidFill>
            <a:schemeClr val="tx1"/>
          </a:solidFill>
          <a:latin typeface="+mn-lt"/>
          <a:ea typeface="+mn-ea"/>
          <a:cs typeface="+mn-cs"/>
        </a:defRPr>
      </a:lvl4pPr>
      <a:lvl5pPr marL="1933291" algn="l" defTabSz="966647" rtl="0" eaLnBrk="1" latinLnBrk="0" hangingPunct="1">
        <a:defRPr sz="1904" kern="1200">
          <a:solidFill>
            <a:schemeClr val="tx1"/>
          </a:solidFill>
          <a:latin typeface="+mn-lt"/>
          <a:ea typeface="+mn-ea"/>
          <a:cs typeface="+mn-cs"/>
        </a:defRPr>
      </a:lvl5pPr>
      <a:lvl6pPr marL="2416615" algn="l" defTabSz="966647" rtl="0" eaLnBrk="1" latinLnBrk="0" hangingPunct="1">
        <a:defRPr sz="1904" kern="1200">
          <a:solidFill>
            <a:schemeClr val="tx1"/>
          </a:solidFill>
          <a:latin typeface="+mn-lt"/>
          <a:ea typeface="+mn-ea"/>
          <a:cs typeface="+mn-cs"/>
        </a:defRPr>
      </a:lvl6pPr>
      <a:lvl7pPr marL="2899935" algn="l" defTabSz="966647" rtl="0" eaLnBrk="1" latinLnBrk="0" hangingPunct="1">
        <a:defRPr sz="1904" kern="1200">
          <a:solidFill>
            <a:schemeClr val="tx1"/>
          </a:solidFill>
          <a:latin typeface="+mn-lt"/>
          <a:ea typeface="+mn-ea"/>
          <a:cs typeface="+mn-cs"/>
        </a:defRPr>
      </a:lvl7pPr>
      <a:lvl8pPr marL="3383259" algn="l" defTabSz="966647" rtl="0" eaLnBrk="1" latinLnBrk="0" hangingPunct="1">
        <a:defRPr sz="1904" kern="1200">
          <a:solidFill>
            <a:schemeClr val="tx1"/>
          </a:solidFill>
          <a:latin typeface="+mn-lt"/>
          <a:ea typeface="+mn-ea"/>
          <a:cs typeface="+mn-cs"/>
        </a:defRPr>
      </a:lvl8pPr>
      <a:lvl9pPr marL="3866582" algn="l" defTabSz="966647" rtl="0" eaLnBrk="1" latinLnBrk="0" hangingPunct="1">
        <a:defRPr sz="190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pos="144">
          <p15:clr>
            <a:srgbClr val="F26B43"/>
          </p15:clr>
        </p15:guide>
        <p15:guide id="3" pos="5616">
          <p15:clr>
            <a:srgbClr val="F26B43"/>
          </p15:clr>
        </p15:guide>
        <p15:guide id="4" orient="horz" pos="2832">
          <p15:clr>
            <a:srgbClr val="F26B43"/>
          </p15:clr>
        </p15:guide>
        <p15:guide id="5" orient="horz" pos="3094">
          <p15:clr>
            <a:srgbClr val="F26B43"/>
          </p15:clr>
        </p15:guide>
        <p15:guide id="6" pos="2880">
          <p15:clr>
            <a:srgbClr val="F26B43"/>
          </p15:clr>
        </p15:guide>
        <p15:guide id="7" pos="2736">
          <p15:clr>
            <a:srgbClr val="F26B43"/>
          </p15:clr>
        </p15:guide>
        <p15:guide id="8" pos="1440">
          <p15:clr>
            <a:srgbClr val="F26B43"/>
          </p15:clr>
        </p15:guide>
        <p15:guide id="9" pos="3024">
          <p15:clr>
            <a:srgbClr val="F26B43"/>
          </p15:clr>
        </p15:guide>
        <p15:guide id="10" pos="1296">
          <p15:clr>
            <a:srgbClr val="F26B43"/>
          </p15:clr>
        </p15:guide>
        <p15:guide id="11" pos="1584">
          <p15:clr>
            <a:srgbClr val="F26B43"/>
          </p15:clr>
        </p15:guide>
        <p15:guide id="12" pos="4320">
          <p15:clr>
            <a:srgbClr val="F26B43"/>
          </p15:clr>
        </p15:guide>
        <p15:guide id="13" pos="4176">
          <p15:clr>
            <a:srgbClr val="F26B43"/>
          </p15:clr>
        </p15:guide>
        <p15:guide id="14" pos="4464">
          <p15:clr>
            <a:srgbClr val="F26B43"/>
          </p15:clr>
        </p15:guide>
        <p15:guide id="15" orient="horz" pos="412">
          <p15:clr>
            <a:srgbClr val="F26B43"/>
          </p15:clr>
        </p15:guide>
        <p15:guide id="17" orient="horz" pos="812">
          <p15:clr>
            <a:srgbClr val="F26B43"/>
          </p15:clr>
        </p15:guide>
        <p15:guide id="18" orient="horz" pos="1620">
          <p15:clr>
            <a:srgbClr val="F26B43"/>
          </p15:clr>
        </p15:guide>
        <p15:guide id="19" orient="horz" pos="1216">
          <p15:clr>
            <a:srgbClr val="F26B43"/>
          </p15:clr>
        </p15:guide>
        <p15:guide id="20" orient="horz" pos="2022">
          <p15:clr>
            <a:srgbClr val="F26B43"/>
          </p15:clr>
        </p15:guide>
        <p15:guide id="21" orient="horz" pos="242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83.xml"/><Relationship Id="rId6" Type="http://schemas.openxmlformats.org/officeDocument/2006/relationships/image" Target="../media/image16.png"/><Relationship Id="rId5" Type="http://schemas.openxmlformats.org/officeDocument/2006/relationships/image" Target="../media/image15.emf"/><Relationship Id="rId4" Type="http://schemas.openxmlformats.org/officeDocument/2006/relationships/image" Target="../media/image14.emf"/></Relationships>
</file>

<file path=ppt/slides/_rels/slide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tiff"/><Relationship Id="rId7"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0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tiff"/><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78A40E-75D4-4348-AFE1-99FF14E0592F}"/>
              </a:ext>
            </a:extLst>
          </p:cNvPr>
          <p:cNvSpPr txBox="1"/>
          <p:nvPr/>
        </p:nvSpPr>
        <p:spPr>
          <a:xfrm>
            <a:off x="85059" y="166431"/>
            <a:ext cx="11539748" cy="451342"/>
          </a:xfrm>
          <a:prstGeom prst="rect">
            <a:avLst/>
          </a:prstGeom>
          <a:noFill/>
        </p:spPr>
        <p:txBody>
          <a:bodyPr wrap="square" rtlCol="0">
            <a:spAutoFit/>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kumimoji="0" lang="en-US" sz="2333" b="0" i="0" u="none" strike="noStrike" kern="0" cap="none" spc="0" normalizeH="0" baseline="0" noProof="0" dirty="0">
                <a:ln>
                  <a:noFill/>
                </a:ln>
                <a:solidFill>
                  <a:prstClr val="white"/>
                </a:solidFill>
                <a:effectLst/>
                <a:uLnTx/>
                <a:uFillTx/>
                <a:latin typeface="IBM Plex Sans Light"/>
                <a:ea typeface="+mn-ea"/>
                <a:cs typeface="+mn-cs"/>
                <a:sym typeface="Calibri"/>
              </a:rPr>
              <a:t>Application Modernization Defined across Application, Integration, Data Layers and Z </a:t>
            </a:r>
            <a:endParaRPr kumimoji="0" lang="en-US" sz="2333" b="0" i="0" u="none" strike="noStrike" kern="1200" cap="none" spc="0" normalizeH="0" baseline="0" noProof="0" dirty="0">
              <a:ln>
                <a:noFill/>
              </a:ln>
              <a:solidFill>
                <a:prstClr val="white"/>
              </a:solidFill>
              <a:effectLst/>
              <a:uLnTx/>
              <a:uFillTx/>
              <a:latin typeface="IBM Plex Sans" panose="020B0503050203000203" pitchFamily="34" charset="77"/>
              <a:ea typeface="+mn-ea"/>
              <a:cs typeface="+mn-cs"/>
            </a:endParaRPr>
          </a:p>
        </p:txBody>
      </p:sp>
      <p:sp>
        <p:nvSpPr>
          <p:cNvPr id="11" name="TextBox 10">
            <a:extLst>
              <a:ext uri="{FF2B5EF4-FFF2-40B4-BE49-F238E27FC236}">
                <a16:creationId xmlns:a16="http://schemas.microsoft.com/office/drawing/2014/main" id="{96BDD11C-87BA-CF46-A92B-F7227FCB6FBC}"/>
              </a:ext>
            </a:extLst>
          </p:cNvPr>
          <p:cNvSpPr txBox="1"/>
          <p:nvPr/>
        </p:nvSpPr>
        <p:spPr>
          <a:xfrm>
            <a:off x="2" y="902517"/>
            <a:ext cx="12191999" cy="646331"/>
          </a:xfrm>
          <a:prstGeom prst="rect">
            <a:avLst/>
          </a:prstGeom>
          <a:noFill/>
        </p:spPr>
        <p:txBody>
          <a:bodyPr wrap="square" rtlCol="0">
            <a:spAutoFit/>
          </a:bodyPr>
          <a:lstStyle/>
          <a:p>
            <a:pPr marL="0" marR="0" lvl="0" indent="0" algn="ctr" defTabSz="914363" rtl="0" eaLnBrk="1" fontAlgn="auto" latinLnBrk="0" hangingPunct="1">
              <a:lnSpc>
                <a:spcPct val="100000"/>
              </a:lnSpc>
              <a:spcBef>
                <a:spcPts val="0"/>
              </a:spcBef>
              <a:spcAft>
                <a:spcPts val="0"/>
              </a:spcAft>
              <a:buClr>
                <a:srgbClr val="002060"/>
              </a:buClr>
              <a:buSzTx/>
              <a:buFontTx/>
              <a:buNone/>
              <a:tabLst/>
              <a:defRPr/>
            </a:pPr>
            <a:r>
              <a:rPr kumimoji="0" lang="en-US" sz="1800" b="0" i="0" u="none" strike="noStrike" kern="1200" cap="small" spc="0" normalizeH="0" baseline="0" noProof="0" dirty="0">
                <a:ln>
                  <a:noFill/>
                </a:ln>
                <a:solidFill>
                  <a:srgbClr val="375D7D"/>
                </a:solidFill>
                <a:effectLst/>
                <a:uLnTx/>
                <a:uFillTx/>
                <a:latin typeface="IBM Plex Sans Medm"/>
                <a:ea typeface="+mn-ea"/>
                <a:cs typeface="+mn-cs"/>
              </a:rPr>
              <a:t>Evolving the application architecture, deployment topology and </a:t>
            </a:r>
            <a:r>
              <a:rPr kumimoji="0" lang="en-US" sz="1800" b="0" i="0" u="none" strike="noStrike" kern="1200" cap="small" spc="0" normalizeH="0" baseline="0" noProof="0" dirty="0" err="1">
                <a:ln>
                  <a:noFill/>
                </a:ln>
                <a:solidFill>
                  <a:srgbClr val="375D7D"/>
                </a:solidFill>
                <a:effectLst/>
                <a:uLnTx/>
                <a:uFillTx/>
                <a:latin typeface="IBM Plex Sans Medm"/>
                <a:ea typeface="+mn-ea"/>
                <a:cs typeface="+mn-cs"/>
              </a:rPr>
              <a:t>devops</a:t>
            </a:r>
            <a:r>
              <a:rPr kumimoji="0" lang="en-US" sz="1800" b="0" i="0" u="none" strike="noStrike" kern="1200" cap="small" spc="0" normalizeH="0" baseline="0" noProof="0" dirty="0">
                <a:ln>
                  <a:noFill/>
                </a:ln>
                <a:solidFill>
                  <a:srgbClr val="375D7D"/>
                </a:solidFill>
                <a:effectLst/>
                <a:uLnTx/>
                <a:uFillTx/>
                <a:latin typeface="IBM Plex Sans Medm"/>
                <a:ea typeface="+mn-ea"/>
                <a:cs typeface="+mn-cs"/>
              </a:rPr>
              <a:t> approaches for an existing estate of applications so that new functionality can be delivered incrementally and with high velocity </a:t>
            </a:r>
          </a:p>
        </p:txBody>
      </p:sp>
      <p:grpSp>
        <p:nvGrpSpPr>
          <p:cNvPr id="7" name="Group 6">
            <a:extLst>
              <a:ext uri="{FF2B5EF4-FFF2-40B4-BE49-F238E27FC236}">
                <a16:creationId xmlns:a16="http://schemas.microsoft.com/office/drawing/2014/main" id="{C0456BCD-9DE0-A940-B693-390EE4E4A6BB}"/>
              </a:ext>
            </a:extLst>
          </p:cNvPr>
          <p:cNvGrpSpPr/>
          <p:nvPr/>
        </p:nvGrpSpPr>
        <p:grpSpPr>
          <a:xfrm>
            <a:off x="918594" y="1537896"/>
            <a:ext cx="10477189" cy="3521194"/>
            <a:chOff x="629415" y="515938"/>
            <a:chExt cx="11474465" cy="3992707"/>
          </a:xfrm>
        </p:grpSpPr>
        <p:sp>
          <p:nvSpPr>
            <p:cNvPr id="37" name="Donut 36">
              <a:extLst>
                <a:ext uri="{FF2B5EF4-FFF2-40B4-BE49-F238E27FC236}">
                  <a16:creationId xmlns:a16="http://schemas.microsoft.com/office/drawing/2014/main" id="{C3369418-C744-AF46-9698-71AAB5E0A85D}"/>
                </a:ext>
              </a:extLst>
            </p:cNvPr>
            <p:cNvSpPr/>
            <p:nvPr/>
          </p:nvSpPr>
          <p:spPr>
            <a:xfrm>
              <a:off x="5350510" y="2687554"/>
              <a:ext cx="1440180" cy="1369477"/>
            </a:xfrm>
            <a:prstGeom prst="donut">
              <a:avLst>
                <a:gd name="adj" fmla="val 50000"/>
              </a:avLst>
            </a:prstGeom>
            <a:solidFill>
              <a:srgbClr val="88A8C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097192" rtl="0" eaLnBrk="1" fontAlgn="auto" latinLnBrk="0" hangingPunct="1">
                <a:lnSpc>
                  <a:spcPct val="100000"/>
                </a:lnSpc>
                <a:spcBef>
                  <a:spcPts val="0"/>
                </a:spcBef>
                <a:spcAft>
                  <a:spcPts val="0"/>
                </a:spcAft>
                <a:buClrTx/>
                <a:buSzTx/>
                <a:buFontTx/>
                <a:buNone/>
                <a:tabLst/>
                <a:defRPr/>
              </a:pPr>
              <a:endParaRPr kumimoji="0" lang="en-US" sz="216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38" name="TextBox 37">
              <a:extLst>
                <a:ext uri="{FF2B5EF4-FFF2-40B4-BE49-F238E27FC236}">
                  <a16:creationId xmlns:a16="http://schemas.microsoft.com/office/drawing/2014/main" id="{84BA66AA-6149-774B-A130-F81F22288398}"/>
                </a:ext>
              </a:extLst>
            </p:cNvPr>
            <p:cNvSpPr txBox="1"/>
            <p:nvPr/>
          </p:nvSpPr>
          <p:spPr>
            <a:xfrm>
              <a:off x="5444678" y="3085290"/>
              <a:ext cx="1284401" cy="816237"/>
            </a:xfrm>
            <a:prstGeom prst="rect">
              <a:avLst/>
            </a:prstGeom>
          </p:spPr>
          <p:txBody>
            <a:bodyPr wrap="square" lIns="0" tIns="0" rIns="0" bIns="0" rtlCol="0">
              <a:noAutofit/>
            </a:bodyPr>
            <a:lstStyle/>
            <a:p>
              <a:pPr marL="0" marR="0" lvl="0" indent="0" algn="ctr" defTabSz="1097192" rtl="0" eaLnBrk="1" fontAlgn="auto" latinLnBrk="0" hangingPunct="1">
                <a:lnSpc>
                  <a:spcPct val="105000"/>
                </a:lnSpc>
                <a:spcBef>
                  <a:spcPts val="100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IBM Plex Sans" charset="0"/>
                  <a:ea typeface="IBM Plex Sans" charset="0"/>
                  <a:cs typeface="IBM Plex Sans" charset="0"/>
                </a:rPr>
                <a:t>Optimize Modernization Patterns</a:t>
              </a:r>
            </a:p>
          </p:txBody>
        </p:sp>
        <p:sp>
          <p:nvSpPr>
            <p:cNvPr id="39" name="Content Placeholder 16">
              <a:extLst>
                <a:ext uri="{FF2B5EF4-FFF2-40B4-BE49-F238E27FC236}">
                  <a16:creationId xmlns:a16="http://schemas.microsoft.com/office/drawing/2014/main" id="{6A829F6A-D92A-A545-8E92-EB701BA93C9A}"/>
                </a:ext>
              </a:extLst>
            </p:cNvPr>
            <p:cNvSpPr txBox="1">
              <a:spLocks/>
            </p:cNvSpPr>
            <p:nvPr/>
          </p:nvSpPr>
          <p:spPr>
            <a:xfrm>
              <a:off x="5654105" y="515938"/>
              <a:ext cx="3267097" cy="699813"/>
            </a:xfrm>
            <a:prstGeom prst="rect">
              <a:avLst/>
            </a:prstGeom>
            <a:noFill/>
          </p:spPr>
          <p:txBody>
            <a:bodyPr vert="horz" lIns="0" tIns="0" rIns="0" bIns="0" rtlCol="0" anchor="t">
              <a:noAutofit/>
            </a:bodyPr>
            <a:lstStyle>
              <a:lvl1pPr marL="0" indent="0" algn="l" defTabSz="1097280" rtl="0" eaLnBrk="1" latinLnBrk="0" hangingPunct="1">
                <a:lnSpc>
                  <a:spcPct val="105000"/>
                </a:lnSpc>
                <a:spcBef>
                  <a:spcPts val="1200"/>
                </a:spcBef>
                <a:buFontTx/>
                <a:buNone/>
                <a:tabLst/>
                <a:defRPr sz="2000" b="0" i="0" kern="1200">
                  <a:solidFill>
                    <a:schemeClr val="tx1"/>
                  </a:solidFill>
                  <a:latin typeface="IBM Plex Sans" charset="0"/>
                  <a:ea typeface="IBM Plex Sans" charset="0"/>
                  <a:cs typeface="IBM Plex Sans" charset="0"/>
                </a:defRPr>
              </a:lvl1pPr>
              <a:lvl2pPr marL="228600" indent="-228600" algn="l" defTabSz="1097280" rtl="0" eaLnBrk="1" latinLnBrk="0" hangingPunct="1">
                <a:lnSpc>
                  <a:spcPct val="105000"/>
                </a:lnSpc>
                <a:spcBef>
                  <a:spcPts val="1000"/>
                </a:spcBef>
                <a:buFont typeface="LucidaGrande" charset="0"/>
                <a:buChar char="-"/>
                <a:defRPr sz="2000" b="0" i="0" kern="1200">
                  <a:solidFill>
                    <a:schemeClr val="tx1"/>
                  </a:solidFill>
                  <a:latin typeface="IBM Plex Sans" charset="0"/>
                  <a:ea typeface="IBM Plex Sans" charset="0"/>
                  <a:cs typeface="IBM Plex Sans" charset="0"/>
                </a:defRPr>
              </a:lvl2pPr>
              <a:lvl3pPr marL="4572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IBM Plex Sans" charset="0"/>
                  <a:ea typeface="IBM Plex Sans" charset="0"/>
                  <a:cs typeface="IBM Plex Sans" charset="0"/>
                </a:defRPr>
              </a:lvl3pPr>
              <a:lvl4pPr marL="685800" indent="-228600" algn="l" defTabSz="1097280" rtl="0" eaLnBrk="1" latinLnBrk="0" hangingPunct="1">
                <a:lnSpc>
                  <a:spcPct val="105000"/>
                </a:lnSpc>
                <a:spcBef>
                  <a:spcPts val="0"/>
                </a:spcBef>
                <a:buFont typeface=".AppleSystemUIFont" charset="-120"/>
                <a:buChar char="–"/>
                <a:defRPr sz="2000" b="0" i="0" kern="1200">
                  <a:solidFill>
                    <a:schemeClr val="tx1"/>
                  </a:solidFill>
                  <a:latin typeface="IBM Plex Sans" charset="0"/>
                  <a:ea typeface="IBM Plex Sans" charset="0"/>
                  <a:cs typeface="IBM Plex Sans" charset="0"/>
                </a:defRPr>
              </a:lvl4pPr>
              <a:lvl5pPr marL="9144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IBM Plex Sans" charset="0"/>
                  <a:ea typeface="IBM Plex Sans" charset="0"/>
                  <a:cs typeface="IBM Plex Sans"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marR="0" lvl="0" indent="0" algn="l" defTabSz="1097192" rtl="0" eaLnBrk="1" fontAlgn="auto" latinLnBrk="0" hangingPunct="1">
                <a:lnSpc>
                  <a:spcPct val="105000"/>
                </a:lnSpc>
                <a:spcBef>
                  <a:spcPts val="120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IBM Plex Sans" charset="0"/>
                </a:rPr>
                <a:t>2. </a:t>
              </a:r>
              <a:r>
                <a:rPr kumimoji="0" lang="en-US" sz="1600" b="1" i="0" u="none" strike="noStrike" kern="1200" cap="none" spc="0" normalizeH="0" baseline="0" noProof="0" dirty="0">
                  <a:ln>
                    <a:noFill/>
                  </a:ln>
                  <a:solidFill>
                    <a:srgbClr val="375D7D"/>
                  </a:solidFill>
                  <a:effectLst/>
                  <a:uLnTx/>
                  <a:uFillTx/>
                  <a:latin typeface="IBM Plex Sans" charset="0"/>
                </a:rPr>
                <a:t>Customer Driven</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1200" cap="none" spc="0" normalizeH="0" baseline="0" noProof="0" dirty="0">
                  <a:ln>
                    <a:noFill/>
                  </a:ln>
                  <a:solidFill>
                    <a:prstClr val="white">
                      <a:lumMod val="50000"/>
                    </a:prstClr>
                  </a:solidFill>
                  <a:effectLst/>
                  <a:uLnTx/>
                  <a:uFillTx/>
                  <a:latin typeface="IBM Plex Sans" charset="0"/>
                </a:rPr>
                <a:t>Customer centricity</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1200" cap="none" spc="0" normalizeH="0" baseline="0" noProof="0" dirty="0">
                  <a:ln>
                    <a:noFill/>
                  </a:ln>
                  <a:solidFill>
                    <a:prstClr val="white">
                      <a:lumMod val="50000"/>
                    </a:prstClr>
                  </a:solidFill>
                  <a:effectLst/>
                  <a:uLnTx/>
                  <a:uFillTx/>
                  <a:latin typeface="IBM Plex Sans" charset="0"/>
                </a:rPr>
                <a:t>Data / insights</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1200" cap="none" spc="0" normalizeH="0" baseline="0" noProof="0" dirty="0">
                  <a:ln>
                    <a:noFill/>
                  </a:ln>
                  <a:solidFill>
                    <a:prstClr val="white">
                      <a:lumMod val="50000"/>
                    </a:prstClr>
                  </a:solidFill>
                  <a:effectLst/>
                  <a:uLnTx/>
                  <a:uFillTx/>
                  <a:latin typeface="IBM Plex Sans" charset="0"/>
                </a:rPr>
                <a:t>Self service</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1200" cap="none" spc="0" normalizeH="0" baseline="0" noProof="0" dirty="0">
                  <a:ln>
                    <a:noFill/>
                  </a:ln>
                  <a:solidFill>
                    <a:prstClr val="white">
                      <a:lumMod val="50000"/>
                    </a:prstClr>
                  </a:solidFill>
                  <a:effectLst/>
                  <a:uLnTx/>
                  <a:uFillTx/>
                  <a:latin typeface="IBM Plex Sans" charset="0"/>
                </a:rPr>
                <a:t>Enabling trust in data processing</a:t>
              </a:r>
            </a:p>
            <a:p>
              <a:pPr marL="0" marR="0" lvl="0" indent="0" algn="l" defTabSz="1097192" rtl="0" eaLnBrk="1" fontAlgn="auto" latinLnBrk="0" hangingPunct="1">
                <a:lnSpc>
                  <a:spcPct val="105000"/>
                </a:lnSpc>
                <a:spcBef>
                  <a:spcPts val="1200"/>
                </a:spcBef>
                <a:spcAft>
                  <a:spcPts val="0"/>
                </a:spcAft>
                <a:buClrTx/>
                <a:buSzTx/>
                <a:buFontTx/>
                <a:buNone/>
                <a:tabLst/>
                <a:defRPr/>
              </a:pPr>
              <a:endParaRPr kumimoji="0" lang="en-US" sz="1600" b="0" i="0" u="none" strike="noStrike" kern="1200" cap="none" spc="0" normalizeH="0" baseline="0" noProof="0" dirty="0">
                <a:ln>
                  <a:noFill/>
                </a:ln>
                <a:solidFill>
                  <a:prstClr val="white">
                    <a:lumMod val="50000"/>
                  </a:prstClr>
                </a:solidFill>
                <a:effectLst/>
                <a:uLnTx/>
                <a:uFillTx/>
                <a:latin typeface="IBM Plex Sans" charset="0"/>
              </a:endParaRPr>
            </a:p>
          </p:txBody>
        </p:sp>
        <p:sp>
          <p:nvSpPr>
            <p:cNvPr id="40" name="Content Placeholder 18">
              <a:extLst>
                <a:ext uri="{FF2B5EF4-FFF2-40B4-BE49-F238E27FC236}">
                  <a16:creationId xmlns:a16="http://schemas.microsoft.com/office/drawing/2014/main" id="{D59565AD-CE7F-4F41-9F72-C85F54541C0C}"/>
                </a:ext>
              </a:extLst>
            </p:cNvPr>
            <p:cNvSpPr txBox="1">
              <a:spLocks/>
            </p:cNvSpPr>
            <p:nvPr/>
          </p:nvSpPr>
          <p:spPr>
            <a:xfrm>
              <a:off x="9168034" y="2337647"/>
              <a:ext cx="2935846" cy="699813"/>
            </a:xfrm>
            <a:prstGeom prst="rect">
              <a:avLst/>
            </a:prstGeom>
            <a:noFill/>
          </p:spPr>
          <p:txBody>
            <a:bodyPr vert="horz" lIns="0" tIns="0" rIns="0" bIns="0" rtlCol="0" anchor="t">
              <a:noAutofit/>
            </a:bodyPr>
            <a:lstStyle>
              <a:lvl1pPr indent="0">
                <a:lnSpc>
                  <a:spcPct val="105000"/>
                </a:lnSpc>
                <a:spcBef>
                  <a:spcPts val="1200"/>
                </a:spcBef>
                <a:buFontTx/>
                <a:buNone/>
                <a:tabLst/>
                <a:defRPr sz="2000" b="0" i="0">
                  <a:solidFill>
                    <a:schemeClr val="bg2"/>
                  </a:solidFill>
                  <a:latin typeface="IBM Plex Sans" charset="0"/>
                  <a:ea typeface="IBM Plex Sans" charset="0"/>
                  <a:cs typeface="IBM Plex Sans" charset="0"/>
                </a:defRPr>
              </a:lvl1pPr>
              <a:lvl2pPr marL="228600" indent="-228600">
                <a:lnSpc>
                  <a:spcPct val="105000"/>
                </a:lnSpc>
                <a:spcBef>
                  <a:spcPts val="1000"/>
                </a:spcBef>
                <a:buFont typeface="LucidaGrande" charset="0"/>
                <a:buChar char="-"/>
                <a:defRPr sz="2000" b="0" i="0">
                  <a:latin typeface="IBM Plex Sans" charset="0"/>
                  <a:ea typeface="IBM Plex Sans" charset="0"/>
                  <a:cs typeface="IBM Plex Sans" charset="0"/>
                </a:defRPr>
              </a:lvl2pPr>
              <a:lvl3pPr marL="457200" indent="-228600">
                <a:lnSpc>
                  <a:spcPct val="105000"/>
                </a:lnSpc>
                <a:spcBef>
                  <a:spcPts val="0"/>
                </a:spcBef>
                <a:buSzPct val="80000"/>
                <a:buFont typeface="Arial" panose="020B0604020202020204" pitchFamily="34" charset="0"/>
                <a:buChar char="•"/>
                <a:defRPr sz="2000" b="0" i="0">
                  <a:latin typeface="IBM Plex Sans" charset="0"/>
                  <a:ea typeface="IBM Plex Sans" charset="0"/>
                  <a:cs typeface="IBM Plex Sans" charset="0"/>
                </a:defRPr>
              </a:lvl3pPr>
              <a:lvl4pPr marL="685800" indent="-228600">
                <a:lnSpc>
                  <a:spcPct val="105000"/>
                </a:lnSpc>
                <a:spcBef>
                  <a:spcPts val="0"/>
                </a:spcBef>
                <a:buFont typeface=".AppleSystemUIFont" charset="-120"/>
                <a:buChar char="–"/>
                <a:defRPr sz="2000" b="0" i="0">
                  <a:latin typeface="IBM Plex Sans" charset="0"/>
                  <a:ea typeface="IBM Plex Sans" charset="0"/>
                  <a:cs typeface="IBM Plex Sans" charset="0"/>
                </a:defRPr>
              </a:lvl4pPr>
              <a:lvl5pPr marL="914400" indent="-228600">
                <a:lnSpc>
                  <a:spcPct val="105000"/>
                </a:lnSpc>
                <a:spcBef>
                  <a:spcPts val="0"/>
                </a:spcBef>
                <a:buSzPct val="80000"/>
                <a:buFont typeface="Arial" panose="020B0604020202020204" pitchFamily="34" charset="0"/>
                <a:buChar char="•"/>
                <a:defRPr sz="2000" b="0" i="0">
                  <a:latin typeface="IBM Plex Sans" charset="0"/>
                  <a:ea typeface="IBM Plex Sans" charset="0"/>
                  <a:cs typeface="IBM Plex Sans" charset="0"/>
                </a:defRPr>
              </a:lvl5pPr>
              <a:lvl6pPr marL="3017520" indent="-274320">
                <a:lnSpc>
                  <a:spcPct val="90000"/>
                </a:lnSpc>
                <a:spcBef>
                  <a:spcPts val="600"/>
                </a:spcBef>
                <a:buFont typeface="Arial" panose="020B0604020202020204" pitchFamily="34" charset="0"/>
                <a:buChar char="•"/>
              </a:lvl6pPr>
              <a:lvl7pPr marL="3566160" indent="-274320">
                <a:lnSpc>
                  <a:spcPct val="90000"/>
                </a:lnSpc>
                <a:spcBef>
                  <a:spcPts val="600"/>
                </a:spcBef>
                <a:buFont typeface="Arial" panose="020B0604020202020204" pitchFamily="34" charset="0"/>
                <a:buChar char="•"/>
              </a:lvl7pPr>
              <a:lvl8pPr marL="4114800" indent="-274320">
                <a:lnSpc>
                  <a:spcPct val="90000"/>
                </a:lnSpc>
                <a:spcBef>
                  <a:spcPts val="600"/>
                </a:spcBef>
                <a:buFont typeface="Arial" panose="020B0604020202020204" pitchFamily="34" charset="0"/>
                <a:buChar char="•"/>
              </a:lvl8pPr>
              <a:lvl9pPr marL="4663440" indent="-274320">
                <a:lnSpc>
                  <a:spcPct val="90000"/>
                </a:lnSpc>
                <a:spcBef>
                  <a:spcPts val="600"/>
                </a:spcBef>
                <a:buFont typeface="Arial" panose="020B0604020202020204" pitchFamily="34" charset="0"/>
                <a:buChar char="•"/>
              </a:lvl9pPr>
            </a:lstStyle>
            <a:p>
              <a:pPr marL="0" marR="0" lvl="0" indent="0" algn="l" defTabSz="1097192" rtl="0" eaLnBrk="1" fontAlgn="auto" latinLnBrk="0" hangingPunct="1">
                <a:lnSpc>
                  <a:spcPct val="105000"/>
                </a:lnSpc>
                <a:spcBef>
                  <a:spcPts val="1200"/>
                </a:spcBef>
                <a:spcAft>
                  <a:spcPts val="0"/>
                </a:spcAft>
                <a:buClrTx/>
                <a:buSzTx/>
                <a:buFontTx/>
                <a:buNone/>
                <a:tabLst/>
                <a:defRPr/>
              </a:pPr>
              <a:r>
                <a:rPr kumimoji="0" lang="en-US" sz="1600" b="0" i="0" u="none" strike="noStrike" kern="0" cap="none" spc="0" normalizeH="0" baseline="0" noProof="0" dirty="0">
                  <a:ln>
                    <a:noFill/>
                  </a:ln>
                  <a:solidFill>
                    <a:prstClr val="white">
                      <a:lumMod val="50000"/>
                    </a:prstClr>
                  </a:solidFill>
                  <a:effectLst/>
                  <a:uLnTx/>
                  <a:uFillTx/>
                  <a:latin typeface="IBM Plex Sans" charset="0"/>
                </a:rPr>
                <a:t>3. </a:t>
              </a:r>
              <a:r>
                <a:rPr kumimoji="0" lang="en-US" sz="1600" b="1" i="0" u="none" strike="noStrike" kern="0" cap="none" spc="0" normalizeH="0" baseline="0" noProof="0" dirty="0">
                  <a:ln>
                    <a:noFill/>
                  </a:ln>
                  <a:solidFill>
                    <a:srgbClr val="375D7D"/>
                  </a:solidFill>
                  <a:effectLst/>
                  <a:uLnTx/>
                  <a:uFillTx/>
                  <a:latin typeface="IBM Plex Sans" charset="0"/>
                </a:rPr>
                <a:t>Technology Driven</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0" cap="none" spc="0" normalizeH="0" baseline="0" noProof="0" dirty="0">
                  <a:ln>
                    <a:noFill/>
                  </a:ln>
                  <a:solidFill>
                    <a:prstClr val="white">
                      <a:lumMod val="50000"/>
                    </a:prstClr>
                  </a:solidFill>
                  <a:effectLst/>
                  <a:uLnTx/>
                  <a:uFillTx/>
                  <a:latin typeface="IBM Plex Sans" charset="0"/>
                </a:rPr>
                <a:t>Process automation</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0" cap="none" spc="0" normalizeH="0" baseline="0" noProof="0" dirty="0">
                  <a:ln>
                    <a:noFill/>
                  </a:ln>
                  <a:solidFill>
                    <a:prstClr val="white">
                      <a:lumMod val="50000"/>
                    </a:prstClr>
                  </a:solidFill>
                  <a:effectLst/>
                  <a:uLnTx/>
                  <a:uFillTx/>
                  <a:latin typeface="IBM Plex Sans" charset="0"/>
                </a:rPr>
                <a:t>Process re-imagination with optimization techniques</a:t>
              </a:r>
            </a:p>
            <a:p>
              <a:pPr marL="0" marR="0" lvl="0" indent="0" algn="l" defTabSz="1097192" rtl="0" eaLnBrk="1" fontAlgn="auto" latinLnBrk="0" hangingPunct="1">
                <a:lnSpc>
                  <a:spcPct val="105000"/>
                </a:lnSpc>
                <a:spcBef>
                  <a:spcPts val="1200"/>
                </a:spcBef>
                <a:spcAft>
                  <a:spcPts val="0"/>
                </a:spcAft>
                <a:buClrTx/>
                <a:buSzTx/>
                <a:buFontTx/>
                <a:buNone/>
                <a:tabLst/>
                <a:defRPr/>
              </a:pPr>
              <a:endParaRPr kumimoji="0" lang="en-US" sz="1600" b="0" i="0" u="none" strike="noStrike" kern="0" cap="none" spc="0" normalizeH="0" baseline="0" noProof="0" dirty="0">
                <a:ln>
                  <a:noFill/>
                </a:ln>
                <a:solidFill>
                  <a:prstClr val="white">
                    <a:lumMod val="50000"/>
                  </a:prstClr>
                </a:solidFill>
                <a:effectLst/>
                <a:uLnTx/>
                <a:uFillTx/>
                <a:latin typeface="IBM Plex Sans" charset="0"/>
              </a:endParaRPr>
            </a:p>
          </p:txBody>
        </p:sp>
        <p:pic>
          <p:nvPicPr>
            <p:cNvPr id="41" name="Picture 40">
              <a:extLst>
                <a:ext uri="{FF2B5EF4-FFF2-40B4-BE49-F238E27FC236}">
                  <a16:creationId xmlns:a16="http://schemas.microsoft.com/office/drawing/2014/main" id="{2099AC4A-9D6B-9344-B90C-EBB514459796}"/>
                </a:ext>
              </a:extLst>
            </p:cNvPr>
            <p:cNvPicPr>
              <a:picLocks noChangeAspect="1"/>
            </p:cNvPicPr>
            <p:nvPr/>
          </p:nvPicPr>
          <p:blipFill rotWithShape="1">
            <a:blip r:embed="rId3" cstate="print">
              <a:duotone>
                <a:schemeClr val="accent5">
                  <a:shade val="45000"/>
                  <a:satMod val="135000"/>
                </a:schemeClr>
                <a:prstClr val="white"/>
              </a:duotone>
              <a:extLst>
                <a:ext uri="{28A0092B-C50C-407E-A947-70E740481C1C}">
                  <a14:useLocalDpi xmlns:a14="http://schemas.microsoft.com/office/drawing/2010/main"/>
                </a:ext>
              </a:extLst>
            </a:blip>
            <a:srcRect l="16393" t="13821" r="11885" b="16931"/>
            <a:stretch/>
          </p:blipFill>
          <p:spPr>
            <a:xfrm>
              <a:off x="7911700" y="2597954"/>
              <a:ext cx="1009502" cy="974671"/>
            </a:xfrm>
            <a:prstGeom prst="rect">
              <a:avLst/>
            </a:prstGeom>
            <a:solidFill>
              <a:srgbClr val="FFFFFF"/>
            </a:solidFill>
          </p:spPr>
        </p:pic>
        <p:sp>
          <p:nvSpPr>
            <p:cNvPr id="42" name="Content Placeholder 19">
              <a:extLst>
                <a:ext uri="{FF2B5EF4-FFF2-40B4-BE49-F238E27FC236}">
                  <a16:creationId xmlns:a16="http://schemas.microsoft.com/office/drawing/2014/main" id="{15EBD8BF-DE4B-F345-A654-63B2B9B87D42}"/>
                </a:ext>
              </a:extLst>
            </p:cNvPr>
            <p:cNvSpPr txBox="1">
              <a:spLocks/>
            </p:cNvSpPr>
            <p:nvPr/>
          </p:nvSpPr>
          <p:spPr>
            <a:xfrm>
              <a:off x="2149870" y="2442475"/>
              <a:ext cx="2423160" cy="699813"/>
            </a:xfrm>
            <a:prstGeom prst="rect">
              <a:avLst/>
            </a:prstGeom>
            <a:noFill/>
            <a:ln>
              <a:noFill/>
            </a:ln>
          </p:spPr>
          <p:txBody>
            <a:bodyPr vert="horz" lIns="0" tIns="0" rIns="0" bIns="0" rtlCol="0" anchor="t">
              <a:noAutofit/>
            </a:bodyPr>
            <a:lstStyle>
              <a:defPPr>
                <a:defRPr lang="en-US"/>
              </a:defPPr>
              <a:lvl1pPr indent="0">
                <a:lnSpc>
                  <a:spcPct val="105000"/>
                </a:lnSpc>
                <a:spcBef>
                  <a:spcPts val="1200"/>
                </a:spcBef>
                <a:buFontTx/>
                <a:buNone/>
                <a:tabLst/>
                <a:defRPr sz="2000" b="0" i="0">
                  <a:solidFill>
                    <a:schemeClr val="bg2"/>
                  </a:solidFill>
                  <a:latin typeface="IBM Plex Sans" charset="0"/>
                  <a:ea typeface="IBM Plex Sans" charset="0"/>
                  <a:cs typeface="IBM Plex Sans" charset="0"/>
                </a:defRPr>
              </a:lvl1pPr>
              <a:lvl2pPr marL="228600" indent="-228600">
                <a:lnSpc>
                  <a:spcPct val="105000"/>
                </a:lnSpc>
                <a:spcBef>
                  <a:spcPts val="1000"/>
                </a:spcBef>
                <a:buFont typeface="LucidaGrande" charset="0"/>
                <a:buChar char="-"/>
                <a:defRPr sz="2000" b="0" i="0">
                  <a:latin typeface="IBM Plex Sans" charset="0"/>
                  <a:ea typeface="IBM Plex Sans" charset="0"/>
                  <a:cs typeface="IBM Plex Sans" charset="0"/>
                </a:defRPr>
              </a:lvl2pPr>
              <a:lvl3pPr marL="457200" indent="-228600">
                <a:lnSpc>
                  <a:spcPct val="105000"/>
                </a:lnSpc>
                <a:spcBef>
                  <a:spcPts val="0"/>
                </a:spcBef>
                <a:buSzPct val="80000"/>
                <a:buFont typeface="Arial" panose="020B0604020202020204" pitchFamily="34" charset="0"/>
                <a:buChar char="•"/>
                <a:defRPr sz="2000" b="0" i="0">
                  <a:latin typeface="IBM Plex Sans" charset="0"/>
                  <a:ea typeface="IBM Plex Sans" charset="0"/>
                  <a:cs typeface="IBM Plex Sans" charset="0"/>
                </a:defRPr>
              </a:lvl3pPr>
              <a:lvl4pPr marL="685800" indent="-228600">
                <a:lnSpc>
                  <a:spcPct val="105000"/>
                </a:lnSpc>
                <a:spcBef>
                  <a:spcPts val="0"/>
                </a:spcBef>
                <a:buFont typeface=".AppleSystemUIFont" charset="-120"/>
                <a:buChar char="–"/>
                <a:defRPr sz="2000" b="0" i="0">
                  <a:latin typeface="IBM Plex Sans" charset="0"/>
                  <a:ea typeface="IBM Plex Sans" charset="0"/>
                  <a:cs typeface="IBM Plex Sans" charset="0"/>
                </a:defRPr>
              </a:lvl4pPr>
              <a:lvl5pPr marL="914400" indent="-228600">
                <a:lnSpc>
                  <a:spcPct val="105000"/>
                </a:lnSpc>
                <a:spcBef>
                  <a:spcPts val="0"/>
                </a:spcBef>
                <a:buSzPct val="80000"/>
                <a:buFont typeface="Arial" panose="020B0604020202020204" pitchFamily="34" charset="0"/>
                <a:buChar char="•"/>
                <a:defRPr sz="2000" b="0" i="0">
                  <a:latin typeface="IBM Plex Sans" charset="0"/>
                  <a:ea typeface="IBM Plex Sans" charset="0"/>
                  <a:cs typeface="IBM Plex Sans" charset="0"/>
                </a:defRPr>
              </a:lvl5pPr>
              <a:lvl6pPr marL="3017520" indent="-274320">
                <a:lnSpc>
                  <a:spcPct val="90000"/>
                </a:lnSpc>
                <a:spcBef>
                  <a:spcPts val="600"/>
                </a:spcBef>
                <a:buFont typeface="Arial" panose="020B0604020202020204" pitchFamily="34" charset="0"/>
                <a:buChar char="•"/>
              </a:lvl6pPr>
              <a:lvl7pPr marL="3566160" indent="-274320">
                <a:lnSpc>
                  <a:spcPct val="90000"/>
                </a:lnSpc>
                <a:spcBef>
                  <a:spcPts val="600"/>
                </a:spcBef>
                <a:buFont typeface="Arial" panose="020B0604020202020204" pitchFamily="34" charset="0"/>
                <a:buChar char="•"/>
              </a:lvl7pPr>
              <a:lvl8pPr marL="4114800" indent="-274320">
                <a:lnSpc>
                  <a:spcPct val="90000"/>
                </a:lnSpc>
                <a:spcBef>
                  <a:spcPts val="600"/>
                </a:spcBef>
                <a:buFont typeface="Arial" panose="020B0604020202020204" pitchFamily="34" charset="0"/>
                <a:buChar char="•"/>
              </a:lvl8pPr>
              <a:lvl9pPr marL="4663440" indent="-274320">
                <a:lnSpc>
                  <a:spcPct val="90000"/>
                </a:lnSpc>
                <a:spcBef>
                  <a:spcPts val="600"/>
                </a:spcBef>
                <a:buFont typeface="Arial" panose="020B0604020202020204" pitchFamily="34" charset="0"/>
                <a:buChar char="•"/>
              </a:lvl9pPr>
            </a:lstStyle>
            <a:p>
              <a:pPr marL="0" marR="0" lvl="0" indent="0" algn="l" defTabSz="1097192" rtl="0" eaLnBrk="1" fontAlgn="auto" latinLnBrk="0" hangingPunct="1">
                <a:lnSpc>
                  <a:spcPct val="105000"/>
                </a:lnSpc>
                <a:spcBef>
                  <a:spcPts val="2400"/>
                </a:spcBef>
                <a:spcAft>
                  <a:spcPts val="0"/>
                </a:spcAft>
                <a:buClrTx/>
                <a:buSzTx/>
                <a:buFontTx/>
                <a:buNone/>
                <a:tabLst/>
                <a:defRPr/>
              </a:pPr>
              <a:r>
                <a:rPr kumimoji="0" lang="en-US" sz="1600" b="0" i="0" u="none" strike="noStrike" kern="0" cap="none" spc="0" normalizeH="0" baseline="0" noProof="0" dirty="0">
                  <a:ln>
                    <a:noFill/>
                  </a:ln>
                  <a:solidFill>
                    <a:prstClr val="white">
                      <a:lumMod val="50000"/>
                    </a:prstClr>
                  </a:solidFill>
                  <a:effectLst/>
                  <a:uLnTx/>
                  <a:uFillTx/>
                  <a:latin typeface="IBM Plex Sans" charset="0"/>
                </a:rPr>
                <a:t>1. </a:t>
              </a:r>
              <a:r>
                <a:rPr kumimoji="0" lang="en-US" sz="1600" b="1" i="0" u="none" strike="noStrike" kern="0" cap="none" spc="0" normalizeH="0" baseline="0" noProof="0" dirty="0">
                  <a:ln>
                    <a:noFill/>
                  </a:ln>
                  <a:solidFill>
                    <a:srgbClr val="375D7D"/>
                  </a:solidFill>
                  <a:effectLst/>
                  <a:uLnTx/>
                  <a:uFillTx/>
                  <a:latin typeface="IBM Plex Sans" charset="0"/>
                </a:rPr>
                <a:t>Business Driven</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0" cap="none" spc="0" normalizeH="0" baseline="0" noProof="0" dirty="0">
                  <a:ln>
                    <a:noFill/>
                  </a:ln>
                  <a:solidFill>
                    <a:prstClr val="white">
                      <a:lumMod val="50000"/>
                    </a:prstClr>
                  </a:solidFill>
                  <a:effectLst/>
                  <a:uLnTx/>
                  <a:uFillTx/>
                  <a:latin typeface="IBM Plex Sans" charset="0"/>
                </a:rPr>
                <a:t>Business priorities</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0" cap="none" spc="0" normalizeH="0" baseline="0" noProof="0" dirty="0">
                  <a:ln>
                    <a:noFill/>
                  </a:ln>
                  <a:solidFill>
                    <a:prstClr val="white">
                      <a:lumMod val="50000"/>
                    </a:prstClr>
                  </a:solidFill>
                  <a:effectLst/>
                  <a:uLnTx/>
                  <a:uFillTx/>
                  <a:latin typeface="IBM Plex Sans" charset="0"/>
                </a:rPr>
                <a:t>Revenue drivers</a:t>
              </a:r>
            </a:p>
            <a:p>
              <a:pPr marL="285728" marR="0" lvl="0" indent="-285728"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r>
                <a:rPr kumimoji="0" lang="en-US" sz="1400" b="0" i="0" u="none" strike="noStrike" kern="0" cap="none" spc="0" normalizeH="0" baseline="0" noProof="0" dirty="0">
                  <a:ln>
                    <a:noFill/>
                  </a:ln>
                  <a:solidFill>
                    <a:prstClr val="white">
                      <a:lumMod val="50000"/>
                    </a:prstClr>
                  </a:solidFill>
                  <a:effectLst/>
                  <a:uLnTx/>
                  <a:uFillTx/>
                  <a:latin typeface="IBM Plex Sans" charset="0"/>
                </a:rPr>
                <a:t>Balance cost savings vs innovation</a:t>
              </a:r>
            </a:p>
            <a:p>
              <a:pPr marL="0" marR="0" lvl="0" indent="0" algn="l" defTabSz="1097192" rtl="0" eaLnBrk="1" fontAlgn="auto" latinLnBrk="0" hangingPunct="1">
                <a:lnSpc>
                  <a:spcPct val="105000"/>
                </a:lnSpc>
                <a:spcBef>
                  <a:spcPts val="2400"/>
                </a:spcBef>
                <a:spcAft>
                  <a:spcPts val="0"/>
                </a:spcAft>
                <a:buClrTx/>
                <a:buSzTx/>
                <a:buFontTx/>
                <a:buNone/>
                <a:tabLst/>
                <a:defRPr/>
              </a:pPr>
              <a:endParaRPr kumimoji="0" lang="en-US" sz="1600" b="0" i="0" u="none" strike="noStrike" kern="0" cap="none" spc="0" normalizeH="0" baseline="0" noProof="0" dirty="0">
                <a:ln>
                  <a:noFill/>
                </a:ln>
                <a:solidFill>
                  <a:prstClr val="white">
                    <a:lumMod val="50000"/>
                  </a:prstClr>
                </a:solidFill>
                <a:effectLst/>
                <a:uLnTx/>
                <a:uFillTx/>
                <a:latin typeface="IBM Plex Sans" charset="0"/>
              </a:endParaRPr>
            </a:p>
          </p:txBody>
        </p:sp>
        <p:sp>
          <p:nvSpPr>
            <p:cNvPr id="44" name="Content Placeholder 16">
              <a:extLst>
                <a:ext uri="{FF2B5EF4-FFF2-40B4-BE49-F238E27FC236}">
                  <a16:creationId xmlns:a16="http://schemas.microsoft.com/office/drawing/2014/main" id="{F240738B-E306-4B41-85BD-5EC85950F7B1}"/>
                </a:ext>
              </a:extLst>
            </p:cNvPr>
            <p:cNvSpPr txBox="1">
              <a:spLocks/>
            </p:cNvSpPr>
            <p:nvPr/>
          </p:nvSpPr>
          <p:spPr>
            <a:xfrm>
              <a:off x="4865392" y="1203542"/>
              <a:ext cx="2834639" cy="775746"/>
            </a:xfrm>
            <a:prstGeom prst="rect">
              <a:avLst/>
            </a:prstGeom>
            <a:noFill/>
            <a:ln>
              <a:noFill/>
            </a:ln>
          </p:spPr>
          <p:txBody>
            <a:bodyPr vert="horz" lIns="91440" tIns="91440" rIns="91440" bIns="91440" rtlCol="0" anchor="t">
              <a:noAutofit/>
            </a:bodyPr>
            <a:lstStyle>
              <a:lvl1pPr marL="0" indent="0" algn="l" defTabSz="1097280" rtl="0" eaLnBrk="1" latinLnBrk="0" hangingPunct="1">
                <a:lnSpc>
                  <a:spcPct val="105000"/>
                </a:lnSpc>
                <a:spcBef>
                  <a:spcPts val="1200"/>
                </a:spcBef>
                <a:buFontTx/>
                <a:buNone/>
                <a:tabLst/>
                <a:defRPr sz="2000" b="0" i="0" kern="1200">
                  <a:solidFill>
                    <a:schemeClr val="tx1"/>
                  </a:solidFill>
                  <a:latin typeface="IBM Plex Sans" charset="0"/>
                  <a:ea typeface="IBM Plex Sans" charset="0"/>
                  <a:cs typeface="IBM Plex Sans" charset="0"/>
                </a:defRPr>
              </a:lvl1pPr>
              <a:lvl2pPr marL="228600" indent="-228600" algn="l" defTabSz="1097280" rtl="0" eaLnBrk="1" latinLnBrk="0" hangingPunct="1">
                <a:lnSpc>
                  <a:spcPct val="105000"/>
                </a:lnSpc>
                <a:spcBef>
                  <a:spcPts val="1000"/>
                </a:spcBef>
                <a:buFont typeface="LucidaGrande" charset="0"/>
                <a:buChar char="-"/>
                <a:defRPr sz="2000" b="0" i="0" kern="1200">
                  <a:solidFill>
                    <a:schemeClr val="tx1"/>
                  </a:solidFill>
                  <a:latin typeface="IBM Plex Sans" charset="0"/>
                  <a:ea typeface="IBM Plex Sans" charset="0"/>
                  <a:cs typeface="IBM Plex Sans" charset="0"/>
                </a:defRPr>
              </a:lvl2pPr>
              <a:lvl3pPr marL="4572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IBM Plex Sans" charset="0"/>
                  <a:ea typeface="IBM Plex Sans" charset="0"/>
                  <a:cs typeface="IBM Plex Sans" charset="0"/>
                </a:defRPr>
              </a:lvl3pPr>
              <a:lvl4pPr marL="685800" indent="-228600" algn="l" defTabSz="1097280" rtl="0" eaLnBrk="1" latinLnBrk="0" hangingPunct="1">
                <a:lnSpc>
                  <a:spcPct val="105000"/>
                </a:lnSpc>
                <a:spcBef>
                  <a:spcPts val="0"/>
                </a:spcBef>
                <a:buFont typeface=".AppleSystemUIFont" charset="-120"/>
                <a:buChar char="–"/>
                <a:defRPr sz="2000" b="0" i="0" kern="1200">
                  <a:solidFill>
                    <a:schemeClr val="tx1"/>
                  </a:solidFill>
                  <a:latin typeface="IBM Plex Sans" charset="0"/>
                  <a:ea typeface="IBM Plex Sans" charset="0"/>
                  <a:cs typeface="IBM Plex Sans" charset="0"/>
                </a:defRPr>
              </a:lvl4pPr>
              <a:lvl5pPr marL="9144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IBM Plex Sans" charset="0"/>
                  <a:ea typeface="IBM Plex Sans" charset="0"/>
                  <a:cs typeface="IBM Plex Sans"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171436" marR="0" lvl="0" indent="-171436"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endParaRPr kumimoji="0" lang="en-US" sz="1200" b="0" i="0" u="none" strike="noStrike" kern="1200" cap="none" spc="0" normalizeH="0" baseline="0" noProof="0" dirty="0">
                <a:ln>
                  <a:noFill/>
                </a:ln>
                <a:solidFill>
                  <a:prstClr val="white">
                    <a:lumMod val="50000"/>
                  </a:prstClr>
                </a:solidFill>
                <a:effectLst/>
                <a:uLnTx/>
                <a:uFillTx/>
                <a:latin typeface="IBM Plex Sans" charset="0"/>
              </a:endParaRPr>
            </a:p>
          </p:txBody>
        </p:sp>
        <p:pic>
          <p:nvPicPr>
            <p:cNvPr id="46" name="Picture 45">
              <a:extLst>
                <a:ext uri="{FF2B5EF4-FFF2-40B4-BE49-F238E27FC236}">
                  <a16:creationId xmlns:a16="http://schemas.microsoft.com/office/drawing/2014/main" id="{841DDD36-EE48-BE45-98E7-2DE610A33AC6}"/>
                </a:ext>
              </a:extLst>
            </p:cNvPr>
            <p:cNvPicPr>
              <a:picLocks noChangeAspect="1"/>
            </p:cNvPicPr>
            <p:nvPr/>
          </p:nvPicPr>
          <p:blipFill>
            <a:blip r:embed="rId4">
              <a:duotone>
                <a:schemeClr val="accent5">
                  <a:shade val="45000"/>
                  <a:satMod val="135000"/>
                </a:schemeClr>
                <a:prstClr val="white"/>
              </a:duotone>
            </a:blip>
            <a:stretch>
              <a:fillRect/>
            </a:stretch>
          </p:blipFill>
          <p:spPr>
            <a:xfrm>
              <a:off x="629415" y="2442475"/>
              <a:ext cx="1429912" cy="1404377"/>
            </a:xfrm>
            <a:prstGeom prst="rect">
              <a:avLst/>
            </a:prstGeom>
            <a:solidFill>
              <a:srgbClr val="FFFFFF"/>
            </a:solidFill>
          </p:spPr>
        </p:pic>
        <p:sp>
          <p:nvSpPr>
            <p:cNvPr id="49" name="Content Placeholder 16">
              <a:extLst>
                <a:ext uri="{FF2B5EF4-FFF2-40B4-BE49-F238E27FC236}">
                  <a16:creationId xmlns:a16="http://schemas.microsoft.com/office/drawing/2014/main" id="{FB0AB5F9-0C95-2344-90CE-AB01CCA2D8C5}"/>
                </a:ext>
              </a:extLst>
            </p:cNvPr>
            <p:cNvSpPr txBox="1">
              <a:spLocks/>
            </p:cNvSpPr>
            <p:nvPr/>
          </p:nvSpPr>
          <p:spPr>
            <a:xfrm>
              <a:off x="2440394" y="3029370"/>
              <a:ext cx="2423159" cy="966226"/>
            </a:xfrm>
            <a:prstGeom prst="rect">
              <a:avLst/>
            </a:prstGeom>
            <a:noFill/>
            <a:ln>
              <a:noFill/>
            </a:ln>
          </p:spPr>
          <p:txBody>
            <a:bodyPr vert="horz" lIns="91440" tIns="91440" rIns="91440" bIns="91440" rtlCol="0" anchor="t">
              <a:noAutofit/>
            </a:bodyPr>
            <a:lstStyle>
              <a:defPPr>
                <a:defRPr lang="en-US"/>
              </a:defPPr>
              <a:lvl1pPr marL="230188" indent="-230188">
                <a:lnSpc>
                  <a:spcPct val="105000"/>
                </a:lnSpc>
                <a:spcBef>
                  <a:spcPts val="1200"/>
                </a:spcBef>
                <a:buFont typeface="Arial" panose="020B0604020202020204" pitchFamily="34" charset="0"/>
                <a:buChar char="•"/>
                <a:tabLst/>
                <a:defRPr sz="1400" b="0" i="0">
                  <a:solidFill>
                    <a:schemeClr val="bg1"/>
                  </a:solidFill>
                  <a:latin typeface="IBM Plex Sans" charset="0"/>
                  <a:ea typeface="IBM Plex Sans" charset="0"/>
                  <a:cs typeface="IBM Plex Sans" charset="0"/>
                </a:defRPr>
              </a:lvl1pPr>
              <a:lvl2pPr marL="228600" indent="-228600">
                <a:lnSpc>
                  <a:spcPct val="105000"/>
                </a:lnSpc>
                <a:spcBef>
                  <a:spcPts val="1000"/>
                </a:spcBef>
                <a:buFont typeface="LucidaGrande" charset="0"/>
                <a:buChar char="-"/>
                <a:defRPr sz="2000" b="0" i="0">
                  <a:latin typeface="IBM Plex Sans" charset="0"/>
                  <a:ea typeface="IBM Plex Sans" charset="0"/>
                  <a:cs typeface="IBM Plex Sans" charset="0"/>
                </a:defRPr>
              </a:lvl2pPr>
              <a:lvl3pPr marL="457200" indent="-228600">
                <a:lnSpc>
                  <a:spcPct val="105000"/>
                </a:lnSpc>
                <a:spcBef>
                  <a:spcPts val="0"/>
                </a:spcBef>
                <a:buSzPct val="80000"/>
                <a:buFont typeface="Arial" panose="020B0604020202020204" pitchFamily="34" charset="0"/>
                <a:buChar char="•"/>
                <a:defRPr sz="2000" b="0" i="0">
                  <a:latin typeface="IBM Plex Sans" charset="0"/>
                  <a:ea typeface="IBM Plex Sans" charset="0"/>
                  <a:cs typeface="IBM Plex Sans" charset="0"/>
                </a:defRPr>
              </a:lvl3pPr>
              <a:lvl4pPr marL="685800" indent="-228600">
                <a:lnSpc>
                  <a:spcPct val="105000"/>
                </a:lnSpc>
                <a:spcBef>
                  <a:spcPts val="0"/>
                </a:spcBef>
                <a:buFont typeface=".AppleSystemUIFont" charset="-120"/>
                <a:buChar char="–"/>
                <a:defRPr sz="2000" b="0" i="0">
                  <a:latin typeface="IBM Plex Sans" charset="0"/>
                  <a:ea typeface="IBM Plex Sans" charset="0"/>
                  <a:cs typeface="IBM Plex Sans" charset="0"/>
                </a:defRPr>
              </a:lvl4pPr>
              <a:lvl5pPr marL="914400" indent="-228600">
                <a:lnSpc>
                  <a:spcPct val="105000"/>
                </a:lnSpc>
                <a:spcBef>
                  <a:spcPts val="0"/>
                </a:spcBef>
                <a:buSzPct val="80000"/>
                <a:buFont typeface="Arial" panose="020B0604020202020204" pitchFamily="34" charset="0"/>
                <a:buChar char="•"/>
                <a:defRPr sz="2000" b="0" i="0">
                  <a:latin typeface="IBM Plex Sans" charset="0"/>
                  <a:ea typeface="IBM Plex Sans" charset="0"/>
                  <a:cs typeface="IBM Plex Sans" charset="0"/>
                </a:defRPr>
              </a:lvl5pPr>
              <a:lvl6pPr marL="3017520" indent="-274320">
                <a:lnSpc>
                  <a:spcPct val="90000"/>
                </a:lnSpc>
                <a:spcBef>
                  <a:spcPts val="600"/>
                </a:spcBef>
                <a:buFont typeface="Arial" panose="020B0604020202020204" pitchFamily="34" charset="0"/>
                <a:buChar char="•"/>
              </a:lvl6pPr>
              <a:lvl7pPr marL="3566160" indent="-274320">
                <a:lnSpc>
                  <a:spcPct val="90000"/>
                </a:lnSpc>
                <a:spcBef>
                  <a:spcPts val="600"/>
                </a:spcBef>
                <a:buFont typeface="Arial" panose="020B0604020202020204" pitchFamily="34" charset="0"/>
                <a:buChar char="•"/>
              </a:lvl7pPr>
              <a:lvl8pPr marL="4114800" indent="-274320">
                <a:lnSpc>
                  <a:spcPct val="90000"/>
                </a:lnSpc>
                <a:spcBef>
                  <a:spcPts val="600"/>
                </a:spcBef>
                <a:buFont typeface="Arial" panose="020B0604020202020204" pitchFamily="34" charset="0"/>
                <a:buChar char="•"/>
              </a:lvl8pPr>
              <a:lvl9pPr marL="4663440" indent="-274320">
                <a:lnSpc>
                  <a:spcPct val="90000"/>
                </a:lnSpc>
                <a:spcBef>
                  <a:spcPts val="600"/>
                </a:spcBef>
                <a:buFont typeface="Arial" panose="020B0604020202020204" pitchFamily="34" charset="0"/>
                <a:buChar char="•"/>
              </a:lvl9pPr>
            </a:lstStyle>
            <a:p>
              <a:pPr marL="230170" marR="0" lvl="0" indent="-230170" algn="l" defTabSz="1097192" rtl="0" eaLnBrk="1" fontAlgn="auto" latinLnBrk="0" hangingPunct="1">
                <a:lnSpc>
                  <a:spcPct val="105000"/>
                </a:lnSpc>
                <a:spcBef>
                  <a:spcPts val="400"/>
                </a:spcBef>
                <a:spcAft>
                  <a:spcPts val="0"/>
                </a:spcAft>
                <a:buClr>
                  <a:srgbClr val="002060"/>
                </a:buClr>
                <a:buSzTx/>
                <a:buFont typeface="System Font Regular"/>
                <a:buChar char="+"/>
                <a:tabLst/>
                <a:defRPr/>
              </a:pPr>
              <a:endParaRPr kumimoji="0" lang="en-US" sz="1200" b="0" i="0" u="none" strike="noStrike" kern="0" cap="none" spc="0" normalizeH="0" baseline="0" noProof="0" dirty="0">
                <a:ln>
                  <a:noFill/>
                </a:ln>
                <a:solidFill>
                  <a:prstClr val="white">
                    <a:lumMod val="50000"/>
                  </a:prstClr>
                </a:solidFill>
                <a:effectLst/>
                <a:uLnTx/>
                <a:uFillTx/>
                <a:latin typeface="IBM Plex Sans" charset="0"/>
              </a:endParaRPr>
            </a:p>
          </p:txBody>
        </p:sp>
        <p:pic>
          <p:nvPicPr>
            <p:cNvPr id="52" name="Picture 51">
              <a:extLst>
                <a:ext uri="{FF2B5EF4-FFF2-40B4-BE49-F238E27FC236}">
                  <a16:creationId xmlns:a16="http://schemas.microsoft.com/office/drawing/2014/main" id="{E113FA23-96F2-8B4A-9528-D27097650B9D}"/>
                </a:ext>
              </a:extLst>
            </p:cNvPr>
            <p:cNvPicPr>
              <a:picLocks noChangeAspect="1"/>
            </p:cNvPicPr>
            <p:nvPr/>
          </p:nvPicPr>
          <p:blipFill rotWithShape="1">
            <a:blip r:embed="rId5" cstate="print">
              <a:duotone>
                <a:schemeClr val="accent5">
                  <a:shade val="45000"/>
                  <a:satMod val="135000"/>
                </a:schemeClr>
                <a:prstClr val="white"/>
              </a:duotone>
              <a:extLst>
                <a:ext uri="{28A0092B-C50C-407E-A947-70E740481C1C}">
                  <a14:useLocalDpi xmlns:a14="http://schemas.microsoft.com/office/drawing/2010/main"/>
                </a:ext>
              </a:extLst>
            </a:blip>
            <a:srcRect t="15453"/>
            <a:stretch/>
          </p:blipFill>
          <p:spPr>
            <a:xfrm>
              <a:off x="4293334" y="900797"/>
              <a:ext cx="1332337" cy="1126444"/>
            </a:xfrm>
            <a:prstGeom prst="rect">
              <a:avLst/>
            </a:prstGeom>
            <a:solidFill>
              <a:srgbClr val="FFFFFF"/>
            </a:solidFill>
          </p:spPr>
        </p:pic>
        <p:sp>
          <p:nvSpPr>
            <p:cNvPr id="54" name="Right Arrow 53">
              <a:extLst>
                <a:ext uri="{FF2B5EF4-FFF2-40B4-BE49-F238E27FC236}">
                  <a16:creationId xmlns:a16="http://schemas.microsoft.com/office/drawing/2014/main" id="{F8B6F5C9-3B70-B74D-9AF4-8F6F7B514E17}"/>
                </a:ext>
              </a:extLst>
            </p:cNvPr>
            <p:cNvSpPr/>
            <p:nvPr/>
          </p:nvSpPr>
          <p:spPr>
            <a:xfrm rot="5400000">
              <a:off x="5873500" y="2272184"/>
              <a:ext cx="404206" cy="342014"/>
            </a:xfrm>
            <a:prstGeom prst="rightArrow">
              <a:avLst/>
            </a:prstGeom>
            <a:solidFill>
              <a:srgbClr val="88A8C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097192" rtl="0" eaLnBrk="1" fontAlgn="auto" latinLnBrk="0" hangingPunct="1">
                <a:lnSpc>
                  <a:spcPct val="100000"/>
                </a:lnSpc>
                <a:spcBef>
                  <a:spcPts val="0"/>
                </a:spcBef>
                <a:spcAft>
                  <a:spcPts val="0"/>
                </a:spcAft>
                <a:buClrTx/>
                <a:buSzTx/>
                <a:buFontTx/>
                <a:buNone/>
                <a:tabLst/>
                <a:defRPr/>
              </a:pPr>
              <a:endParaRPr kumimoji="0" lang="en-US" sz="2160" b="0" i="0" u="none" strike="noStrike" kern="0" cap="none" spc="0" normalizeH="0" baseline="0" noProof="0">
                <a:ln>
                  <a:noFill/>
                </a:ln>
                <a:solidFill>
                  <a:srgbClr val="051243"/>
                </a:solidFill>
                <a:effectLst/>
                <a:uLnTx/>
                <a:uFillTx/>
                <a:latin typeface="Arial" panose="020B0604020202020204"/>
                <a:ea typeface="+mn-ea"/>
                <a:cs typeface="+mn-cs"/>
              </a:endParaRPr>
            </a:p>
          </p:txBody>
        </p:sp>
        <p:sp>
          <p:nvSpPr>
            <p:cNvPr id="55" name="Right Arrow 54">
              <a:extLst>
                <a:ext uri="{FF2B5EF4-FFF2-40B4-BE49-F238E27FC236}">
                  <a16:creationId xmlns:a16="http://schemas.microsoft.com/office/drawing/2014/main" id="{3A184963-182B-D142-984C-F3C9F6934F38}"/>
                </a:ext>
              </a:extLst>
            </p:cNvPr>
            <p:cNvSpPr/>
            <p:nvPr/>
          </p:nvSpPr>
          <p:spPr>
            <a:xfrm>
              <a:off x="4911241" y="3166536"/>
              <a:ext cx="404763" cy="342014"/>
            </a:xfrm>
            <a:prstGeom prst="rightArrow">
              <a:avLst/>
            </a:prstGeom>
            <a:solidFill>
              <a:srgbClr val="88A8C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097192" rtl="0" eaLnBrk="1" fontAlgn="auto" latinLnBrk="0" hangingPunct="1">
                <a:lnSpc>
                  <a:spcPct val="100000"/>
                </a:lnSpc>
                <a:spcBef>
                  <a:spcPts val="0"/>
                </a:spcBef>
                <a:spcAft>
                  <a:spcPts val="0"/>
                </a:spcAft>
                <a:buClrTx/>
                <a:buSzTx/>
                <a:buFontTx/>
                <a:buNone/>
                <a:tabLst/>
                <a:defRPr/>
              </a:pPr>
              <a:endParaRPr kumimoji="0" lang="en-US" sz="2160" b="0" i="0" u="none" strike="noStrike" kern="0" cap="none" spc="0" normalizeH="0" baseline="0" noProof="0">
                <a:ln>
                  <a:noFill/>
                </a:ln>
                <a:solidFill>
                  <a:srgbClr val="051243"/>
                </a:solidFill>
                <a:effectLst/>
                <a:uLnTx/>
                <a:uFillTx/>
                <a:latin typeface="Arial" panose="020B0604020202020204"/>
                <a:ea typeface="+mn-ea"/>
                <a:cs typeface="+mn-cs"/>
              </a:endParaRPr>
            </a:p>
          </p:txBody>
        </p:sp>
        <p:sp>
          <p:nvSpPr>
            <p:cNvPr id="56" name="Right Arrow 55">
              <a:extLst>
                <a:ext uri="{FF2B5EF4-FFF2-40B4-BE49-F238E27FC236}">
                  <a16:creationId xmlns:a16="http://schemas.microsoft.com/office/drawing/2014/main" id="{B3B5F326-CC8F-E643-A7C7-19F321F42F13}"/>
                </a:ext>
              </a:extLst>
            </p:cNvPr>
            <p:cNvSpPr/>
            <p:nvPr/>
          </p:nvSpPr>
          <p:spPr>
            <a:xfrm rot="10800000">
              <a:off x="6805853" y="3166536"/>
              <a:ext cx="391258" cy="342014"/>
            </a:xfrm>
            <a:prstGeom prst="rightArrow">
              <a:avLst/>
            </a:prstGeom>
            <a:solidFill>
              <a:srgbClr val="88A8C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097192" rtl="0" eaLnBrk="1" fontAlgn="auto" latinLnBrk="0" hangingPunct="1">
                <a:lnSpc>
                  <a:spcPct val="100000"/>
                </a:lnSpc>
                <a:spcBef>
                  <a:spcPts val="0"/>
                </a:spcBef>
                <a:spcAft>
                  <a:spcPts val="0"/>
                </a:spcAft>
                <a:buClrTx/>
                <a:buSzTx/>
                <a:buFontTx/>
                <a:buNone/>
                <a:tabLst/>
                <a:defRPr/>
              </a:pPr>
              <a:endParaRPr kumimoji="0" lang="en-US" sz="2160" b="0" i="0" u="none" strike="noStrike" kern="0" cap="none" spc="0" normalizeH="0" baseline="0" noProof="0">
                <a:ln>
                  <a:noFill/>
                </a:ln>
                <a:solidFill>
                  <a:srgbClr val="051243"/>
                </a:solidFill>
                <a:effectLst/>
                <a:uLnTx/>
                <a:uFillTx/>
                <a:latin typeface="Arial" panose="020B0604020202020204"/>
                <a:ea typeface="+mn-ea"/>
                <a:cs typeface="+mn-cs"/>
              </a:endParaRPr>
            </a:p>
          </p:txBody>
        </p:sp>
        <p:sp>
          <p:nvSpPr>
            <p:cNvPr id="57" name="Right Arrow 56">
              <a:extLst>
                <a:ext uri="{FF2B5EF4-FFF2-40B4-BE49-F238E27FC236}">
                  <a16:creationId xmlns:a16="http://schemas.microsoft.com/office/drawing/2014/main" id="{5097E579-11B5-3244-AF2B-1E7DF5623387}"/>
                </a:ext>
              </a:extLst>
            </p:cNvPr>
            <p:cNvSpPr/>
            <p:nvPr/>
          </p:nvSpPr>
          <p:spPr>
            <a:xfrm rot="5400000">
              <a:off x="5888032" y="4135535"/>
              <a:ext cx="404206" cy="342014"/>
            </a:xfrm>
            <a:prstGeom prst="rightArrow">
              <a:avLst/>
            </a:prstGeom>
            <a:solidFill>
              <a:srgbClr val="88A8C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097192" rtl="0" eaLnBrk="1" fontAlgn="auto" latinLnBrk="0" hangingPunct="1">
                <a:lnSpc>
                  <a:spcPct val="100000"/>
                </a:lnSpc>
                <a:spcBef>
                  <a:spcPts val="0"/>
                </a:spcBef>
                <a:spcAft>
                  <a:spcPts val="0"/>
                </a:spcAft>
                <a:buClrTx/>
                <a:buSzTx/>
                <a:buFontTx/>
                <a:buNone/>
                <a:tabLst/>
                <a:defRPr/>
              </a:pPr>
              <a:endParaRPr kumimoji="0" lang="en-US" sz="2160" b="0" i="0" u="none" strike="noStrike" kern="0" cap="none" spc="0" normalizeH="0" baseline="0" noProof="0">
                <a:ln>
                  <a:noFill/>
                </a:ln>
                <a:solidFill>
                  <a:srgbClr val="051243"/>
                </a:solidFill>
                <a:effectLst/>
                <a:uLnTx/>
                <a:uFillTx/>
                <a:latin typeface="Arial" panose="020B0604020202020204"/>
                <a:ea typeface="+mn-ea"/>
                <a:cs typeface="+mn-cs"/>
              </a:endParaRPr>
            </a:p>
          </p:txBody>
        </p:sp>
        <p:sp>
          <p:nvSpPr>
            <p:cNvPr id="58" name="Right Arrow 57">
              <a:extLst>
                <a:ext uri="{FF2B5EF4-FFF2-40B4-BE49-F238E27FC236}">
                  <a16:creationId xmlns:a16="http://schemas.microsoft.com/office/drawing/2014/main" id="{6DAEA659-F6C0-314F-8D04-0DCF8E5FAFBB}"/>
                </a:ext>
              </a:extLst>
            </p:cNvPr>
            <p:cNvSpPr/>
            <p:nvPr/>
          </p:nvSpPr>
          <p:spPr>
            <a:xfrm rot="8411446">
              <a:off x="4838399" y="3986497"/>
              <a:ext cx="404206" cy="342014"/>
            </a:xfrm>
            <a:prstGeom prst="rightArrow">
              <a:avLst/>
            </a:prstGeom>
            <a:solidFill>
              <a:srgbClr val="88A8C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097192" rtl="0" eaLnBrk="1" fontAlgn="auto" latinLnBrk="0" hangingPunct="1">
                <a:lnSpc>
                  <a:spcPct val="100000"/>
                </a:lnSpc>
                <a:spcBef>
                  <a:spcPts val="0"/>
                </a:spcBef>
                <a:spcAft>
                  <a:spcPts val="0"/>
                </a:spcAft>
                <a:buClrTx/>
                <a:buSzTx/>
                <a:buFontTx/>
                <a:buNone/>
                <a:tabLst/>
                <a:defRPr/>
              </a:pPr>
              <a:endParaRPr kumimoji="0" lang="en-US" sz="2160" b="0" i="0" u="none" strike="noStrike" kern="0" cap="none" spc="0" normalizeH="0" baseline="0" noProof="0">
                <a:ln>
                  <a:noFill/>
                </a:ln>
                <a:solidFill>
                  <a:srgbClr val="051243"/>
                </a:solidFill>
                <a:effectLst/>
                <a:uLnTx/>
                <a:uFillTx/>
                <a:latin typeface="Arial" panose="020B0604020202020204"/>
                <a:ea typeface="+mn-ea"/>
                <a:cs typeface="+mn-cs"/>
              </a:endParaRPr>
            </a:p>
          </p:txBody>
        </p:sp>
        <p:sp>
          <p:nvSpPr>
            <p:cNvPr id="59" name="Right Arrow 58">
              <a:extLst>
                <a:ext uri="{FF2B5EF4-FFF2-40B4-BE49-F238E27FC236}">
                  <a16:creationId xmlns:a16="http://schemas.microsoft.com/office/drawing/2014/main" id="{A97DE9EF-A369-B34C-88CD-3D877E069A83}"/>
                </a:ext>
              </a:extLst>
            </p:cNvPr>
            <p:cNvSpPr/>
            <p:nvPr/>
          </p:nvSpPr>
          <p:spPr>
            <a:xfrm rot="2212995">
              <a:off x="6784188" y="4001577"/>
              <a:ext cx="404206" cy="342014"/>
            </a:xfrm>
            <a:prstGeom prst="rightArrow">
              <a:avLst/>
            </a:prstGeom>
            <a:solidFill>
              <a:srgbClr val="88A8C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097192" rtl="0" eaLnBrk="1" fontAlgn="auto" latinLnBrk="0" hangingPunct="1">
                <a:lnSpc>
                  <a:spcPct val="100000"/>
                </a:lnSpc>
                <a:spcBef>
                  <a:spcPts val="0"/>
                </a:spcBef>
                <a:spcAft>
                  <a:spcPts val="0"/>
                </a:spcAft>
                <a:buClrTx/>
                <a:buSzTx/>
                <a:buFontTx/>
                <a:buNone/>
                <a:tabLst/>
                <a:defRPr/>
              </a:pPr>
              <a:endParaRPr kumimoji="0" lang="en-US" sz="2160" b="0" i="0" u="none" strike="noStrike" kern="0" cap="none" spc="0" normalizeH="0" baseline="0" noProof="0">
                <a:ln>
                  <a:noFill/>
                </a:ln>
                <a:solidFill>
                  <a:srgbClr val="051243"/>
                </a:solidFill>
                <a:effectLst/>
                <a:uLnTx/>
                <a:uFillTx/>
                <a:latin typeface="Arial" panose="020B0604020202020204"/>
                <a:ea typeface="+mn-ea"/>
                <a:cs typeface="+mn-cs"/>
              </a:endParaRPr>
            </a:p>
          </p:txBody>
        </p:sp>
      </p:grpSp>
      <p:sp>
        <p:nvSpPr>
          <p:cNvPr id="4" name="TextBox 3">
            <a:extLst>
              <a:ext uri="{FF2B5EF4-FFF2-40B4-BE49-F238E27FC236}">
                <a16:creationId xmlns:a16="http://schemas.microsoft.com/office/drawing/2014/main" id="{752E49CD-4CA2-C947-BD16-EAF1B2D436C8}"/>
              </a:ext>
            </a:extLst>
          </p:cNvPr>
          <p:cNvSpPr txBox="1"/>
          <p:nvPr/>
        </p:nvSpPr>
        <p:spPr>
          <a:xfrm>
            <a:off x="4438203" y="5632708"/>
            <a:ext cx="2731838" cy="830997"/>
          </a:xfrm>
          <a:prstGeom prst="rect">
            <a:avLst/>
          </a:prstGeom>
          <a:noFill/>
        </p:spPr>
        <p:txBody>
          <a:bodyPr wrap="none" rtlCol="0">
            <a:spAutoFit/>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75D7D"/>
                </a:solidFill>
                <a:effectLst/>
                <a:uLnTx/>
                <a:uFillTx/>
                <a:latin typeface="IBM Plex Sans" panose="020B0503050203000203" pitchFamily="34" charset="77"/>
                <a:ea typeface="+mn-ea"/>
                <a:cs typeface="+mn-cs"/>
              </a:rPr>
              <a:t>Migration &amp; Modernization</a:t>
            </a:r>
          </a:p>
          <a:p>
            <a:pPr marL="0" marR="0" lvl="0" indent="0" algn="ctr" defTabSz="91436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lumMod val="50000"/>
                  </a:prstClr>
                </a:solidFill>
                <a:effectLst/>
                <a:uLnTx/>
                <a:uFillTx/>
                <a:latin typeface="IBM Plex Sans" panose="020B0503050203000203" pitchFamily="34" charset="77"/>
                <a:ea typeface="+mn-ea"/>
                <a:cs typeface="+mn-cs"/>
              </a:rPr>
              <a:t>+</a:t>
            </a:r>
          </a:p>
          <a:p>
            <a:pPr marL="0" marR="0" lvl="0" indent="0" algn="ctr" defTabSz="91436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lumMod val="50000"/>
                  </a:prstClr>
                </a:solidFill>
                <a:effectLst/>
                <a:uLnTx/>
                <a:uFillTx/>
                <a:latin typeface="IBM Plex Sans" panose="020B0503050203000203" pitchFamily="34" charset="77"/>
                <a:ea typeface="+mn-ea"/>
                <a:cs typeface="+mn-cs"/>
              </a:rPr>
              <a:t>Replace, Retain, Retire</a:t>
            </a:r>
          </a:p>
        </p:txBody>
      </p:sp>
      <p:sp>
        <p:nvSpPr>
          <p:cNvPr id="30" name="TextBox 29">
            <a:extLst>
              <a:ext uri="{FF2B5EF4-FFF2-40B4-BE49-F238E27FC236}">
                <a16:creationId xmlns:a16="http://schemas.microsoft.com/office/drawing/2014/main" id="{5DDAFE3E-CB55-5947-B1EA-2BF109260654}"/>
              </a:ext>
            </a:extLst>
          </p:cNvPr>
          <p:cNvSpPr txBox="1"/>
          <p:nvPr/>
        </p:nvSpPr>
        <p:spPr>
          <a:xfrm>
            <a:off x="5087521" y="5359143"/>
            <a:ext cx="1295547" cy="338554"/>
          </a:xfrm>
          <a:prstGeom prst="rect">
            <a:avLst/>
          </a:prstGeom>
          <a:noFill/>
        </p:spPr>
        <p:txBody>
          <a:bodyPr wrap="none" rtlCol="0">
            <a:spAutoFit/>
          </a:bodyPr>
          <a:lstStyle/>
          <a:p>
            <a:pPr marL="0" marR="0" lvl="0" indent="0" algn="ctr" defTabSz="91436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375D7D"/>
                </a:solidFill>
                <a:effectLst/>
                <a:uLnTx/>
                <a:uFillTx/>
                <a:latin typeface="IBM Plex Sans" panose="020B0503050203000203" pitchFamily="34" charset="77"/>
                <a:ea typeface="+mn-ea"/>
                <a:cs typeface="+mn-cs"/>
              </a:rPr>
              <a:t>Application</a:t>
            </a:r>
          </a:p>
        </p:txBody>
      </p:sp>
      <p:grpSp>
        <p:nvGrpSpPr>
          <p:cNvPr id="5" name="Group 4">
            <a:extLst>
              <a:ext uri="{FF2B5EF4-FFF2-40B4-BE49-F238E27FC236}">
                <a16:creationId xmlns:a16="http://schemas.microsoft.com/office/drawing/2014/main" id="{5F085D13-4BF2-CD75-D46F-740A1939EE4B}"/>
              </a:ext>
            </a:extLst>
          </p:cNvPr>
          <p:cNvGrpSpPr/>
          <p:nvPr/>
        </p:nvGrpSpPr>
        <p:grpSpPr>
          <a:xfrm>
            <a:off x="918594" y="1457689"/>
            <a:ext cx="10173082" cy="5264609"/>
            <a:chOff x="918594" y="1457689"/>
            <a:chExt cx="10173082" cy="5264609"/>
          </a:xfrm>
        </p:grpSpPr>
        <p:pic>
          <p:nvPicPr>
            <p:cNvPr id="13" name="Picture 12">
              <a:extLst>
                <a:ext uri="{FF2B5EF4-FFF2-40B4-BE49-F238E27FC236}">
                  <a16:creationId xmlns:a16="http://schemas.microsoft.com/office/drawing/2014/main" id="{06F93D86-61F5-6BAD-8064-3E0C6D80D065}"/>
                </a:ext>
              </a:extLst>
            </p:cNvPr>
            <p:cNvPicPr>
              <a:picLocks noChangeAspect="1"/>
            </p:cNvPicPr>
            <p:nvPr/>
          </p:nvPicPr>
          <p:blipFill>
            <a:blip r:embed="rId6"/>
            <a:stretch>
              <a:fillRect/>
            </a:stretch>
          </p:blipFill>
          <p:spPr>
            <a:xfrm>
              <a:off x="1793847" y="1457689"/>
              <a:ext cx="8604306" cy="3990737"/>
            </a:xfrm>
            <a:prstGeom prst="rect">
              <a:avLst/>
            </a:prstGeom>
          </p:spPr>
        </p:pic>
        <p:pic>
          <p:nvPicPr>
            <p:cNvPr id="2" name="Content Placeholder 4" descr="Graphical user interface, application&#10;&#10;Description automatically generated">
              <a:extLst>
                <a:ext uri="{FF2B5EF4-FFF2-40B4-BE49-F238E27FC236}">
                  <a16:creationId xmlns:a16="http://schemas.microsoft.com/office/drawing/2014/main" id="{92D9439C-DAAF-508C-5AEB-196E70EB599C}"/>
                </a:ext>
              </a:extLst>
            </p:cNvPr>
            <p:cNvPicPr>
              <a:picLocks noChangeAspect="1"/>
            </p:cNvPicPr>
            <p:nvPr/>
          </p:nvPicPr>
          <p:blipFill rotWithShape="1">
            <a:blip r:embed="rId7"/>
            <a:srcRect t="76228"/>
            <a:stretch/>
          </p:blipFill>
          <p:spPr>
            <a:xfrm>
              <a:off x="918594" y="5389373"/>
              <a:ext cx="10173082" cy="1332925"/>
            </a:xfrm>
            <a:prstGeom prst="rect">
              <a:avLst/>
            </a:prstGeom>
            <a:ln>
              <a:solidFill>
                <a:schemeClr val="tx1"/>
              </a:solidFill>
            </a:ln>
          </p:spPr>
        </p:pic>
      </p:grpSp>
    </p:spTree>
    <p:extLst>
      <p:ext uri="{BB962C8B-B14F-4D97-AF65-F5344CB8AC3E}">
        <p14:creationId xmlns:p14="http://schemas.microsoft.com/office/powerpoint/2010/main" val="91978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80531A-C646-846F-B8E9-773A906DC980}"/>
              </a:ext>
            </a:extLst>
          </p:cNvPr>
          <p:cNvSpPr/>
          <p:nvPr/>
        </p:nvSpPr>
        <p:spPr bwMode="auto">
          <a:xfrm>
            <a:off x="2372148" y="1979767"/>
            <a:ext cx="9391217" cy="1633195"/>
          </a:xfrm>
          <a:prstGeom prst="rect">
            <a:avLst/>
          </a:prstGeom>
          <a:solidFill>
            <a:schemeClr val="bg1">
              <a:lumMod val="75000"/>
            </a:schemeClr>
          </a:solidFill>
          <a:ln w="19050">
            <a:solidFill>
              <a:schemeClr val="tx1"/>
            </a:solidFill>
            <a:prstDash val="lgDash"/>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endParaRPr>
          </a:p>
        </p:txBody>
      </p:sp>
      <p:sp>
        <p:nvSpPr>
          <p:cNvPr id="5" name="Title 1">
            <a:extLst>
              <a:ext uri="{FF2B5EF4-FFF2-40B4-BE49-F238E27FC236}">
                <a16:creationId xmlns:a16="http://schemas.microsoft.com/office/drawing/2014/main" id="{348A5769-E98C-427B-AA88-87E5C1205E87}"/>
              </a:ext>
            </a:extLst>
          </p:cNvPr>
          <p:cNvSpPr txBox="1">
            <a:spLocks/>
          </p:cNvSpPr>
          <p:nvPr/>
        </p:nvSpPr>
        <p:spPr>
          <a:xfrm>
            <a:off x="205860" y="77533"/>
            <a:ext cx="10164903" cy="547567"/>
          </a:xfrm>
          <a:prstGeom prst="rect">
            <a:avLst/>
          </a:prstGeom>
        </p:spPr>
        <p:txBody>
          <a:bodyPr wrap="square" anchor="b">
            <a:normAutofit/>
          </a:bodyPr>
          <a:lstStyle>
            <a:lvl1pPr algn="l" defTabSz="914363" rtl="0" eaLnBrk="1" latinLnBrk="0" hangingPunct="1">
              <a:lnSpc>
                <a:spcPct val="90000"/>
              </a:lnSpc>
              <a:spcBef>
                <a:spcPct val="0"/>
              </a:spcBef>
              <a:buNone/>
              <a:defRPr lang="en-US" sz="2800" b="0" i="0" kern="1200" dirty="0">
                <a:solidFill>
                  <a:schemeClr val="bg1"/>
                </a:solidFill>
                <a:latin typeface="IBM Plex Sans" panose="020B0503050203000203" pitchFamily="34" charset="77"/>
                <a:ea typeface="+mj-ea"/>
                <a:cs typeface="+mj-cs"/>
              </a:defRPr>
            </a:lvl1pPr>
          </a:lstStyle>
          <a:p>
            <a:pPr marL="4233" marR="0" lvl="0" indent="6351" algn="l" defTabSz="914363"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IBM Plex Sans" panose="020B0503050203000203" pitchFamily="34" charset="77"/>
                <a:ea typeface="+mj-ea"/>
                <a:cs typeface="+mj-cs"/>
              </a:rPr>
              <a:t>DevOps Quick Wins</a:t>
            </a:r>
          </a:p>
        </p:txBody>
      </p:sp>
      <p:sp>
        <p:nvSpPr>
          <p:cNvPr id="6" name="Rectangle 5">
            <a:extLst>
              <a:ext uri="{FF2B5EF4-FFF2-40B4-BE49-F238E27FC236}">
                <a16:creationId xmlns:a16="http://schemas.microsoft.com/office/drawing/2014/main" id="{8D4CD7CD-53E2-5C0D-8247-14670B6795EB}"/>
              </a:ext>
            </a:extLst>
          </p:cNvPr>
          <p:cNvSpPr/>
          <p:nvPr/>
        </p:nvSpPr>
        <p:spPr bwMode="auto">
          <a:xfrm>
            <a:off x="2458466" y="2094275"/>
            <a:ext cx="8034520" cy="1397480"/>
          </a:xfrm>
          <a:prstGeom prst="rect">
            <a:avLst/>
          </a:prstGeom>
          <a:solidFill>
            <a:schemeClr val="bg1">
              <a:lumMod val="75000"/>
            </a:schemeClr>
          </a:solidFill>
          <a:ln w="19050">
            <a:solidFill>
              <a:schemeClr val="tx1"/>
            </a:solidFill>
            <a:prstDash val="lgDash"/>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endParaRPr>
          </a:p>
        </p:txBody>
      </p:sp>
      <p:sp>
        <p:nvSpPr>
          <p:cNvPr id="7" name="TextBox 6">
            <a:extLst>
              <a:ext uri="{FF2B5EF4-FFF2-40B4-BE49-F238E27FC236}">
                <a16:creationId xmlns:a16="http://schemas.microsoft.com/office/drawing/2014/main" id="{E4B5B606-C2BD-84FA-3A99-ED0216830AFE}"/>
              </a:ext>
            </a:extLst>
          </p:cNvPr>
          <p:cNvSpPr txBox="1"/>
          <p:nvPr/>
        </p:nvSpPr>
        <p:spPr>
          <a:xfrm>
            <a:off x="2665130" y="2310903"/>
            <a:ext cx="82266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Coding</a:t>
            </a:r>
          </a:p>
        </p:txBody>
      </p:sp>
      <p:sp>
        <p:nvSpPr>
          <p:cNvPr id="8" name="TextBox 7">
            <a:extLst>
              <a:ext uri="{FF2B5EF4-FFF2-40B4-BE49-F238E27FC236}">
                <a16:creationId xmlns:a16="http://schemas.microsoft.com/office/drawing/2014/main" id="{A3DD969C-9444-707A-807E-C2E1385036CC}"/>
              </a:ext>
            </a:extLst>
          </p:cNvPr>
          <p:cNvSpPr txBox="1"/>
          <p:nvPr/>
        </p:nvSpPr>
        <p:spPr>
          <a:xfrm>
            <a:off x="3031361" y="2874201"/>
            <a:ext cx="93968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Building</a:t>
            </a:r>
          </a:p>
        </p:txBody>
      </p:sp>
      <p:sp>
        <p:nvSpPr>
          <p:cNvPr id="9" name="TextBox 8">
            <a:extLst>
              <a:ext uri="{FF2B5EF4-FFF2-40B4-BE49-F238E27FC236}">
                <a16:creationId xmlns:a16="http://schemas.microsoft.com/office/drawing/2014/main" id="{E61686CD-A39C-4BEE-0F79-9F8DFA8F27D3}"/>
              </a:ext>
            </a:extLst>
          </p:cNvPr>
          <p:cNvSpPr txBox="1"/>
          <p:nvPr/>
        </p:nvSpPr>
        <p:spPr>
          <a:xfrm>
            <a:off x="3841795" y="2222644"/>
            <a:ext cx="86273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Testing</a:t>
            </a:r>
          </a:p>
        </p:txBody>
      </p:sp>
      <p:sp>
        <p:nvSpPr>
          <p:cNvPr id="10" name="TextBox 9">
            <a:extLst>
              <a:ext uri="{FF2B5EF4-FFF2-40B4-BE49-F238E27FC236}">
                <a16:creationId xmlns:a16="http://schemas.microsoft.com/office/drawing/2014/main" id="{B0AB1A48-9D6D-6D19-B4D7-29789F05228B}"/>
              </a:ext>
            </a:extLst>
          </p:cNvPr>
          <p:cNvSpPr txBox="1"/>
          <p:nvPr/>
        </p:nvSpPr>
        <p:spPr>
          <a:xfrm>
            <a:off x="4481836" y="2966286"/>
            <a:ext cx="73609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CI/CD</a:t>
            </a:r>
          </a:p>
        </p:txBody>
      </p:sp>
      <p:sp>
        <p:nvSpPr>
          <p:cNvPr id="11" name="TextBox 10">
            <a:extLst>
              <a:ext uri="{FF2B5EF4-FFF2-40B4-BE49-F238E27FC236}">
                <a16:creationId xmlns:a16="http://schemas.microsoft.com/office/drawing/2014/main" id="{EC95DA97-685F-2D69-8751-8C76F34EF37B}"/>
              </a:ext>
            </a:extLst>
          </p:cNvPr>
          <p:cNvSpPr txBox="1"/>
          <p:nvPr/>
        </p:nvSpPr>
        <p:spPr>
          <a:xfrm>
            <a:off x="4668591" y="2515377"/>
            <a:ext cx="123944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Configuring</a:t>
            </a:r>
          </a:p>
        </p:txBody>
      </p:sp>
      <p:sp>
        <p:nvSpPr>
          <p:cNvPr id="12" name="TextBox 11">
            <a:extLst>
              <a:ext uri="{FF2B5EF4-FFF2-40B4-BE49-F238E27FC236}">
                <a16:creationId xmlns:a16="http://schemas.microsoft.com/office/drawing/2014/main" id="{9025AD2D-8CAB-1247-EA72-B87B78314BF4}"/>
              </a:ext>
            </a:extLst>
          </p:cNvPr>
          <p:cNvSpPr txBox="1"/>
          <p:nvPr/>
        </p:nvSpPr>
        <p:spPr>
          <a:xfrm>
            <a:off x="6079600" y="2751090"/>
            <a:ext cx="152119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Releasing &amp; Deploying</a:t>
            </a:r>
          </a:p>
        </p:txBody>
      </p:sp>
      <p:sp>
        <p:nvSpPr>
          <p:cNvPr id="13" name="TextBox 12">
            <a:extLst>
              <a:ext uri="{FF2B5EF4-FFF2-40B4-BE49-F238E27FC236}">
                <a16:creationId xmlns:a16="http://schemas.microsoft.com/office/drawing/2014/main" id="{46DDEED1-C90C-FD84-3D92-48A7F13F17E8}"/>
              </a:ext>
            </a:extLst>
          </p:cNvPr>
          <p:cNvSpPr txBox="1"/>
          <p:nvPr/>
        </p:nvSpPr>
        <p:spPr>
          <a:xfrm>
            <a:off x="8841699" y="2326948"/>
            <a:ext cx="97815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Learning</a:t>
            </a:r>
          </a:p>
        </p:txBody>
      </p:sp>
      <p:sp>
        <p:nvSpPr>
          <p:cNvPr id="14" name="TextBox 13">
            <a:extLst>
              <a:ext uri="{FF2B5EF4-FFF2-40B4-BE49-F238E27FC236}">
                <a16:creationId xmlns:a16="http://schemas.microsoft.com/office/drawing/2014/main" id="{25939FA0-9D0C-951E-A537-5044C8E9BD7C}"/>
              </a:ext>
            </a:extLst>
          </p:cNvPr>
          <p:cNvSpPr txBox="1"/>
          <p:nvPr/>
        </p:nvSpPr>
        <p:spPr>
          <a:xfrm>
            <a:off x="10686290" y="2704923"/>
            <a:ext cx="93647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Security</a:t>
            </a:r>
          </a:p>
        </p:txBody>
      </p:sp>
      <p:sp>
        <p:nvSpPr>
          <p:cNvPr id="15" name="TextBox 14">
            <a:extLst>
              <a:ext uri="{FF2B5EF4-FFF2-40B4-BE49-F238E27FC236}">
                <a16:creationId xmlns:a16="http://schemas.microsoft.com/office/drawing/2014/main" id="{A0642BA7-5899-0D46-5702-67BCB69A1FE6}"/>
              </a:ext>
            </a:extLst>
          </p:cNvPr>
          <p:cNvSpPr txBox="1"/>
          <p:nvPr/>
        </p:nvSpPr>
        <p:spPr>
          <a:xfrm>
            <a:off x="2622613" y="1826962"/>
            <a:ext cx="1006686"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IBM Plex Sans Regular"/>
                <a:ea typeface="+mn-ea"/>
                <a:cs typeface="+mn-cs"/>
              </a:rPr>
              <a:t>DevOps</a:t>
            </a:r>
          </a:p>
        </p:txBody>
      </p:sp>
      <p:sp>
        <p:nvSpPr>
          <p:cNvPr id="16" name="Rectangle 15">
            <a:extLst>
              <a:ext uri="{FF2B5EF4-FFF2-40B4-BE49-F238E27FC236}">
                <a16:creationId xmlns:a16="http://schemas.microsoft.com/office/drawing/2014/main" id="{82F38F16-8DDD-6321-95FC-3B8A4C5A5B12}"/>
              </a:ext>
            </a:extLst>
          </p:cNvPr>
          <p:cNvSpPr/>
          <p:nvPr/>
        </p:nvSpPr>
        <p:spPr bwMode="auto">
          <a:xfrm>
            <a:off x="6227990" y="1220247"/>
            <a:ext cx="1901264" cy="1397480"/>
          </a:xfrm>
          <a:prstGeom prst="rect">
            <a:avLst/>
          </a:prstGeom>
          <a:solidFill>
            <a:schemeClr val="bg1">
              <a:lumMod val="75000"/>
              <a:alpha val="35000"/>
            </a:schemeClr>
          </a:solidFill>
          <a:ln w="19050">
            <a:solidFill>
              <a:schemeClr val="tx1"/>
            </a:solidFill>
            <a:prstDash val="lgDash"/>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endParaRPr>
          </a:p>
        </p:txBody>
      </p:sp>
      <p:sp>
        <p:nvSpPr>
          <p:cNvPr id="17" name="TextBox 16">
            <a:extLst>
              <a:ext uri="{FF2B5EF4-FFF2-40B4-BE49-F238E27FC236}">
                <a16:creationId xmlns:a16="http://schemas.microsoft.com/office/drawing/2014/main" id="{CBF05510-3A25-78E9-736D-85071ADD768F}"/>
              </a:ext>
            </a:extLst>
          </p:cNvPr>
          <p:cNvSpPr txBox="1"/>
          <p:nvPr/>
        </p:nvSpPr>
        <p:spPr>
          <a:xfrm>
            <a:off x="6348173" y="2227072"/>
            <a:ext cx="134684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Source Code</a:t>
            </a:r>
          </a:p>
        </p:txBody>
      </p:sp>
      <p:sp>
        <p:nvSpPr>
          <p:cNvPr id="18" name="TextBox 17">
            <a:extLst>
              <a:ext uri="{FF2B5EF4-FFF2-40B4-BE49-F238E27FC236}">
                <a16:creationId xmlns:a16="http://schemas.microsoft.com/office/drawing/2014/main" id="{E78AABA9-F61B-CCA0-0346-66CB0A1892B9}"/>
              </a:ext>
            </a:extLst>
          </p:cNvPr>
          <p:cNvSpPr txBox="1"/>
          <p:nvPr/>
        </p:nvSpPr>
        <p:spPr>
          <a:xfrm rot="16200000">
            <a:off x="5709134" y="1512612"/>
            <a:ext cx="909864"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0000"/>
                </a:solidFill>
                <a:effectLst/>
                <a:uLnTx/>
                <a:uFillTx/>
                <a:latin typeface="IBM Plex Sans Regular"/>
                <a:ea typeface="+mn-ea"/>
                <a:cs typeface="+mn-cs"/>
              </a:rPr>
              <a:t>GitOps</a:t>
            </a:r>
            <a:endParaRPr kumimoji="0" lang="en-US" sz="2000" b="1" i="0" u="none" strike="noStrike" kern="1200" cap="none" spc="0" normalizeH="0" baseline="0" noProof="0" dirty="0">
              <a:ln>
                <a:noFill/>
              </a:ln>
              <a:solidFill>
                <a:srgbClr val="000000"/>
              </a:solidFill>
              <a:effectLst/>
              <a:uLnTx/>
              <a:uFillTx/>
              <a:latin typeface="IBM Plex Sans Regular"/>
              <a:ea typeface="+mn-ea"/>
              <a:cs typeface="+mn-cs"/>
            </a:endParaRPr>
          </a:p>
        </p:txBody>
      </p:sp>
      <p:sp>
        <p:nvSpPr>
          <p:cNvPr id="19" name="TextBox 18">
            <a:extLst>
              <a:ext uri="{FF2B5EF4-FFF2-40B4-BE49-F238E27FC236}">
                <a16:creationId xmlns:a16="http://schemas.microsoft.com/office/drawing/2014/main" id="{1FD70353-665F-D692-14FB-8EAB6C72DDE5}"/>
              </a:ext>
            </a:extLst>
          </p:cNvPr>
          <p:cNvSpPr txBox="1"/>
          <p:nvPr/>
        </p:nvSpPr>
        <p:spPr>
          <a:xfrm>
            <a:off x="6401167" y="1308710"/>
            <a:ext cx="164182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Infrastructure as Code</a:t>
            </a:r>
          </a:p>
        </p:txBody>
      </p:sp>
      <p:sp>
        <p:nvSpPr>
          <p:cNvPr id="20" name="TextBox 19">
            <a:extLst>
              <a:ext uri="{FF2B5EF4-FFF2-40B4-BE49-F238E27FC236}">
                <a16:creationId xmlns:a16="http://schemas.microsoft.com/office/drawing/2014/main" id="{A5AF5A22-263D-4B88-1F8E-60A578E520BA}"/>
              </a:ext>
            </a:extLst>
          </p:cNvPr>
          <p:cNvSpPr txBox="1"/>
          <p:nvPr/>
        </p:nvSpPr>
        <p:spPr>
          <a:xfrm>
            <a:off x="10223380" y="1667927"/>
            <a:ext cx="1365758"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0000"/>
                </a:solidFill>
                <a:effectLst/>
                <a:uLnTx/>
                <a:uFillTx/>
                <a:latin typeface="IBM Plex Sans Regular"/>
                <a:ea typeface="+mn-ea"/>
                <a:cs typeface="+mn-cs"/>
              </a:rPr>
              <a:t>DevSecOps</a:t>
            </a:r>
            <a:endParaRPr kumimoji="0" lang="en-US" sz="2000" b="1" i="0" u="none" strike="noStrike" kern="1200" cap="none" spc="0" normalizeH="0" baseline="0" noProof="0" dirty="0">
              <a:ln>
                <a:noFill/>
              </a:ln>
              <a:solidFill>
                <a:srgbClr val="000000"/>
              </a:solidFill>
              <a:effectLst/>
              <a:uLnTx/>
              <a:uFillTx/>
              <a:latin typeface="IBM Plex Sans Regular"/>
              <a:ea typeface="+mn-ea"/>
              <a:cs typeface="+mn-cs"/>
            </a:endParaRPr>
          </a:p>
        </p:txBody>
      </p:sp>
      <p:sp>
        <p:nvSpPr>
          <p:cNvPr id="21" name="Rectangle 20">
            <a:extLst>
              <a:ext uri="{FF2B5EF4-FFF2-40B4-BE49-F238E27FC236}">
                <a16:creationId xmlns:a16="http://schemas.microsoft.com/office/drawing/2014/main" id="{E971A8FA-35C1-B9EA-9705-AAE903C0831B}"/>
              </a:ext>
            </a:extLst>
          </p:cNvPr>
          <p:cNvSpPr/>
          <p:nvPr/>
        </p:nvSpPr>
        <p:spPr bwMode="auto">
          <a:xfrm>
            <a:off x="7884082" y="2784988"/>
            <a:ext cx="2574397" cy="1397480"/>
          </a:xfrm>
          <a:prstGeom prst="rect">
            <a:avLst/>
          </a:prstGeom>
          <a:solidFill>
            <a:schemeClr val="bg1">
              <a:lumMod val="75000"/>
              <a:alpha val="35000"/>
            </a:schemeClr>
          </a:solidFill>
          <a:ln w="19050">
            <a:solidFill>
              <a:schemeClr val="tx1"/>
            </a:solidFill>
            <a:prstDash val="lgDash"/>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36000" tIns="36000" rIns="36000" bIns="36000" numCol="1" rtlCol="0" anchor="t" anchorCtr="0" compatLnSpc="1">
            <a:prstTxWarp prst="textNoShape">
              <a:avLst/>
            </a:prstTxWarp>
          </a:body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IBM Plex Sans" panose="020B0503050203000203" pitchFamily="34" charset="0"/>
              <a:ea typeface="+mn-ea"/>
              <a:cs typeface="+mn-cs"/>
            </a:endParaRPr>
          </a:p>
        </p:txBody>
      </p:sp>
      <p:sp>
        <p:nvSpPr>
          <p:cNvPr id="22" name="TextBox 21">
            <a:extLst>
              <a:ext uri="{FF2B5EF4-FFF2-40B4-BE49-F238E27FC236}">
                <a16:creationId xmlns:a16="http://schemas.microsoft.com/office/drawing/2014/main" id="{35453952-521F-D0A4-D2A2-E827984C476C}"/>
              </a:ext>
            </a:extLst>
          </p:cNvPr>
          <p:cNvSpPr txBox="1"/>
          <p:nvPr/>
        </p:nvSpPr>
        <p:spPr>
          <a:xfrm>
            <a:off x="7600797" y="2790290"/>
            <a:ext cx="194254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Continuous Innovation</a:t>
            </a:r>
          </a:p>
        </p:txBody>
      </p:sp>
      <p:sp>
        <p:nvSpPr>
          <p:cNvPr id="23" name="TextBox 22">
            <a:extLst>
              <a:ext uri="{FF2B5EF4-FFF2-40B4-BE49-F238E27FC236}">
                <a16:creationId xmlns:a16="http://schemas.microsoft.com/office/drawing/2014/main" id="{2A891E23-13EC-3CF4-F11E-6D2A1857AB07}"/>
              </a:ext>
            </a:extLst>
          </p:cNvPr>
          <p:cNvSpPr txBox="1"/>
          <p:nvPr/>
        </p:nvSpPr>
        <p:spPr>
          <a:xfrm>
            <a:off x="9180862" y="2788635"/>
            <a:ext cx="162029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Monitoring / Operations</a:t>
            </a:r>
          </a:p>
        </p:txBody>
      </p:sp>
      <p:sp>
        <p:nvSpPr>
          <p:cNvPr id="24" name="TextBox 23">
            <a:extLst>
              <a:ext uri="{FF2B5EF4-FFF2-40B4-BE49-F238E27FC236}">
                <a16:creationId xmlns:a16="http://schemas.microsoft.com/office/drawing/2014/main" id="{E2FF1967-DC2A-0B9C-E6B0-5ECB8D290C16}"/>
              </a:ext>
            </a:extLst>
          </p:cNvPr>
          <p:cNvSpPr txBox="1"/>
          <p:nvPr/>
        </p:nvSpPr>
        <p:spPr>
          <a:xfrm>
            <a:off x="9389520" y="3946799"/>
            <a:ext cx="820096" cy="40011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IBM Plex Sans Regular"/>
                <a:ea typeface="+mn-ea"/>
                <a:cs typeface="+mn-cs"/>
              </a:rPr>
              <a:t>AIOps</a:t>
            </a:r>
          </a:p>
        </p:txBody>
      </p:sp>
      <p:sp>
        <p:nvSpPr>
          <p:cNvPr id="25" name="TextBox 24">
            <a:extLst>
              <a:ext uri="{FF2B5EF4-FFF2-40B4-BE49-F238E27FC236}">
                <a16:creationId xmlns:a16="http://schemas.microsoft.com/office/drawing/2014/main" id="{356E845F-AB96-1E3F-92F5-9C470FDC2491}"/>
              </a:ext>
            </a:extLst>
          </p:cNvPr>
          <p:cNvSpPr txBox="1"/>
          <p:nvPr/>
        </p:nvSpPr>
        <p:spPr>
          <a:xfrm>
            <a:off x="7601063" y="3649398"/>
            <a:ext cx="194254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AI for IT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Operations</a:t>
            </a:r>
          </a:p>
        </p:txBody>
      </p:sp>
      <p:sp>
        <p:nvSpPr>
          <p:cNvPr id="26" name="TextBox 25">
            <a:extLst>
              <a:ext uri="{FF2B5EF4-FFF2-40B4-BE49-F238E27FC236}">
                <a16:creationId xmlns:a16="http://schemas.microsoft.com/office/drawing/2014/main" id="{F9F46732-7D7B-7707-1F2F-16AB161A5F3F}"/>
              </a:ext>
            </a:extLst>
          </p:cNvPr>
          <p:cNvSpPr txBox="1"/>
          <p:nvPr/>
        </p:nvSpPr>
        <p:spPr>
          <a:xfrm>
            <a:off x="112233" y="1993912"/>
            <a:ext cx="2115272" cy="2062103"/>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IBM Plex Sans Regular"/>
                <a:ea typeface="+mn-ea"/>
                <a:cs typeface="+mn-cs"/>
              </a:rPr>
              <a:t>High-performing organizations deploy 30x more frequently with 200x shorter lead times; they have 60x fewer failures and recover 168x faster.</a:t>
            </a:r>
          </a:p>
        </p:txBody>
      </p:sp>
      <p:pic>
        <p:nvPicPr>
          <p:cNvPr id="27" name="Content Placeholder 4" descr="Graphical user interface, application&#10;&#10;Description automatically generated">
            <a:extLst>
              <a:ext uri="{FF2B5EF4-FFF2-40B4-BE49-F238E27FC236}">
                <a16:creationId xmlns:a16="http://schemas.microsoft.com/office/drawing/2014/main" id="{BC0C49B3-3B9C-33DF-A4FC-4C28CFEE8514}"/>
              </a:ext>
            </a:extLst>
          </p:cNvPr>
          <p:cNvPicPr>
            <a:picLocks noGrp="1" noChangeAspect="1"/>
          </p:cNvPicPr>
          <p:nvPr>
            <p:ph idx="1"/>
          </p:nvPr>
        </p:nvPicPr>
        <p:blipFill rotWithShape="1">
          <a:blip r:embed="rId2"/>
          <a:srcRect t="76228"/>
          <a:stretch/>
        </p:blipFill>
        <p:spPr>
          <a:xfrm>
            <a:off x="1692506" y="4587556"/>
            <a:ext cx="10173082" cy="1332925"/>
          </a:xfrm>
          <a:ln>
            <a:solidFill>
              <a:schemeClr val="tx1"/>
            </a:solidFill>
          </a:ln>
        </p:spPr>
      </p:pic>
    </p:spTree>
    <p:extLst>
      <p:ext uri="{BB962C8B-B14F-4D97-AF65-F5344CB8AC3E}">
        <p14:creationId xmlns:p14="http://schemas.microsoft.com/office/powerpoint/2010/main" val="461733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A903F2-E12E-700E-CA4C-AF0EA6FD1DF6}"/>
              </a:ext>
            </a:extLst>
          </p:cNvPr>
          <p:cNvPicPr>
            <a:picLocks noChangeAspect="1"/>
          </p:cNvPicPr>
          <p:nvPr/>
        </p:nvPicPr>
        <p:blipFill>
          <a:blip r:embed="rId2"/>
          <a:stretch>
            <a:fillRect/>
          </a:stretch>
        </p:blipFill>
        <p:spPr>
          <a:xfrm>
            <a:off x="637695" y="941014"/>
            <a:ext cx="10047810" cy="5410359"/>
          </a:xfrm>
          <a:prstGeom prst="rect">
            <a:avLst/>
          </a:prstGeom>
        </p:spPr>
      </p:pic>
    </p:spTree>
    <p:extLst>
      <p:ext uri="{BB962C8B-B14F-4D97-AF65-F5344CB8AC3E}">
        <p14:creationId xmlns:p14="http://schemas.microsoft.com/office/powerpoint/2010/main" val="312641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D078FD-C8BA-B38A-6FDA-5AF06BD4490E}"/>
              </a:ext>
            </a:extLst>
          </p:cNvPr>
          <p:cNvSpPr>
            <a:spLocks noGrp="1"/>
          </p:cNvSpPr>
          <p:nvPr>
            <p:ph type="title"/>
          </p:nvPr>
        </p:nvSpPr>
        <p:spPr>
          <a:xfrm>
            <a:off x="223556" y="35706"/>
            <a:ext cx="10670819" cy="731663"/>
          </a:xfrm>
        </p:spPr>
        <p:txBody>
          <a:bodyPr anchor="ctr"/>
          <a:lstStyle/>
          <a:p>
            <a:r>
              <a:rPr lang="en-US" dirty="0">
                <a:solidFill>
                  <a:schemeClr val="tx1"/>
                </a:solidFill>
              </a:rPr>
              <a:t>Options for runtimes across application modernization</a:t>
            </a:r>
          </a:p>
        </p:txBody>
      </p:sp>
      <p:sp>
        <p:nvSpPr>
          <p:cNvPr id="59" name="TextBox 58">
            <a:extLst>
              <a:ext uri="{FF2B5EF4-FFF2-40B4-BE49-F238E27FC236}">
                <a16:creationId xmlns:a16="http://schemas.microsoft.com/office/drawing/2014/main" id="{AFD93BDB-9639-556C-D6AD-52E1BACB353D}"/>
              </a:ext>
            </a:extLst>
          </p:cNvPr>
          <p:cNvSpPr txBox="1"/>
          <p:nvPr/>
        </p:nvSpPr>
        <p:spPr>
          <a:xfrm>
            <a:off x="689177" y="2619267"/>
            <a:ext cx="841323" cy="217019"/>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60" name="TextBox 59">
            <a:extLst>
              <a:ext uri="{FF2B5EF4-FFF2-40B4-BE49-F238E27FC236}">
                <a16:creationId xmlns:a16="http://schemas.microsoft.com/office/drawing/2014/main" id="{DF92E5FB-E13C-AF2F-4AB3-4A2326B85F2B}"/>
              </a:ext>
            </a:extLst>
          </p:cNvPr>
          <p:cNvSpPr txBox="1"/>
          <p:nvPr/>
        </p:nvSpPr>
        <p:spPr>
          <a:xfrm>
            <a:off x="689177" y="2875156"/>
            <a:ext cx="841323" cy="372547"/>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61" name="TextBox 60">
            <a:extLst>
              <a:ext uri="{FF2B5EF4-FFF2-40B4-BE49-F238E27FC236}">
                <a16:creationId xmlns:a16="http://schemas.microsoft.com/office/drawing/2014/main" id="{FD882B94-2D92-304D-F2D3-F7AC33C3525A}"/>
              </a:ext>
            </a:extLst>
          </p:cNvPr>
          <p:cNvSpPr txBox="1"/>
          <p:nvPr/>
        </p:nvSpPr>
        <p:spPr>
          <a:xfrm>
            <a:off x="689177" y="3281891"/>
            <a:ext cx="841323" cy="372547"/>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Virtualization/ Management</a:t>
            </a:r>
          </a:p>
        </p:txBody>
      </p:sp>
      <p:sp>
        <p:nvSpPr>
          <p:cNvPr id="62" name="TextBox 61">
            <a:extLst>
              <a:ext uri="{FF2B5EF4-FFF2-40B4-BE49-F238E27FC236}">
                <a16:creationId xmlns:a16="http://schemas.microsoft.com/office/drawing/2014/main" id="{CDACA21D-2465-79A6-FF30-53E6CE58C03A}"/>
              </a:ext>
            </a:extLst>
          </p:cNvPr>
          <p:cNvSpPr txBox="1"/>
          <p:nvPr/>
        </p:nvSpPr>
        <p:spPr>
          <a:xfrm>
            <a:off x="786481" y="3723397"/>
            <a:ext cx="579774" cy="276999"/>
          </a:xfrm>
          <a:prstGeom prst="rect">
            <a:avLst/>
          </a:prstGeom>
          <a:noFill/>
        </p:spPr>
        <p:txBody>
          <a:bodyPr wrap="non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Retain</a:t>
            </a:r>
          </a:p>
        </p:txBody>
      </p:sp>
      <p:sp>
        <p:nvSpPr>
          <p:cNvPr id="63" name="TextBox 62">
            <a:extLst>
              <a:ext uri="{FF2B5EF4-FFF2-40B4-BE49-F238E27FC236}">
                <a16:creationId xmlns:a16="http://schemas.microsoft.com/office/drawing/2014/main" id="{4B3738A3-7D3C-A57A-629F-0E47EFFECDAE}"/>
              </a:ext>
            </a:extLst>
          </p:cNvPr>
          <p:cNvSpPr txBox="1"/>
          <p:nvPr/>
        </p:nvSpPr>
        <p:spPr>
          <a:xfrm rot="21082564">
            <a:off x="2387154" y="2303971"/>
            <a:ext cx="856709" cy="276999"/>
          </a:xfrm>
          <a:prstGeom prst="rect">
            <a:avLst/>
          </a:prstGeom>
          <a:noFill/>
        </p:spPr>
        <p:txBody>
          <a:bodyPr wrap="non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Repackage</a:t>
            </a:r>
          </a:p>
        </p:txBody>
      </p:sp>
      <p:sp>
        <p:nvSpPr>
          <p:cNvPr id="64" name="TextBox 63">
            <a:extLst>
              <a:ext uri="{FF2B5EF4-FFF2-40B4-BE49-F238E27FC236}">
                <a16:creationId xmlns:a16="http://schemas.microsoft.com/office/drawing/2014/main" id="{9351D100-BA25-750C-49E8-83AA171645C4}"/>
              </a:ext>
            </a:extLst>
          </p:cNvPr>
          <p:cNvSpPr txBox="1"/>
          <p:nvPr/>
        </p:nvSpPr>
        <p:spPr>
          <a:xfrm rot="443909">
            <a:off x="2425023" y="3246028"/>
            <a:ext cx="880626" cy="276999"/>
          </a:xfrm>
          <a:prstGeom prst="rect">
            <a:avLst/>
          </a:prstGeom>
          <a:noFill/>
        </p:spPr>
        <p:txBody>
          <a:bodyPr wrap="non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Replatform</a:t>
            </a:r>
          </a:p>
        </p:txBody>
      </p:sp>
      <p:sp>
        <p:nvSpPr>
          <p:cNvPr id="65" name="TextBox 64">
            <a:extLst>
              <a:ext uri="{FF2B5EF4-FFF2-40B4-BE49-F238E27FC236}">
                <a16:creationId xmlns:a16="http://schemas.microsoft.com/office/drawing/2014/main" id="{BCD07439-6A8B-F734-D613-FE6DCCFEF5F3}"/>
              </a:ext>
            </a:extLst>
          </p:cNvPr>
          <p:cNvSpPr txBox="1"/>
          <p:nvPr/>
        </p:nvSpPr>
        <p:spPr>
          <a:xfrm rot="1773989">
            <a:off x="2545274" y="4098872"/>
            <a:ext cx="707117" cy="276999"/>
          </a:xfrm>
          <a:prstGeom prst="rect">
            <a:avLst/>
          </a:prstGeom>
          <a:noFill/>
        </p:spPr>
        <p:txBody>
          <a:bodyPr wrap="non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Refactor</a:t>
            </a:r>
          </a:p>
        </p:txBody>
      </p:sp>
      <p:sp>
        <p:nvSpPr>
          <p:cNvPr id="66" name="TextBox 65">
            <a:extLst>
              <a:ext uri="{FF2B5EF4-FFF2-40B4-BE49-F238E27FC236}">
                <a16:creationId xmlns:a16="http://schemas.microsoft.com/office/drawing/2014/main" id="{3B80C673-ABC8-D612-A654-D9AD8749F556}"/>
              </a:ext>
            </a:extLst>
          </p:cNvPr>
          <p:cNvSpPr txBox="1"/>
          <p:nvPr/>
        </p:nvSpPr>
        <p:spPr>
          <a:xfrm>
            <a:off x="1792066" y="5892598"/>
            <a:ext cx="660309" cy="276999"/>
          </a:xfrm>
          <a:prstGeom prst="rect">
            <a:avLst/>
          </a:prstGeom>
          <a:noFill/>
        </p:spPr>
        <p:txBody>
          <a:bodyPr wrap="non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Rewrite</a:t>
            </a:r>
          </a:p>
        </p:txBody>
      </p:sp>
      <p:sp>
        <p:nvSpPr>
          <p:cNvPr id="67" name="TextBox 66">
            <a:extLst>
              <a:ext uri="{FF2B5EF4-FFF2-40B4-BE49-F238E27FC236}">
                <a16:creationId xmlns:a16="http://schemas.microsoft.com/office/drawing/2014/main" id="{CCB04344-468E-C336-EBFC-4D3496A1CE78}"/>
              </a:ext>
            </a:extLst>
          </p:cNvPr>
          <p:cNvSpPr txBox="1"/>
          <p:nvPr/>
        </p:nvSpPr>
        <p:spPr>
          <a:xfrm>
            <a:off x="1792063" y="6443845"/>
            <a:ext cx="846450" cy="276999"/>
          </a:xfrm>
          <a:prstGeom prst="rect">
            <a:avLst/>
          </a:prstGeom>
          <a:noFill/>
        </p:spPr>
        <p:txBody>
          <a:bodyPr wrap="non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Write New</a:t>
            </a:r>
          </a:p>
        </p:txBody>
      </p:sp>
      <p:cxnSp>
        <p:nvCxnSpPr>
          <p:cNvPr id="84" name="Straight Arrow Connector 83">
            <a:extLst>
              <a:ext uri="{FF2B5EF4-FFF2-40B4-BE49-F238E27FC236}">
                <a16:creationId xmlns:a16="http://schemas.microsoft.com/office/drawing/2014/main" id="{E24A8543-3F66-F0D4-48A6-30D4CED0F1D5}"/>
              </a:ext>
            </a:extLst>
          </p:cNvPr>
          <p:cNvCxnSpPr>
            <a:cxnSpLocks/>
          </p:cNvCxnSpPr>
          <p:nvPr/>
        </p:nvCxnSpPr>
        <p:spPr>
          <a:xfrm flipV="1">
            <a:off x="1921960" y="2458052"/>
            <a:ext cx="1844539" cy="273323"/>
          </a:xfrm>
          <a:prstGeom prst="straightConnector1">
            <a:avLst/>
          </a:prstGeom>
          <a:noFill/>
          <a:ln w="6350" cap="flat" cmpd="sng" algn="ctr">
            <a:solidFill>
              <a:srgbClr val="4472C4"/>
            </a:solidFill>
            <a:prstDash val="solid"/>
            <a:miter lim="800000"/>
            <a:tailEnd type="triangle" w="lg" len="lg"/>
          </a:ln>
          <a:effectLst/>
        </p:spPr>
      </p:cxnSp>
      <p:cxnSp>
        <p:nvCxnSpPr>
          <p:cNvPr id="85" name="Straight Arrow Connector 84">
            <a:extLst>
              <a:ext uri="{FF2B5EF4-FFF2-40B4-BE49-F238E27FC236}">
                <a16:creationId xmlns:a16="http://schemas.microsoft.com/office/drawing/2014/main" id="{B41509D9-B953-AF66-E80B-7853C3B05A7B}"/>
              </a:ext>
            </a:extLst>
          </p:cNvPr>
          <p:cNvCxnSpPr>
            <a:cxnSpLocks/>
          </p:cNvCxnSpPr>
          <p:nvPr/>
        </p:nvCxnSpPr>
        <p:spPr>
          <a:xfrm>
            <a:off x="1913240" y="3425291"/>
            <a:ext cx="1844539" cy="229147"/>
          </a:xfrm>
          <a:prstGeom prst="straightConnector1">
            <a:avLst/>
          </a:prstGeom>
          <a:noFill/>
          <a:ln w="6350" cap="flat" cmpd="sng" algn="ctr">
            <a:solidFill>
              <a:srgbClr val="4472C4"/>
            </a:solidFill>
            <a:prstDash val="solid"/>
            <a:miter lim="800000"/>
            <a:tailEnd type="triangle" w="lg" len="lg"/>
          </a:ln>
          <a:effectLst/>
        </p:spPr>
      </p:cxnSp>
      <p:cxnSp>
        <p:nvCxnSpPr>
          <p:cNvPr id="86" name="Straight Arrow Connector 85">
            <a:extLst>
              <a:ext uri="{FF2B5EF4-FFF2-40B4-BE49-F238E27FC236}">
                <a16:creationId xmlns:a16="http://schemas.microsoft.com/office/drawing/2014/main" id="{8D0B6C7B-DBEC-DC71-CDD5-D4D602587452}"/>
              </a:ext>
            </a:extLst>
          </p:cNvPr>
          <p:cNvCxnSpPr>
            <a:cxnSpLocks/>
            <a:endCxn id="76" idx="1"/>
          </p:cNvCxnSpPr>
          <p:nvPr/>
        </p:nvCxnSpPr>
        <p:spPr>
          <a:xfrm>
            <a:off x="1972894" y="3886955"/>
            <a:ext cx="1784886" cy="1009837"/>
          </a:xfrm>
          <a:prstGeom prst="straightConnector1">
            <a:avLst/>
          </a:prstGeom>
          <a:noFill/>
          <a:ln w="6350" cap="flat" cmpd="sng" algn="ctr">
            <a:solidFill>
              <a:srgbClr val="4472C4"/>
            </a:solidFill>
            <a:prstDash val="solid"/>
            <a:miter lim="800000"/>
            <a:tailEnd type="triangle" w="lg" len="lg"/>
          </a:ln>
          <a:effectLst/>
        </p:spPr>
      </p:cxnSp>
      <p:cxnSp>
        <p:nvCxnSpPr>
          <p:cNvPr id="87" name="Straight Arrow Connector 86">
            <a:extLst>
              <a:ext uri="{FF2B5EF4-FFF2-40B4-BE49-F238E27FC236}">
                <a16:creationId xmlns:a16="http://schemas.microsoft.com/office/drawing/2014/main" id="{E4A1017D-1332-1F40-9FCF-A0D25E400285}"/>
              </a:ext>
            </a:extLst>
          </p:cNvPr>
          <p:cNvCxnSpPr>
            <a:cxnSpLocks/>
          </p:cNvCxnSpPr>
          <p:nvPr/>
        </p:nvCxnSpPr>
        <p:spPr>
          <a:xfrm>
            <a:off x="759205" y="5908680"/>
            <a:ext cx="3012979" cy="0"/>
          </a:xfrm>
          <a:prstGeom prst="straightConnector1">
            <a:avLst/>
          </a:prstGeom>
          <a:noFill/>
          <a:ln w="6350" cap="flat" cmpd="sng" algn="ctr">
            <a:solidFill>
              <a:srgbClr val="4472C4"/>
            </a:solidFill>
            <a:prstDash val="solid"/>
            <a:miter lim="800000"/>
            <a:tailEnd type="triangle" w="lg" len="lg"/>
          </a:ln>
          <a:effectLst/>
        </p:spPr>
      </p:cxnSp>
      <p:cxnSp>
        <p:nvCxnSpPr>
          <p:cNvPr id="88" name="Straight Arrow Connector 87">
            <a:extLst>
              <a:ext uri="{FF2B5EF4-FFF2-40B4-BE49-F238E27FC236}">
                <a16:creationId xmlns:a16="http://schemas.microsoft.com/office/drawing/2014/main" id="{A222EB4B-D34B-F0A0-3EEF-CA0CDD7C0051}"/>
              </a:ext>
            </a:extLst>
          </p:cNvPr>
          <p:cNvCxnSpPr>
            <a:cxnSpLocks/>
          </p:cNvCxnSpPr>
          <p:nvPr/>
        </p:nvCxnSpPr>
        <p:spPr>
          <a:xfrm>
            <a:off x="753520" y="6454565"/>
            <a:ext cx="3012979" cy="0"/>
          </a:xfrm>
          <a:prstGeom prst="straightConnector1">
            <a:avLst/>
          </a:prstGeom>
          <a:noFill/>
          <a:ln w="6350" cap="flat" cmpd="sng" algn="ctr">
            <a:solidFill>
              <a:srgbClr val="4472C4"/>
            </a:solidFill>
            <a:prstDash val="solid"/>
            <a:miter lim="800000"/>
            <a:tailEnd type="triangle" w="lg" len="lg"/>
          </a:ln>
          <a:effectLst/>
        </p:spPr>
      </p:cxnSp>
      <p:cxnSp>
        <p:nvCxnSpPr>
          <p:cNvPr id="93" name="Straight Arrow Connector 92">
            <a:extLst>
              <a:ext uri="{FF2B5EF4-FFF2-40B4-BE49-F238E27FC236}">
                <a16:creationId xmlns:a16="http://schemas.microsoft.com/office/drawing/2014/main" id="{E29F9335-4B00-34A8-DA4D-84A1B40BCD08}"/>
              </a:ext>
            </a:extLst>
          </p:cNvPr>
          <p:cNvCxnSpPr>
            <a:cxnSpLocks/>
          </p:cNvCxnSpPr>
          <p:nvPr/>
        </p:nvCxnSpPr>
        <p:spPr>
          <a:xfrm flipV="1">
            <a:off x="1834170" y="1223509"/>
            <a:ext cx="1923609" cy="1089647"/>
          </a:xfrm>
          <a:prstGeom prst="straightConnector1">
            <a:avLst/>
          </a:prstGeom>
          <a:noFill/>
          <a:ln w="6350" cap="flat" cmpd="sng" algn="ctr">
            <a:solidFill>
              <a:srgbClr val="4472C4"/>
            </a:solidFill>
            <a:prstDash val="solid"/>
            <a:miter lim="800000"/>
            <a:tailEnd type="triangle" w="lg" len="lg"/>
          </a:ln>
          <a:effectLst/>
        </p:spPr>
      </p:cxnSp>
      <p:sp>
        <p:nvSpPr>
          <p:cNvPr id="94" name="TextBox 93">
            <a:extLst>
              <a:ext uri="{FF2B5EF4-FFF2-40B4-BE49-F238E27FC236}">
                <a16:creationId xmlns:a16="http://schemas.microsoft.com/office/drawing/2014/main" id="{4EA78DCF-FC6D-ED33-ADE6-5BCFC53B4FA8}"/>
              </a:ext>
            </a:extLst>
          </p:cNvPr>
          <p:cNvSpPr txBox="1"/>
          <p:nvPr/>
        </p:nvSpPr>
        <p:spPr>
          <a:xfrm rot="19729602">
            <a:off x="2366232" y="1531819"/>
            <a:ext cx="605037" cy="276999"/>
          </a:xfrm>
          <a:prstGeom prst="rect">
            <a:avLst/>
          </a:prstGeom>
          <a:noFill/>
        </p:spPr>
        <p:txBody>
          <a:bodyPr wrap="non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Rehost</a:t>
            </a:r>
          </a:p>
        </p:txBody>
      </p:sp>
      <p:grpSp>
        <p:nvGrpSpPr>
          <p:cNvPr id="16" name="Group 15">
            <a:extLst>
              <a:ext uri="{FF2B5EF4-FFF2-40B4-BE49-F238E27FC236}">
                <a16:creationId xmlns:a16="http://schemas.microsoft.com/office/drawing/2014/main" id="{F3074B06-BEC0-B32C-0F04-84134F188B00}"/>
              </a:ext>
            </a:extLst>
          </p:cNvPr>
          <p:cNvGrpSpPr/>
          <p:nvPr/>
        </p:nvGrpSpPr>
        <p:grpSpPr>
          <a:xfrm>
            <a:off x="11169653" y="192361"/>
            <a:ext cx="818896" cy="1020303"/>
            <a:chOff x="11007366" y="314940"/>
            <a:chExt cx="818896" cy="1020303"/>
          </a:xfrm>
        </p:grpSpPr>
        <p:sp>
          <p:nvSpPr>
            <p:cNvPr id="10" name="TextBox 9">
              <a:extLst>
                <a:ext uri="{FF2B5EF4-FFF2-40B4-BE49-F238E27FC236}">
                  <a16:creationId xmlns:a16="http://schemas.microsoft.com/office/drawing/2014/main" id="{FE31E98C-0096-4B93-63EC-91AA3C8C0DA2}"/>
                </a:ext>
              </a:extLst>
            </p:cNvPr>
            <p:cNvSpPr txBox="1"/>
            <p:nvPr/>
          </p:nvSpPr>
          <p:spPr>
            <a:xfrm>
              <a:off x="11007366" y="314940"/>
              <a:ext cx="798791" cy="1020303"/>
            </a:xfrm>
            <a:prstGeom prst="rect">
              <a:avLst/>
            </a:prstGeom>
            <a:no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CFB5DBC-FA42-48ED-2628-F5BB2E6C3DFD}"/>
                </a:ext>
              </a:extLst>
            </p:cNvPr>
            <p:cNvSpPr txBox="1"/>
            <p:nvPr/>
          </p:nvSpPr>
          <p:spPr>
            <a:xfrm>
              <a:off x="11080182" y="648217"/>
              <a:ext cx="223287" cy="192229"/>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275EC3B-BE03-959B-FD7F-62DE531491B4}"/>
                </a:ext>
              </a:extLst>
            </p:cNvPr>
            <p:cNvSpPr txBox="1"/>
            <p:nvPr/>
          </p:nvSpPr>
          <p:spPr>
            <a:xfrm>
              <a:off x="11080182" y="961571"/>
              <a:ext cx="223287" cy="192230"/>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129E201-E61D-0D00-2595-B20D95C02A35}"/>
                </a:ext>
              </a:extLst>
            </p:cNvPr>
            <p:cNvSpPr txBox="1"/>
            <p:nvPr/>
          </p:nvSpPr>
          <p:spPr>
            <a:xfrm>
              <a:off x="11371443" y="663571"/>
              <a:ext cx="454819" cy="1615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0" marR="0" lvl="0" indent="0" algn="l" defTabSz="2438339" rtl="0" eaLnBrk="1" fontAlgn="auto" latinLnBrk="0" hangingPunct="1">
                <a:lnSpc>
                  <a:spcPct val="100000"/>
                </a:lnSpc>
                <a:spcBef>
                  <a:spcPts val="2900"/>
                </a:spcBef>
                <a:spcAft>
                  <a:spcPts val="0"/>
                </a:spcAft>
                <a:buClrTx/>
                <a:buSzPct val="100000"/>
                <a:buFontTx/>
                <a:buNone/>
                <a:tabLst/>
                <a:defRPr/>
              </a:pPr>
              <a:r>
                <a:rPr kumimoji="0" lang="en-US" sz="9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Reuse</a:t>
              </a:r>
            </a:p>
          </p:txBody>
        </p:sp>
        <p:sp>
          <p:nvSpPr>
            <p:cNvPr id="8" name="TextBox 7">
              <a:extLst>
                <a:ext uri="{FF2B5EF4-FFF2-40B4-BE49-F238E27FC236}">
                  <a16:creationId xmlns:a16="http://schemas.microsoft.com/office/drawing/2014/main" id="{D73215D9-640F-22FD-9D14-5B1F0F4D2077}"/>
                </a:ext>
              </a:extLst>
            </p:cNvPr>
            <p:cNvSpPr txBox="1"/>
            <p:nvPr/>
          </p:nvSpPr>
          <p:spPr>
            <a:xfrm>
              <a:off x="11371443" y="976925"/>
              <a:ext cx="454819" cy="1615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0" marR="0" lvl="0" indent="0" algn="l" defTabSz="2438339" rtl="0" eaLnBrk="1" fontAlgn="auto" latinLnBrk="0" hangingPunct="1">
                <a:lnSpc>
                  <a:spcPct val="100000"/>
                </a:lnSpc>
                <a:spcBef>
                  <a:spcPts val="2900"/>
                </a:spcBef>
                <a:spcAft>
                  <a:spcPts val="0"/>
                </a:spcAft>
                <a:buClrTx/>
                <a:buSzPct val="100000"/>
                <a:buFontTx/>
                <a:buNone/>
                <a:tabLst/>
                <a:defRPr/>
              </a:pPr>
              <a:r>
                <a:rPr kumimoji="0" lang="en-US" sz="900" b="0" i="0" u="none" strike="noStrike" kern="0" cap="none" spc="0" normalizeH="0" baseline="0" noProof="0" dirty="0">
                  <a:ln>
                    <a:noFill/>
                  </a:ln>
                  <a:solidFill>
                    <a:srgbClr val="000000"/>
                  </a:solidFill>
                  <a:effectLst/>
                  <a:uLnTx/>
                  <a:uFillTx/>
                  <a:latin typeface="IBM Plex Sans Light"/>
                  <a:ea typeface="+mn-ea"/>
                  <a:cs typeface="+mn-cs"/>
                  <a:sym typeface="IBM Plex Sans Light"/>
                </a:rPr>
                <a:t>Change</a:t>
              </a:r>
            </a:p>
          </p:txBody>
        </p:sp>
        <p:sp>
          <p:nvSpPr>
            <p:cNvPr id="9" name="TextBox 8">
              <a:extLst>
                <a:ext uri="{FF2B5EF4-FFF2-40B4-BE49-F238E27FC236}">
                  <a16:creationId xmlns:a16="http://schemas.microsoft.com/office/drawing/2014/main" id="{DAB98A70-81A9-3F1F-ECE7-FC0CB0F55D8A}"/>
                </a:ext>
              </a:extLst>
            </p:cNvPr>
            <p:cNvSpPr txBox="1"/>
            <p:nvPr/>
          </p:nvSpPr>
          <p:spPr>
            <a:xfrm>
              <a:off x="11076059" y="401575"/>
              <a:ext cx="454819" cy="1615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0" marR="0" lvl="0" indent="0" algn="l" defTabSz="2438339" rtl="0" eaLnBrk="1" fontAlgn="auto" latinLnBrk="0" hangingPunct="1">
                <a:lnSpc>
                  <a:spcPct val="100000"/>
                </a:lnSpc>
                <a:spcBef>
                  <a:spcPts val="2900"/>
                </a:spcBef>
                <a:spcAft>
                  <a:spcPts val="0"/>
                </a:spcAft>
                <a:buClrTx/>
                <a:buSzPct val="100000"/>
                <a:buFontTx/>
                <a:buNone/>
                <a:tabLst/>
                <a:defRPr/>
              </a:pPr>
              <a:r>
                <a:rPr kumimoji="0" lang="en-US" sz="1051" b="0" i="0" u="none" strike="noStrike" kern="0" cap="none" spc="0" normalizeH="0" baseline="0" noProof="0" dirty="0">
                  <a:ln>
                    <a:noFill/>
                  </a:ln>
                  <a:solidFill>
                    <a:srgbClr val="000000"/>
                  </a:solidFill>
                  <a:effectLst/>
                  <a:uLnTx/>
                  <a:uFillTx/>
                  <a:latin typeface="IBM Plex Sans Light"/>
                  <a:ea typeface="+mn-ea"/>
                  <a:cs typeface="+mn-cs"/>
                  <a:sym typeface="IBM Plex Sans Light"/>
                </a:rPr>
                <a:t>Key:</a:t>
              </a:r>
            </a:p>
          </p:txBody>
        </p:sp>
      </p:grpSp>
      <p:sp>
        <p:nvSpPr>
          <p:cNvPr id="12" name="TextBox 11">
            <a:extLst>
              <a:ext uri="{FF2B5EF4-FFF2-40B4-BE49-F238E27FC236}">
                <a16:creationId xmlns:a16="http://schemas.microsoft.com/office/drawing/2014/main" id="{0ADD9BCC-E10D-A05C-E1E3-3B409C548200}"/>
              </a:ext>
            </a:extLst>
          </p:cNvPr>
          <p:cNvSpPr txBox="1"/>
          <p:nvPr/>
        </p:nvSpPr>
        <p:spPr>
          <a:xfrm>
            <a:off x="3757780" y="990952"/>
            <a:ext cx="1316517" cy="461665"/>
          </a:xfrm>
          <a:prstGeom prst="rect">
            <a:avLst/>
          </a:prstGeom>
          <a:noFill/>
        </p:spPr>
        <p:txBody>
          <a:bodyPr wrap="square" rtlCol="0">
            <a:sp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Calibri" panose="020F0502020204030204"/>
                <a:ea typeface="+mn-ea"/>
                <a:cs typeface="+mn-cs"/>
              </a:rPr>
              <a:t>Workload</a:t>
            </a:r>
          </a:p>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Calibri" panose="020F0502020204030204"/>
                <a:ea typeface="+mn-ea"/>
                <a:cs typeface="+mn-cs"/>
              </a:rPr>
              <a:t>migration</a:t>
            </a:r>
          </a:p>
        </p:txBody>
      </p:sp>
      <p:sp>
        <p:nvSpPr>
          <p:cNvPr id="2" name="TextBox 1">
            <a:extLst>
              <a:ext uri="{FF2B5EF4-FFF2-40B4-BE49-F238E27FC236}">
                <a16:creationId xmlns:a16="http://schemas.microsoft.com/office/drawing/2014/main" id="{A62B4AD4-0F72-D418-7FFE-D5521C3F7213}"/>
              </a:ext>
            </a:extLst>
          </p:cNvPr>
          <p:cNvSpPr txBox="1"/>
          <p:nvPr/>
        </p:nvSpPr>
        <p:spPr>
          <a:xfrm>
            <a:off x="5107056" y="4405675"/>
            <a:ext cx="668027" cy="217019"/>
          </a:xfrm>
          <a:prstGeom prst="rect">
            <a:avLst/>
          </a:prstGeom>
          <a:solidFill>
            <a:srgbClr val="70AD47">
              <a:lumMod val="40000"/>
              <a:lumOff val="60000"/>
            </a:srgbClr>
          </a:solidFill>
          <a:ln>
            <a:solidFill>
              <a:sysClr val="windowText" lastClr="000000"/>
            </a:solidFill>
          </a:ln>
        </p:spPr>
        <p:txBody>
          <a:bodyPr wrap="square" rtlCol="0" anchor="ctr">
            <a:noAutofit/>
          </a:bodyPr>
          <a:lstStyle>
            <a:defPPr>
              <a:defRPr lang="en-US"/>
            </a:defPPr>
            <a:lvl1pPr marR="0" lvl="0" indent="0" algn="ctr" defTabSz="457109" fontAlgn="auto">
              <a:lnSpc>
                <a:spcPct val="100000"/>
              </a:lnSpc>
              <a:spcBef>
                <a:spcPts val="0"/>
              </a:spcBef>
              <a:spcAft>
                <a:spcPts val="0"/>
              </a:spcAft>
              <a:buClrTx/>
              <a:buSzTx/>
              <a:buFontTx/>
              <a:buNone/>
              <a:tabLst/>
              <a:defRPr kumimoji="0" sz="700" b="0" i="0" u="none" strike="noStrike" kern="0" cap="none" spc="0" normalizeH="0" baseline="0">
                <a:ln>
                  <a:noFill/>
                </a:ln>
                <a:solidFill>
                  <a:prstClr val="black"/>
                </a:solidFill>
                <a:effectLst/>
                <a:uLnTx/>
                <a:uFillTx/>
                <a:latin typeface="Calibri" panose="020F0502020204030204"/>
              </a:defRPr>
            </a:lvl1p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15" name="TextBox 14">
            <a:extLst>
              <a:ext uri="{FF2B5EF4-FFF2-40B4-BE49-F238E27FC236}">
                <a16:creationId xmlns:a16="http://schemas.microsoft.com/office/drawing/2014/main" id="{224636EE-F284-8E1C-4599-FE95CF7DDFB6}"/>
              </a:ext>
            </a:extLst>
          </p:cNvPr>
          <p:cNvSpPr txBox="1"/>
          <p:nvPr/>
        </p:nvSpPr>
        <p:spPr>
          <a:xfrm>
            <a:off x="5107057" y="4652677"/>
            <a:ext cx="668027"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17" name="TextBox 16">
            <a:extLst>
              <a:ext uri="{FF2B5EF4-FFF2-40B4-BE49-F238E27FC236}">
                <a16:creationId xmlns:a16="http://schemas.microsoft.com/office/drawing/2014/main" id="{42B7B25A-033B-04FD-105B-4C2FD7909D9C}"/>
              </a:ext>
            </a:extLst>
          </p:cNvPr>
          <p:cNvSpPr txBox="1"/>
          <p:nvPr/>
        </p:nvSpPr>
        <p:spPr>
          <a:xfrm>
            <a:off x="5107057" y="5059411"/>
            <a:ext cx="2299065"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Virtualization/Management</a:t>
            </a:r>
          </a:p>
        </p:txBody>
      </p:sp>
      <p:sp>
        <p:nvSpPr>
          <p:cNvPr id="18" name="TextBox 17">
            <a:extLst>
              <a:ext uri="{FF2B5EF4-FFF2-40B4-BE49-F238E27FC236}">
                <a16:creationId xmlns:a16="http://schemas.microsoft.com/office/drawing/2014/main" id="{19B01090-5A40-E155-A535-C10879D9EB7D}"/>
              </a:ext>
            </a:extLst>
          </p:cNvPr>
          <p:cNvSpPr txBox="1"/>
          <p:nvPr/>
        </p:nvSpPr>
        <p:spPr>
          <a:xfrm>
            <a:off x="5922575" y="4405675"/>
            <a:ext cx="668027" cy="217019"/>
          </a:xfrm>
          <a:prstGeom prst="rect">
            <a:avLst/>
          </a:prstGeom>
          <a:solidFill>
            <a:srgbClr val="70AD47">
              <a:lumMod val="40000"/>
              <a:lumOff val="60000"/>
            </a:srgbClr>
          </a:solidFill>
          <a:ln>
            <a:solidFill>
              <a:sysClr val="windowText" lastClr="000000"/>
            </a:solidFill>
          </a:ln>
        </p:spPr>
        <p:txBody>
          <a:bodyPr wrap="square" rtlCol="0" anchor="ctr">
            <a:noAutofit/>
          </a:bodyPr>
          <a:lstStyle>
            <a:defPPr>
              <a:defRPr lang="en-US"/>
            </a:defPPr>
            <a:lvl1pPr marR="0" lvl="0" indent="0" algn="ctr" defTabSz="457109" fontAlgn="auto">
              <a:lnSpc>
                <a:spcPct val="100000"/>
              </a:lnSpc>
              <a:spcBef>
                <a:spcPts val="0"/>
              </a:spcBef>
              <a:spcAft>
                <a:spcPts val="0"/>
              </a:spcAft>
              <a:buClrTx/>
              <a:buSzTx/>
              <a:buFontTx/>
              <a:buNone/>
              <a:tabLst/>
              <a:defRPr kumimoji="0" sz="700" b="0" i="0" u="none" strike="noStrike" kern="0" cap="none" spc="0" normalizeH="0" baseline="0">
                <a:ln>
                  <a:noFill/>
                </a:ln>
                <a:solidFill>
                  <a:prstClr val="black"/>
                </a:solidFill>
                <a:effectLst/>
                <a:uLnTx/>
                <a:uFillTx/>
                <a:latin typeface="Calibri" panose="020F0502020204030204"/>
              </a:defRPr>
            </a:lvl1p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19" name="TextBox 18">
            <a:extLst>
              <a:ext uri="{FF2B5EF4-FFF2-40B4-BE49-F238E27FC236}">
                <a16:creationId xmlns:a16="http://schemas.microsoft.com/office/drawing/2014/main" id="{84FC9235-D6D3-F6C6-588A-4BF67551253D}"/>
              </a:ext>
            </a:extLst>
          </p:cNvPr>
          <p:cNvSpPr txBox="1"/>
          <p:nvPr/>
        </p:nvSpPr>
        <p:spPr>
          <a:xfrm>
            <a:off x="5922576" y="4652677"/>
            <a:ext cx="668027"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20" name="TextBox 19">
            <a:extLst>
              <a:ext uri="{FF2B5EF4-FFF2-40B4-BE49-F238E27FC236}">
                <a16:creationId xmlns:a16="http://schemas.microsoft.com/office/drawing/2014/main" id="{33F9761A-2E5F-91F2-A780-B58A527536A6}"/>
              </a:ext>
            </a:extLst>
          </p:cNvPr>
          <p:cNvSpPr txBox="1"/>
          <p:nvPr/>
        </p:nvSpPr>
        <p:spPr>
          <a:xfrm>
            <a:off x="6738093" y="4405675"/>
            <a:ext cx="668027" cy="217019"/>
          </a:xfrm>
          <a:prstGeom prst="rect">
            <a:avLst/>
          </a:prstGeom>
          <a:solidFill>
            <a:srgbClr val="70AD47">
              <a:lumMod val="40000"/>
              <a:lumOff val="60000"/>
            </a:srgbClr>
          </a:solidFill>
          <a:ln>
            <a:solidFill>
              <a:sysClr val="windowText" lastClr="000000"/>
            </a:solidFill>
          </a:ln>
        </p:spPr>
        <p:txBody>
          <a:bodyPr wrap="square" rtlCol="0" anchor="ctr">
            <a:noAutofit/>
          </a:bodyPr>
          <a:lstStyle>
            <a:defPPr>
              <a:defRPr lang="en-US"/>
            </a:defPPr>
            <a:lvl1pPr marR="0" lvl="0" indent="0" algn="ctr" defTabSz="457109" fontAlgn="auto">
              <a:lnSpc>
                <a:spcPct val="100000"/>
              </a:lnSpc>
              <a:spcBef>
                <a:spcPts val="0"/>
              </a:spcBef>
              <a:spcAft>
                <a:spcPts val="0"/>
              </a:spcAft>
              <a:buClrTx/>
              <a:buSzTx/>
              <a:buFontTx/>
              <a:buNone/>
              <a:tabLst/>
              <a:defRPr kumimoji="0" sz="700" b="0" i="0" u="none" strike="noStrike" kern="0" cap="none" spc="0" normalizeH="0" baseline="0">
                <a:ln>
                  <a:noFill/>
                </a:ln>
                <a:solidFill>
                  <a:prstClr val="black"/>
                </a:solidFill>
                <a:effectLst/>
                <a:uLnTx/>
                <a:uFillTx/>
                <a:latin typeface="Calibri" panose="020F0502020204030204"/>
              </a:defRPr>
            </a:lvl1p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21" name="TextBox 20">
            <a:extLst>
              <a:ext uri="{FF2B5EF4-FFF2-40B4-BE49-F238E27FC236}">
                <a16:creationId xmlns:a16="http://schemas.microsoft.com/office/drawing/2014/main" id="{A0E3E869-6D49-C612-71A8-55737EC2E3EB}"/>
              </a:ext>
            </a:extLst>
          </p:cNvPr>
          <p:cNvSpPr txBox="1"/>
          <p:nvPr/>
        </p:nvSpPr>
        <p:spPr>
          <a:xfrm>
            <a:off x="6738095" y="4652677"/>
            <a:ext cx="668027"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22" name="TextBox 21">
            <a:extLst>
              <a:ext uri="{FF2B5EF4-FFF2-40B4-BE49-F238E27FC236}">
                <a16:creationId xmlns:a16="http://schemas.microsoft.com/office/drawing/2014/main" id="{1B2D7D2F-E668-B855-4C53-3E04FDCFEFB4}"/>
              </a:ext>
            </a:extLst>
          </p:cNvPr>
          <p:cNvSpPr txBox="1"/>
          <p:nvPr/>
        </p:nvSpPr>
        <p:spPr>
          <a:xfrm>
            <a:off x="5107055" y="756324"/>
            <a:ext cx="841323" cy="217019"/>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23" name="TextBox 22">
            <a:extLst>
              <a:ext uri="{FF2B5EF4-FFF2-40B4-BE49-F238E27FC236}">
                <a16:creationId xmlns:a16="http://schemas.microsoft.com/office/drawing/2014/main" id="{DF37F980-E21F-AEAD-B33E-9E8CBCFB612B}"/>
              </a:ext>
            </a:extLst>
          </p:cNvPr>
          <p:cNvSpPr txBox="1"/>
          <p:nvPr/>
        </p:nvSpPr>
        <p:spPr>
          <a:xfrm>
            <a:off x="5107056" y="1005648"/>
            <a:ext cx="841323" cy="372547"/>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31" name="TextBox 30">
            <a:extLst>
              <a:ext uri="{FF2B5EF4-FFF2-40B4-BE49-F238E27FC236}">
                <a16:creationId xmlns:a16="http://schemas.microsoft.com/office/drawing/2014/main" id="{95701247-9C8B-6EEF-520F-75CBF448760D}"/>
              </a:ext>
            </a:extLst>
          </p:cNvPr>
          <p:cNvSpPr txBox="1"/>
          <p:nvPr/>
        </p:nvSpPr>
        <p:spPr>
          <a:xfrm>
            <a:off x="5107056" y="1412383"/>
            <a:ext cx="841323"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defPPr>
              <a:defRPr lang="en-US"/>
            </a:defPPr>
            <a:lvl1pPr marR="0" lvl="0" indent="0" algn="ctr" defTabSz="457109" fontAlgn="auto">
              <a:lnSpc>
                <a:spcPct val="100000"/>
              </a:lnSpc>
              <a:spcBef>
                <a:spcPts val="0"/>
              </a:spcBef>
              <a:spcAft>
                <a:spcPts val="0"/>
              </a:spcAft>
              <a:buClrTx/>
              <a:buSzTx/>
              <a:buFontTx/>
              <a:buNone/>
              <a:tabLst/>
              <a:defRPr kumimoji="0" sz="800" b="0" i="0" u="none" strike="noStrike" kern="0" cap="none" spc="0" normalizeH="0" baseline="0">
                <a:ln>
                  <a:noFill/>
                </a:ln>
                <a:solidFill>
                  <a:prstClr val="black"/>
                </a:solidFill>
                <a:effectLst/>
                <a:uLnTx/>
                <a:uFillTx/>
                <a:latin typeface="Calibri" panose="020F0502020204030204"/>
              </a:defRPr>
            </a:lvl1p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Virtualization/ Management</a:t>
            </a:r>
          </a:p>
        </p:txBody>
      </p:sp>
      <p:sp>
        <p:nvSpPr>
          <p:cNvPr id="35" name="TextBox 34">
            <a:extLst>
              <a:ext uri="{FF2B5EF4-FFF2-40B4-BE49-F238E27FC236}">
                <a16:creationId xmlns:a16="http://schemas.microsoft.com/office/drawing/2014/main" id="{951C5251-CB4B-0F03-CBD6-1B04A6133510}"/>
              </a:ext>
            </a:extLst>
          </p:cNvPr>
          <p:cNvSpPr txBox="1"/>
          <p:nvPr/>
        </p:nvSpPr>
        <p:spPr>
          <a:xfrm>
            <a:off x="5107055" y="3180761"/>
            <a:ext cx="841323" cy="217019"/>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36" name="TextBox 35">
            <a:extLst>
              <a:ext uri="{FF2B5EF4-FFF2-40B4-BE49-F238E27FC236}">
                <a16:creationId xmlns:a16="http://schemas.microsoft.com/office/drawing/2014/main" id="{4F12ACF1-3392-B10A-BC82-F5B08B67F798}"/>
              </a:ext>
            </a:extLst>
          </p:cNvPr>
          <p:cNvSpPr txBox="1"/>
          <p:nvPr/>
        </p:nvSpPr>
        <p:spPr>
          <a:xfrm>
            <a:off x="5107055" y="3425291"/>
            <a:ext cx="841323"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37" name="TextBox 36">
            <a:extLst>
              <a:ext uri="{FF2B5EF4-FFF2-40B4-BE49-F238E27FC236}">
                <a16:creationId xmlns:a16="http://schemas.microsoft.com/office/drawing/2014/main" id="{B51D9C0F-07A7-593B-8DA4-DB0D3145B27B}"/>
              </a:ext>
            </a:extLst>
          </p:cNvPr>
          <p:cNvSpPr txBox="1"/>
          <p:nvPr/>
        </p:nvSpPr>
        <p:spPr>
          <a:xfrm>
            <a:off x="5107055" y="3832025"/>
            <a:ext cx="841323"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Virtualization/ Management</a:t>
            </a:r>
          </a:p>
        </p:txBody>
      </p:sp>
      <p:sp>
        <p:nvSpPr>
          <p:cNvPr id="38" name="TextBox 37">
            <a:extLst>
              <a:ext uri="{FF2B5EF4-FFF2-40B4-BE49-F238E27FC236}">
                <a16:creationId xmlns:a16="http://schemas.microsoft.com/office/drawing/2014/main" id="{A80ABAD0-BD2E-9750-FA06-F095C9A36FD5}"/>
              </a:ext>
            </a:extLst>
          </p:cNvPr>
          <p:cNvSpPr txBox="1"/>
          <p:nvPr/>
        </p:nvSpPr>
        <p:spPr>
          <a:xfrm>
            <a:off x="5107055" y="5624925"/>
            <a:ext cx="668027" cy="217019"/>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39" name="TextBox 38">
            <a:extLst>
              <a:ext uri="{FF2B5EF4-FFF2-40B4-BE49-F238E27FC236}">
                <a16:creationId xmlns:a16="http://schemas.microsoft.com/office/drawing/2014/main" id="{E257B153-2F75-68F5-1BAC-330F6DE64076}"/>
              </a:ext>
            </a:extLst>
          </p:cNvPr>
          <p:cNvSpPr txBox="1"/>
          <p:nvPr/>
        </p:nvSpPr>
        <p:spPr>
          <a:xfrm>
            <a:off x="5107056" y="5876131"/>
            <a:ext cx="668027"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40" name="TextBox 39">
            <a:extLst>
              <a:ext uri="{FF2B5EF4-FFF2-40B4-BE49-F238E27FC236}">
                <a16:creationId xmlns:a16="http://schemas.microsoft.com/office/drawing/2014/main" id="{A26D69CF-B6E9-40CF-A0A9-623A80C0F6AC}"/>
              </a:ext>
            </a:extLst>
          </p:cNvPr>
          <p:cNvSpPr txBox="1"/>
          <p:nvPr/>
        </p:nvSpPr>
        <p:spPr>
          <a:xfrm>
            <a:off x="5107057" y="6282867"/>
            <a:ext cx="2299065"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Virtualization/Management</a:t>
            </a:r>
          </a:p>
        </p:txBody>
      </p:sp>
      <p:sp>
        <p:nvSpPr>
          <p:cNvPr id="41" name="TextBox 40">
            <a:extLst>
              <a:ext uri="{FF2B5EF4-FFF2-40B4-BE49-F238E27FC236}">
                <a16:creationId xmlns:a16="http://schemas.microsoft.com/office/drawing/2014/main" id="{6290F148-AED8-EBEF-820B-55DB7265C8CA}"/>
              </a:ext>
            </a:extLst>
          </p:cNvPr>
          <p:cNvSpPr txBox="1"/>
          <p:nvPr/>
        </p:nvSpPr>
        <p:spPr>
          <a:xfrm>
            <a:off x="5922573" y="5624925"/>
            <a:ext cx="668027" cy="217019"/>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42" name="TextBox 41">
            <a:extLst>
              <a:ext uri="{FF2B5EF4-FFF2-40B4-BE49-F238E27FC236}">
                <a16:creationId xmlns:a16="http://schemas.microsoft.com/office/drawing/2014/main" id="{FC796DAF-3142-FBAC-F725-ACD159B0AE1B}"/>
              </a:ext>
            </a:extLst>
          </p:cNvPr>
          <p:cNvSpPr txBox="1"/>
          <p:nvPr/>
        </p:nvSpPr>
        <p:spPr>
          <a:xfrm>
            <a:off x="5922575" y="5876131"/>
            <a:ext cx="668027"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43" name="TextBox 42">
            <a:extLst>
              <a:ext uri="{FF2B5EF4-FFF2-40B4-BE49-F238E27FC236}">
                <a16:creationId xmlns:a16="http://schemas.microsoft.com/office/drawing/2014/main" id="{4CAD14A1-08EA-99BA-9993-0EEE44700955}"/>
              </a:ext>
            </a:extLst>
          </p:cNvPr>
          <p:cNvSpPr txBox="1"/>
          <p:nvPr/>
        </p:nvSpPr>
        <p:spPr>
          <a:xfrm>
            <a:off x="6738093" y="5624925"/>
            <a:ext cx="668027" cy="217019"/>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44" name="TextBox 43">
            <a:extLst>
              <a:ext uri="{FF2B5EF4-FFF2-40B4-BE49-F238E27FC236}">
                <a16:creationId xmlns:a16="http://schemas.microsoft.com/office/drawing/2014/main" id="{B74BD958-2CF5-7B74-C3B5-FAB20391050F}"/>
              </a:ext>
            </a:extLst>
          </p:cNvPr>
          <p:cNvSpPr txBox="1"/>
          <p:nvPr/>
        </p:nvSpPr>
        <p:spPr>
          <a:xfrm>
            <a:off x="6738093" y="5876131"/>
            <a:ext cx="668027"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45" name="TextBox 44">
            <a:extLst>
              <a:ext uri="{FF2B5EF4-FFF2-40B4-BE49-F238E27FC236}">
                <a16:creationId xmlns:a16="http://schemas.microsoft.com/office/drawing/2014/main" id="{5FB1B9FB-5C9C-AE3C-D6BE-C97EBEA7FEB6}"/>
              </a:ext>
            </a:extLst>
          </p:cNvPr>
          <p:cNvSpPr txBox="1"/>
          <p:nvPr/>
        </p:nvSpPr>
        <p:spPr>
          <a:xfrm>
            <a:off x="5107053" y="1963211"/>
            <a:ext cx="841323" cy="217019"/>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App</a:t>
            </a:r>
          </a:p>
        </p:txBody>
      </p:sp>
      <p:sp>
        <p:nvSpPr>
          <p:cNvPr id="46" name="TextBox 45">
            <a:extLst>
              <a:ext uri="{FF2B5EF4-FFF2-40B4-BE49-F238E27FC236}">
                <a16:creationId xmlns:a16="http://schemas.microsoft.com/office/drawing/2014/main" id="{1FBE948E-0428-424A-AD62-E6E174BCA42F}"/>
              </a:ext>
            </a:extLst>
          </p:cNvPr>
          <p:cNvSpPr txBox="1"/>
          <p:nvPr/>
        </p:nvSpPr>
        <p:spPr>
          <a:xfrm>
            <a:off x="5107055" y="2221497"/>
            <a:ext cx="841323" cy="372547"/>
          </a:xfrm>
          <a:prstGeom prst="rect">
            <a:avLst/>
          </a:prstGeom>
          <a:solidFill>
            <a:srgbClr val="70AD47">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Runtime/ Frameworks</a:t>
            </a:r>
          </a:p>
        </p:txBody>
      </p:sp>
      <p:sp>
        <p:nvSpPr>
          <p:cNvPr id="47" name="TextBox 46">
            <a:extLst>
              <a:ext uri="{FF2B5EF4-FFF2-40B4-BE49-F238E27FC236}">
                <a16:creationId xmlns:a16="http://schemas.microsoft.com/office/drawing/2014/main" id="{64416205-BB00-AEEA-C6E5-390621173471}"/>
              </a:ext>
            </a:extLst>
          </p:cNvPr>
          <p:cNvSpPr txBox="1"/>
          <p:nvPr/>
        </p:nvSpPr>
        <p:spPr>
          <a:xfrm>
            <a:off x="5107055" y="2628232"/>
            <a:ext cx="841323" cy="372547"/>
          </a:xfrm>
          <a:prstGeom prst="rect">
            <a:avLst/>
          </a:prstGeom>
          <a:solidFill>
            <a:srgbClr val="4472C4">
              <a:lumMod val="40000"/>
              <a:lumOff val="60000"/>
            </a:srgbClr>
          </a:solidFill>
          <a:ln>
            <a:solidFill>
              <a:sysClr val="windowText" lastClr="000000"/>
            </a:solidFill>
          </a:ln>
        </p:spPr>
        <p:txBody>
          <a:bodyPr wrap="square" rtlCol="0" anchor="ctr">
            <a:no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ea typeface="+mn-ea"/>
                <a:cs typeface="+mn-cs"/>
              </a:rPr>
              <a:t>Virtualization/ Management</a:t>
            </a:r>
          </a:p>
        </p:txBody>
      </p:sp>
      <p:sp>
        <p:nvSpPr>
          <p:cNvPr id="58" name="TextBox 57">
            <a:extLst>
              <a:ext uri="{FF2B5EF4-FFF2-40B4-BE49-F238E27FC236}">
                <a16:creationId xmlns:a16="http://schemas.microsoft.com/office/drawing/2014/main" id="{1F996AD8-1AE9-F903-92E3-4F1AAB5D1058}"/>
              </a:ext>
            </a:extLst>
          </p:cNvPr>
          <p:cNvSpPr txBox="1"/>
          <p:nvPr/>
        </p:nvSpPr>
        <p:spPr>
          <a:xfrm>
            <a:off x="3757780" y="5824199"/>
            <a:ext cx="1316517" cy="646331"/>
          </a:xfrm>
          <a:prstGeom prst="rect">
            <a:avLst/>
          </a:prstGeom>
          <a:noFill/>
        </p:spPr>
        <p:txBody>
          <a:bodyPr wrap="square" rtlCol="0">
            <a:sp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Calibri" panose="020F0502020204030204"/>
                <a:ea typeface="+mn-ea"/>
                <a:cs typeface="+mn-cs"/>
              </a:rPr>
              <a:t>New </a:t>
            </a:r>
          </a:p>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Calibri" panose="020F0502020204030204"/>
                <a:ea typeface="+mn-ea"/>
                <a:cs typeface="+mn-cs"/>
              </a:rPr>
              <a:t>cloud-native development</a:t>
            </a:r>
          </a:p>
        </p:txBody>
      </p:sp>
      <p:sp>
        <p:nvSpPr>
          <p:cNvPr id="68" name="TextBox 67">
            <a:extLst>
              <a:ext uri="{FF2B5EF4-FFF2-40B4-BE49-F238E27FC236}">
                <a16:creationId xmlns:a16="http://schemas.microsoft.com/office/drawing/2014/main" id="{6375CA80-61B0-2E96-A505-457257EFC1E0}"/>
              </a:ext>
            </a:extLst>
          </p:cNvPr>
          <p:cNvSpPr txBox="1"/>
          <p:nvPr/>
        </p:nvSpPr>
        <p:spPr>
          <a:xfrm>
            <a:off x="3757780" y="2201441"/>
            <a:ext cx="1316517" cy="461665"/>
          </a:xfrm>
          <a:prstGeom prst="rect">
            <a:avLst/>
          </a:prstGeom>
          <a:noFill/>
        </p:spPr>
        <p:txBody>
          <a:bodyPr wrap="square" rtlCol="0">
            <a:sp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Calibri" panose="020F0502020204030204"/>
                <a:ea typeface="+mn-ea"/>
                <a:cs typeface="+mn-cs"/>
              </a:rPr>
              <a:t>Runtime modernization</a:t>
            </a:r>
          </a:p>
        </p:txBody>
      </p:sp>
      <p:sp>
        <p:nvSpPr>
          <p:cNvPr id="72" name="TextBox 71">
            <a:extLst>
              <a:ext uri="{FF2B5EF4-FFF2-40B4-BE49-F238E27FC236}">
                <a16:creationId xmlns:a16="http://schemas.microsoft.com/office/drawing/2014/main" id="{B6A570AD-CC4A-F803-78D8-A602058B4F18}"/>
              </a:ext>
            </a:extLst>
          </p:cNvPr>
          <p:cNvSpPr txBox="1"/>
          <p:nvPr/>
        </p:nvSpPr>
        <p:spPr>
          <a:xfrm>
            <a:off x="3757780" y="3394513"/>
            <a:ext cx="1316517" cy="461665"/>
          </a:xfrm>
          <a:prstGeom prst="rect">
            <a:avLst/>
          </a:prstGeom>
          <a:noFill/>
        </p:spPr>
        <p:txBody>
          <a:bodyPr wrap="square" rtlCol="0">
            <a:sp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Calibri" panose="020F0502020204030204"/>
                <a:ea typeface="+mn-ea"/>
                <a:cs typeface="+mn-cs"/>
              </a:rPr>
              <a:t>Operational modernization</a:t>
            </a:r>
          </a:p>
        </p:txBody>
      </p:sp>
      <p:sp>
        <p:nvSpPr>
          <p:cNvPr id="76" name="TextBox 75">
            <a:extLst>
              <a:ext uri="{FF2B5EF4-FFF2-40B4-BE49-F238E27FC236}">
                <a16:creationId xmlns:a16="http://schemas.microsoft.com/office/drawing/2014/main" id="{D2BEA81D-8EC9-49F5-03BF-620A1AC26177}"/>
              </a:ext>
            </a:extLst>
          </p:cNvPr>
          <p:cNvSpPr txBox="1"/>
          <p:nvPr/>
        </p:nvSpPr>
        <p:spPr>
          <a:xfrm>
            <a:off x="3757780" y="4665959"/>
            <a:ext cx="1316517" cy="461665"/>
          </a:xfrm>
          <a:prstGeom prst="rect">
            <a:avLst/>
          </a:prstGeom>
          <a:noFill/>
        </p:spPr>
        <p:txBody>
          <a:bodyPr wrap="square" rtlCol="0">
            <a:sp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Calibri" panose="020F0502020204030204"/>
                <a:ea typeface="+mn-ea"/>
                <a:cs typeface="+mn-cs"/>
              </a:rPr>
              <a:t>Architectural modernization</a:t>
            </a:r>
          </a:p>
        </p:txBody>
      </p:sp>
      <p:pic>
        <p:nvPicPr>
          <p:cNvPr id="89" name="Picture 88" descr="IBM Cloud Pak for Applications - DeeperThanBlue">
            <a:extLst>
              <a:ext uri="{FF2B5EF4-FFF2-40B4-BE49-F238E27FC236}">
                <a16:creationId xmlns:a16="http://schemas.microsoft.com/office/drawing/2014/main" id="{19BE7D67-6578-24F2-5CD3-9A6AF3323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168" y="3379673"/>
            <a:ext cx="534891" cy="601001"/>
          </a:xfrm>
          <a:prstGeom prst="rect">
            <a:avLst/>
          </a:prstGeom>
          <a:noFill/>
          <a:extLst>
            <a:ext uri="{909E8E84-426E-40DD-AFC4-6F175D3DCCD1}">
              <a14:hiddenFill xmlns:a14="http://schemas.microsoft.com/office/drawing/2010/main">
                <a:solidFill>
                  <a:srgbClr val="FFFFFF"/>
                </a:solidFill>
              </a14:hiddenFill>
            </a:ext>
          </a:extLst>
        </p:spPr>
      </p:pic>
      <p:sp>
        <p:nvSpPr>
          <p:cNvPr id="95" name="TextBox 94">
            <a:extLst>
              <a:ext uri="{FF2B5EF4-FFF2-40B4-BE49-F238E27FC236}">
                <a16:creationId xmlns:a16="http://schemas.microsoft.com/office/drawing/2014/main" id="{12F4B8CA-5E7F-5374-77F0-44B0CD76089C}"/>
              </a:ext>
            </a:extLst>
          </p:cNvPr>
          <p:cNvSpPr txBox="1"/>
          <p:nvPr/>
        </p:nvSpPr>
        <p:spPr>
          <a:xfrm>
            <a:off x="6658224" y="1115603"/>
            <a:ext cx="2307298" cy="276999"/>
          </a:xfrm>
          <a:prstGeom prst="rect">
            <a:avLst/>
          </a:prstGeom>
          <a:noFill/>
        </p:spPr>
        <p:txBody>
          <a:bodyPr wrap="none" rtlCol="0">
            <a:sp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070C0"/>
                </a:solidFill>
                <a:effectLst/>
                <a:uLnTx/>
                <a:uFillTx/>
                <a:latin typeface="Calibri" panose="020F0502020204030204"/>
                <a:ea typeface="+mn-ea"/>
                <a:cs typeface="+mn-cs"/>
              </a:rPr>
              <a:t>Red Hat OpenShift Virtualization </a:t>
            </a:r>
          </a:p>
        </p:txBody>
      </p:sp>
      <p:sp>
        <p:nvSpPr>
          <p:cNvPr id="96" name="TextBox 95">
            <a:extLst>
              <a:ext uri="{FF2B5EF4-FFF2-40B4-BE49-F238E27FC236}">
                <a16:creationId xmlns:a16="http://schemas.microsoft.com/office/drawing/2014/main" id="{D396C3E8-2838-5320-8547-B4D107D5265A}"/>
              </a:ext>
            </a:extLst>
          </p:cNvPr>
          <p:cNvSpPr txBox="1"/>
          <p:nvPr/>
        </p:nvSpPr>
        <p:spPr>
          <a:xfrm>
            <a:off x="6635195" y="2368933"/>
            <a:ext cx="4153060" cy="276999"/>
          </a:xfrm>
          <a:prstGeom prst="rect">
            <a:avLst/>
          </a:prstGeom>
          <a:noFill/>
        </p:spPr>
        <p:txBody>
          <a:bodyPr wrap="none" rtlCol="0">
            <a:sp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070C0"/>
                </a:solidFill>
                <a:effectLst/>
                <a:uLnTx/>
                <a:uFillTx/>
                <a:latin typeface="Calibri" panose="020F0502020204030204"/>
                <a:ea typeface="+mn-ea"/>
                <a:cs typeface="+mn-cs"/>
              </a:rPr>
              <a:t>Liberty / JBoss EAP/ JBoss Web Server for OpenShift / Quarkus</a:t>
            </a:r>
          </a:p>
        </p:txBody>
      </p:sp>
      <p:sp>
        <p:nvSpPr>
          <p:cNvPr id="97" name="TextBox 96">
            <a:extLst>
              <a:ext uri="{FF2B5EF4-FFF2-40B4-BE49-F238E27FC236}">
                <a16:creationId xmlns:a16="http://schemas.microsoft.com/office/drawing/2014/main" id="{A8A658F2-968D-0686-49C6-0F3F4F0E8711}"/>
              </a:ext>
            </a:extLst>
          </p:cNvPr>
          <p:cNvSpPr txBox="1"/>
          <p:nvPr/>
        </p:nvSpPr>
        <p:spPr>
          <a:xfrm>
            <a:off x="6625432" y="3515722"/>
            <a:ext cx="3852850" cy="276999"/>
          </a:xfrm>
          <a:prstGeom prst="rect">
            <a:avLst/>
          </a:prstGeom>
          <a:noFill/>
        </p:spPr>
        <p:txBody>
          <a:bodyPr wrap="non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070C0"/>
                </a:solidFill>
                <a:effectLst/>
                <a:uLnTx/>
                <a:uFillTx/>
                <a:latin typeface="Calibri" panose="020F0502020204030204"/>
                <a:ea typeface="+mn-ea"/>
                <a:cs typeface="+mn-cs"/>
              </a:rPr>
              <a:t>Red Hat OpenShift Container Platform, Liberty &amp; Quarkus</a:t>
            </a:r>
          </a:p>
        </p:txBody>
      </p:sp>
      <p:sp>
        <p:nvSpPr>
          <p:cNvPr id="98" name="TextBox 97">
            <a:extLst>
              <a:ext uri="{FF2B5EF4-FFF2-40B4-BE49-F238E27FC236}">
                <a16:creationId xmlns:a16="http://schemas.microsoft.com/office/drawing/2014/main" id="{388CC9F3-7160-F96A-9521-845F3A0B486F}"/>
              </a:ext>
            </a:extLst>
          </p:cNvPr>
          <p:cNvSpPr txBox="1"/>
          <p:nvPr/>
        </p:nvSpPr>
        <p:spPr>
          <a:xfrm>
            <a:off x="8087973" y="4670094"/>
            <a:ext cx="2806403" cy="276999"/>
          </a:xfrm>
          <a:prstGeom prst="rect">
            <a:avLst/>
          </a:prstGeom>
          <a:noFill/>
        </p:spPr>
        <p:txBody>
          <a:bodyPr wrap="square" rtlCol="0">
            <a:spAutoFit/>
          </a:bodyPr>
          <a:lstStyle/>
          <a:p>
            <a:pPr marL="0" marR="0" lvl="0" indent="0" algn="l"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070C0"/>
                </a:solidFill>
                <a:effectLst/>
                <a:uLnTx/>
                <a:uFillTx/>
                <a:latin typeface="Calibri" panose="020F0502020204030204"/>
                <a:ea typeface="+mn-ea"/>
                <a:cs typeface="+mn-cs"/>
              </a:rPr>
              <a:t>Modernization Tools, Liberty &amp; Quarkus</a:t>
            </a:r>
          </a:p>
        </p:txBody>
      </p:sp>
      <p:sp>
        <p:nvSpPr>
          <p:cNvPr id="99" name="TextBox 98">
            <a:extLst>
              <a:ext uri="{FF2B5EF4-FFF2-40B4-BE49-F238E27FC236}">
                <a16:creationId xmlns:a16="http://schemas.microsoft.com/office/drawing/2014/main" id="{9F13FF96-ECF7-134E-A3E8-31A82B1C01B8}"/>
              </a:ext>
            </a:extLst>
          </p:cNvPr>
          <p:cNvSpPr txBox="1"/>
          <p:nvPr/>
        </p:nvSpPr>
        <p:spPr>
          <a:xfrm>
            <a:off x="8093238" y="5948789"/>
            <a:ext cx="2975357" cy="276999"/>
          </a:xfrm>
          <a:prstGeom prst="rect">
            <a:avLst/>
          </a:prstGeom>
          <a:noFill/>
        </p:spPr>
        <p:txBody>
          <a:bodyPr wrap="square" rtlCol="0">
            <a:spAutoFit/>
          </a:bodyPr>
          <a:lstStyle/>
          <a:p>
            <a:pPr marL="0" marR="0" lvl="0" indent="0" algn="ctr" defTabSz="457098"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070C0"/>
                </a:solidFill>
                <a:effectLst/>
                <a:uLnTx/>
                <a:uFillTx/>
                <a:latin typeface="Calibri" panose="020F0502020204030204"/>
                <a:ea typeface="+mn-ea"/>
                <a:cs typeface="+mn-cs"/>
              </a:rPr>
              <a:t>Developer Frameworks, Liberty &amp; Quarkus</a:t>
            </a:r>
          </a:p>
        </p:txBody>
      </p:sp>
      <p:pic>
        <p:nvPicPr>
          <p:cNvPr id="103" name="Picture 102" descr="IBM Cloud Pak for Applications - DeeperThanBlue">
            <a:extLst>
              <a:ext uri="{FF2B5EF4-FFF2-40B4-BE49-F238E27FC236}">
                <a16:creationId xmlns:a16="http://schemas.microsoft.com/office/drawing/2014/main" id="{0BB9B8A1-E0CD-3DE0-67DE-575A2F9DD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168" y="984821"/>
            <a:ext cx="534891" cy="601001"/>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103" descr="IBM Cloud Pak for Applications - DeeperThanBlue">
            <a:extLst>
              <a:ext uri="{FF2B5EF4-FFF2-40B4-BE49-F238E27FC236}">
                <a16:creationId xmlns:a16="http://schemas.microsoft.com/office/drawing/2014/main" id="{F6F30F9A-489C-B216-5405-5C6D9EA21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168" y="2256270"/>
            <a:ext cx="534891" cy="601001"/>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4" descr="IBM Cloud Pak for Applications - DeeperThanBlue">
            <a:extLst>
              <a:ext uri="{FF2B5EF4-FFF2-40B4-BE49-F238E27FC236}">
                <a16:creationId xmlns:a16="http://schemas.microsoft.com/office/drawing/2014/main" id="{DE07DC1E-F526-23B1-F2CB-7CF06B19C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6567" y="5810885"/>
            <a:ext cx="534891" cy="601001"/>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05" descr="IBM Cloud Pak for Applications - DeeperThanBlue">
            <a:extLst>
              <a:ext uri="{FF2B5EF4-FFF2-40B4-BE49-F238E27FC236}">
                <a16:creationId xmlns:a16="http://schemas.microsoft.com/office/drawing/2014/main" id="{996AF5F1-1E35-2BFB-D8D7-5914B229CA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6567" y="4530725"/>
            <a:ext cx="534891" cy="601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0893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D2D069B-C552-9443-AFA5-16099F04AEBD}"/>
              </a:ext>
            </a:extLst>
          </p:cNvPr>
          <p:cNvSpPr/>
          <p:nvPr/>
        </p:nvSpPr>
        <p:spPr bwMode="auto">
          <a:xfrm>
            <a:off x="0" y="1219443"/>
            <a:ext cx="12192000" cy="5638557"/>
          </a:xfrm>
          <a:prstGeom prst="rect">
            <a:avLst/>
          </a:prstGeom>
          <a:solidFill>
            <a:schemeClr val="bg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0" marR="0" lvl="0" indent="0" algn="l" defTabSz="914621"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rgbClr val="000000"/>
              </a:solidFill>
              <a:effectLst/>
              <a:uLnTx/>
              <a:uFillTx/>
              <a:latin typeface="IBM Plex Sans Light" panose="020B0403050203000203" pitchFamily="34" charset="0"/>
              <a:ea typeface="IBM Plex Sans" charset="0"/>
              <a:cs typeface="Arial" panose="020B0604020202020204" pitchFamily="34" charset="0"/>
            </a:endParaRPr>
          </a:p>
        </p:txBody>
      </p:sp>
      <p:sp>
        <p:nvSpPr>
          <p:cNvPr id="5" name="TextBox 4">
            <a:extLst>
              <a:ext uri="{FF2B5EF4-FFF2-40B4-BE49-F238E27FC236}">
                <a16:creationId xmlns:a16="http://schemas.microsoft.com/office/drawing/2014/main" id="{0A119A31-626D-9F48-B6B0-65002F8B3CBA}"/>
              </a:ext>
            </a:extLst>
          </p:cNvPr>
          <p:cNvSpPr txBox="1"/>
          <p:nvPr/>
        </p:nvSpPr>
        <p:spPr>
          <a:xfrm>
            <a:off x="541546" y="821825"/>
            <a:ext cx="6276077" cy="420564"/>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000000">
                    <a:lumMod val="65000"/>
                    <a:lumOff val="35000"/>
                  </a:srgbClr>
                </a:solidFill>
                <a:effectLst/>
                <a:uLnTx/>
                <a:uFillTx/>
                <a:latin typeface="IBM Plex Sans Light" panose="020B0403050203000203" pitchFamily="34" charset="0"/>
                <a:ea typeface="+mn-ea"/>
                <a:cs typeface="Arial" panose="020B0604020202020204" pitchFamily="34" charset="0"/>
              </a:rPr>
              <a:t>Monolith to Composable Services/Microservices…</a:t>
            </a:r>
          </a:p>
        </p:txBody>
      </p:sp>
      <p:sp>
        <p:nvSpPr>
          <p:cNvPr id="6" name="Right Arrow 5">
            <a:extLst>
              <a:ext uri="{FF2B5EF4-FFF2-40B4-BE49-F238E27FC236}">
                <a16:creationId xmlns:a16="http://schemas.microsoft.com/office/drawing/2014/main" id="{BE40275D-C052-E043-9611-303C275F1297}"/>
              </a:ext>
            </a:extLst>
          </p:cNvPr>
          <p:cNvSpPr/>
          <p:nvPr/>
        </p:nvSpPr>
        <p:spPr>
          <a:xfrm>
            <a:off x="734008" y="3737910"/>
            <a:ext cx="11205605" cy="2522079"/>
          </a:xfrm>
          <a:prstGeom prst="rightArrow">
            <a:avLst>
              <a:gd name="adj1" fmla="val 72017"/>
              <a:gd name="adj2" fmla="val 50000"/>
            </a:avLst>
          </a:prstGeom>
          <a:gradFill flip="none" rotWithShape="1">
            <a:gsLst>
              <a:gs pos="0">
                <a:schemeClr val="bg1"/>
              </a:gs>
              <a:gs pos="53000">
                <a:srgbClr val="4BACC6">
                  <a:lumMod val="20000"/>
                  <a:lumOff val="80000"/>
                </a:srgbClr>
              </a:gs>
              <a:gs pos="83000">
                <a:srgbClr val="4BACC6">
                  <a:lumMod val="40000"/>
                  <a:lumOff val="60000"/>
                </a:srgbClr>
              </a:gs>
              <a:gs pos="100000">
                <a:srgbClr val="4BACC6">
                  <a:lumMod val="60000"/>
                  <a:lumOff val="40000"/>
                </a:srgbClr>
              </a:gs>
            </a:gsLst>
            <a:lin ang="0" scaled="1"/>
            <a:tileRect/>
          </a:gradFill>
          <a:ln>
            <a:noFill/>
          </a:ln>
        </p:spPr>
        <p:txBody>
          <a:bodyPr wrap="square" lIns="0" tIns="0" rIns="0" bIns="0"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IBM Plex Sans Light" panose="020B0403050203000203" pitchFamily="34" charset="0"/>
              <a:ea typeface="+mn-ea"/>
              <a:cs typeface="Arial" panose="020B0604020202020204" pitchFamily="34" charset="0"/>
            </a:endParaRPr>
          </a:p>
        </p:txBody>
      </p:sp>
      <p:sp>
        <p:nvSpPr>
          <p:cNvPr id="7" name="TextBox 6">
            <a:extLst>
              <a:ext uri="{FF2B5EF4-FFF2-40B4-BE49-F238E27FC236}">
                <a16:creationId xmlns:a16="http://schemas.microsoft.com/office/drawing/2014/main" id="{1342648D-B376-7C41-9BFB-746B04F59755}"/>
              </a:ext>
            </a:extLst>
          </p:cNvPr>
          <p:cNvSpPr txBox="1"/>
          <p:nvPr/>
        </p:nvSpPr>
        <p:spPr>
          <a:xfrm>
            <a:off x="9081764" y="6134388"/>
            <a:ext cx="1245854" cy="461665"/>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IBM Plex Sans Light" panose="020B0403050203000203" pitchFamily="34" charset="0"/>
                <a:ea typeface="MS PGothic"/>
                <a:cs typeface="Arial" panose="020B0604020202020204" pitchFamily="34" charset="0"/>
              </a:rPr>
              <a:t>Present</a:t>
            </a:r>
          </a:p>
        </p:txBody>
      </p:sp>
      <p:sp>
        <p:nvSpPr>
          <p:cNvPr id="8" name="TextBox 7">
            <a:extLst>
              <a:ext uri="{FF2B5EF4-FFF2-40B4-BE49-F238E27FC236}">
                <a16:creationId xmlns:a16="http://schemas.microsoft.com/office/drawing/2014/main" id="{70BC3690-C1EC-9B4B-934B-AC74504A961F}"/>
              </a:ext>
            </a:extLst>
          </p:cNvPr>
          <p:cNvSpPr txBox="1"/>
          <p:nvPr/>
        </p:nvSpPr>
        <p:spPr>
          <a:xfrm>
            <a:off x="905864" y="6132604"/>
            <a:ext cx="922047" cy="461665"/>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IBM Plex Sans Light" panose="020B0403050203000203" pitchFamily="34" charset="0"/>
                <a:ea typeface="MS PGothic"/>
                <a:cs typeface="Arial" panose="020B0604020202020204" pitchFamily="34" charset="0"/>
              </a:rPr>
              <a:t>1998</a:t>
            </a:r>
          </a:p>
        </p:txBody>
      </p:sp>
      <p:sp>
        <p:nvSpPr>
          <p:cNvPr id="9" name="TextBox 8">
            <a:extLst>
              <a:ext uri="{FF2B5EF4-FFF2-40B4-BE49-F238E27FC236}">
                <a16:creationId xmlns:a16="http://schemas.microsoft.com/office/drawing/2014/main" id="{5CB4958F-C879-6C49-946E-70D43EB18881}"/>
              </a:ext>
            </a:extLst>
          </p:cNvPr>
          <p:cNvSpPr txBox="1"/>
          <p:nvPr/>
        </p:nvSpPr>
        <p:spPr>
          <a:xfrm>
            <a:off x="5114990" y="3684805"/>
            <a:ext cx="922047" cy="461665"/>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IBM Plex Sans Light" panose="020B0403050203000203" pitchFamily="34" charset="0"/>
                <a:ea typeface="MS PGothic"/>
                <a:cs typeface="Arial" panose="020B0604020202020204" pitchFamily="34" charset="0"/>
              </a:rPr>
              <a:t>2012</a:t>
            </a:r>
          </a:p>
        </p:txBody>
      </p:sp>
      <p:sp>
        <p:nvSpPr>
          <p:cNvPr id="11" name="Right Arrow 10">
            <a:extLst>
              <a:ext uri="{FF2B5EF4-FFF2-40B4-BE49-F238E27FC236}">
                <a16:creationId xmlns:a16="http://schemas.microsoft.com/office/drawing/2014/main" id="{C86A1FEE-86E2-764F-A288-1453FD1650D5}"/>
              </a:ext>
            </a:extLst>
          </p:cNvPr>
          <p:cNvSpPr/>
          <p:nvPr/>
        </p:nvSpPr>
        <p:spPr>
          <a:xfrm>
            <a:off x="3235067" y="2483715"/>
            <a:ext cx="8699100" cy="2522079"/>
          </a:xfrm>
          <a:prstGeom prst="rightArrow">
            <a:avLst>
              <a:gd name="adj1" fmla="val 72974"/>
              <a:gd name="adj2" fmla="val 50000"/>
            </a:avLst>
          </a:prstGeom>
          <a:gradFill flip="none" rotWithShape="1">
            <a:gsLst>
              <a:gs pos="0">
                <a:schemeClr val="bg1"/>
              </a:gs>
              <a:gs pos="53000">
                <a:srgbClr val="4BACC6">
                  <a:lumMod val="20000"/>
                  <a:lumOff val="80000"/>
                </a:srgbClr>
              </a:gs>
              <a:gs pos="83000">
                <a:srgbClr val="4BACC6">
                  <a:lumMod val="40000"/>
                  <a:lumOff val="60000"/>
                </a:srgbClr>
              </a:gs>
              <a:gs pos="100000">
                <a:srgbClr val="4BACC6">
                  <a:lumMod val="60000"/>
                  <a:lumOff val="40000"/>
                </a:srgbClr>
              </a:gs>
            </a:gsLst>
            <a:lin ang="0" scaled="1"/>
            <a:tileRect/>
          </a:gradFill>
          <a:ln>
            <a:noFill/>
          </a:ln>
        </p:spPr>
        <p:txBody>
          <a:bodyPr wrap="square" lIns="0" tIns="0" rIns="0" bIns="0"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IBM Plex Sans Light" panose="020B0403050203000203" pitchFamily="34" charset="0"/>
              <a:ea typeface="+mn-ea"/>
              <a:cs typeface="Arial" panose="020B0604020202020204" pitchFamily="34" charset="0"/>
            </a:endParaRPr>
          </a:p>
        </p:txBody>
      </p:sp>
      <p:sp>
        <p:nvSpPr>
          <p:cNvPr id="12" name="Right Arrow 11">
            <a:extLst>
              <a:ext uri="{FF2B5EF4-FFF2-40B4-BE49-F238E27FC236}">
                <a16:creationId xmlns:a16="http://schemas.microsoft.com/office/drawing/2014/main" id="{CE1DC9B5-ACB7-9347-B074-2E9E59E0697D}"/>
              </a:ext>
            </a:extLst>
          </p:cNvPr>
          <p:cNvSpPr/>
          <p:nvPr/>
        </p:nvSpPr>
        <p:spPr>
          <a:xfrm>
            <a:off x="5028813" y="1241198"/>
            <a:ext cx="6905355" cy="2522079"/>
          </a:xfrm>
          <a:prstGeom prst="rightArrow">
            <a:avLst>
              <a:gd name="adj1" fmla="val 71060"/>
              <a:gd name="adj2" fmla="val 50000"/>
            </a:avLst>
          </a:prstGeom>
          <a:gradFill flip="none" rotWithShape="1">
            <a:gsLst>
              <a:gs pos="0">
                <a:schemeClr val="bg1"/>
              </a:gs>
              <a:gs pos="53000">
                <a:srgbClr val="4BACC6">
                  <a:lumMod val="20000"/>
                  <a:lumOff val="80000"/>
                </a:srgbClr>
              </a:gs>
              <a:gs pos="83000">
                <a:srgbClr val="4BACC6">
                  <a:lumMod val="40000"/>
                  <a:lumOff val="60000"/>
                </a:srgbClr>
              </a:gs>
              <a:gs pos="100000">
                <a:srgbClr val="4BACC6">
                  <a:lumMod val="60000"/>
                  <a:lumOff val="40000"/>
                </a:srgbClr>
              </a:gs>
            </a:gsLst>
            <a:lin ang="0" scaled="1"/>
            <a:tileRect/>
          </a:gradFill>
          <a:ln>
            <a:noFill/>
          </a:ln>
        </p:spPr>
        <p:txBody>
          <a:bodyPr wrap="square" lIns="0" tIns="0" rIns="0" bIns="0"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IBM Plex Sans Light" panose="020B0403050203000203"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EBF689FC-9E2F-F14A-B8DA-3885B5658F4D}"/>
              </a:ext>
            </a:extLst>
          </p:cNvPr>
          <p:cNvSpPr txBox="1"/>
          <p:nvPr/>
        </p:nvSpPr>
        <p:spPr>
          <a:xfrm>
            <a:off x="2504015" y="2926142"/>
            <a:ext cx="2725552" cy="318100"/>
          </a:xfrm>
          <a:prstGeom prst="rect">
            <a:avLst/>
          </a:prstGeom>
          <a:noFill/>
        </p:spPr>
        <p:txBody>
          <a:bodyPr wrap="squar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Runtime-centric clustering</a:t>
            </a:r>
          </a:p>
        </p:txBody>
      </p:sp>
      <p:sp>
        <p:nvSpPr>
          <p:cNvPr id="14" name="TextBox 13">
            <a:extLst>
              <a:ext uri="{FF2B5EF4-FFF2-40B4-BE49-F238E27FC236}">
                <a16:creationId xmlns:a16="http://schemas.microsoft.com/office/drawing/2014/main" id="{3D185D2F-2401-6C42-99A2-467A8961A7F1}"/>
              </a:ext>
            </a:extLst>
          </p:cNvPr>
          <p:cNvSpPr txBox="1"/>
          <p:nvPr/>
        </p:nvSpPr>
        <p:spPr>
          <a:xfrm>
            <a:off x="2952416" y="2571777"/>
            <a:ext cx="1860597" cy="318100"/>
          </a:xfrm>
          <a:prstGeom prst="rect">
            <a:avLst/>
          </a:prstGeom>
          <a:noFill/>
        </p:spPr>
        <p:txBody>
          <a:bodyPr wrap="squar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Virtual Machines</a:t>
            </a:r>
          </a:p>
        </p:txBody>
      </p:sp>
      <p:sp>
        <p:nvSpPr>
          <p:cNvPr id="23" name="TextBox 22">
            <a:extLst>
              <a:ext uri="{FF2B5EF4-FFF2-40B4-BE49-F238E27FC236}">
                <a16:creationId xmlns:a16="http://schemas.microsoft.com/office/drawing/2014/main" id="{C14DC73B-EEED-1048-ADEE-8FFDF5E50193}"/>
              </a:ext>
            </a:extLst>
          </p:cNvPr>
          <p:cNvSpPr txBox="1"/>
          <p:nvPr/>
        </p:nvSpPr>
        <p:spPr>
          <a:xfrm>
            <a:off x="8216442" y="1846884"/>
            <a:ext cx="1019831" cy="318100"/>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OpenShift</a:t>
            </a:r>
          </a:p>
        </p:txBody>
      </p:sp>
      <p:sp>
        <p:nvSpPr>
          <p:cNvPr id="24" name="TextBox 23">
            <a:extLst>
              <a:ext uri="{FF2B5EF4-FFF2-40B4-BE49-F238E27FC236}">
                <a16:creationId xmlns:a16="http://schemas.microsoft.com/office/drawing/2014/main" id="{599FF829-9CBC-454B-9BAC-4199D594E94B}"/>
              </a:ext>
            </a:extLst>
          </p:cNvPr>
          <p:cNvSpPr txBox="1"/>
          <p:nvPr/>
        </p:nvSpPr>
        <p:spPr>
          <a:xfrm>
            <a:off x="6810608" y="4303985"/>
            <a:ext cx="1088760" cy="276999"/>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Open Source</a:t>
            </a:r>
          </a:p>
        </p:txBody>
      </p:sp>
      <p:sp>
        <p:nvSpPr>
          <p:cNvPr id="25" name="TextBox 24">
            <a:extLst>
              <a:ext uri="{FF2B5EF4-FFF2-40B4-BE49-F238E27FC236}">
                <a16:creationId xmlns:a16="http://schemas.microsoft.com/office/drawing/2014/main" id="{D6ABFD59-56D7-9549-BBB9-A99C50DF807D}"/>
              </a:ext>
            </a:extLst>
          </p:cNvPr>
          <p:cNvSpPr txBox="1"/>
          <p:nvPr/>
        </p:nvSpPr>
        <p:spPr>
          <a:xfrm>
            <a:off x="7317353" y="2944616"/>
            <a:ext cx="1335622" cy="318100"/>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Microservices</a:t>
            </a:r>
          </a:p>
        </p:txBody>
      </p:sp>
      <p:sp>
        <p:nvSpPr>
          <p:cNvPr id="26" name="TextBox 25">
            <a:extLst>
              <a:ext uri="{FF2B5EF4-FFF2-40B4-BE49-F238E27FC236}">
                <a16:creationId xmlns:a16="http://schemas.microsoft.com/office/drawing/2014/main" id="{A197880B-8C87-BD44-BBA7-4ABD045498F2}"/>
              </a:ext>
            </a:extLst>
          </p:cNvPr>
          <p:cNvSpPr txBox="1"/>
          <p:nvPr/>
        </p:nvSpPr>
        <p:spPr>
          <a:xfrm>
            <a:off x="8704907" y="2303078"/>
            <a:ext cx="595035" cy="318100"/>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FaaS</a:t>
            </a:r>
          </a:p>
        </p:txBody>
      </p:sp>
      <p:sp>
        <p:nvSpPr>
          <p:cNvPr id="27" name="TextBox 26">
            <a:extLst>
              <a:ext uri="{FF2B5EF4-FFF2-40B4-BE49-F238E27FC236}">
                <a16:creationId xmlns:a16="http://schemas.microsoft.com/office/drawing/2014/main" id="{F8DB2CB6-4559-1641-BFB3-16766855BB82}"/>
              </a:ext>
            </a:extLst>
          </p:cNvPr>
          <p:cNvSpPr txBox="1"/>
          <p:nvPr/>
        </p:nvSpPr>
        <p:spPr>
          <a:xfrm>
            <a:off x="6365320" y="2640097"/>
            <a:ext cx="1093569" cy="318100"/>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Containers</a:t>
            </a:r>
          </a:p>
        </p:txBody>
      </p:sp>
      <p:sp>
        <p:nvSpPr>
          <p:cNvPr id="28" name="TextBox 27">
            <a:extLst>
              <a:ext uri="{FF2B5EF4-FFF2-40B4-BE49-F238E27FC236}">
                <a16:creationId xmlns:a16="http://schemas.microsoft.com/office/drawing/2014/main" id="{266D77A3-17FC-484B-BF9A-28B26E0C37EC}"/>
              </a:ext>
            </a:extLst>
          </p:cNvPr>
          <p:cNvSpPr txBox="1"/>
          <p:nvPr/>
        </p:nvSpPr>
        <p:spPr>
          <a:xfrm>
            <a:off x="6219447" y="2094431"/>
            <a:ext cx="1252266" cy="318100"/>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Cloud-native</a:t>
            </a:r>
          </a:p>
        </p:txBody>
      </p:sp>
      <p:sp>
        <p:nvSpPr>
          <p:cNvPr id="29" name="TextBox 28">
            <a:extLst>
              <a:ext uri="{FF2B5EF4-FFF2-40B4-BE49-F238E27FC236}">
                <a16:creationId xmlns:a16="http://schemas.microsoft.com/office/drawing/2014/main" id="{7E32BAF2-0404-2849-B616-DE833B8D8830}"/>
              </a:ext>
            </a:extLst>
          </p:cNvPr>
          <p:cNvSpPr txBox="1"/>
          <p:nvPr/>
        </p:nvSpPr>
        <p:spPr>
          <a:xfrm>
            <a:off x="8760075" y="4061753"/>
            <a:ext cx="1072730" cy="318100"/>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Serverless</a:t>
            </a:r>
          </a:p>
        </p:txBody>
      </p:sp>
      <p:grpSp>
        <p:nvGrpSpPr>
          <p:cNvPr id="31" name="Group 30">
            <a:extLst>
              <a:ext uri="{FF2B5EF4-FFF2-40B4-BE49-F238E27FC236}">
                <a16:creationId xmlns:a16="http://schemas.microsoft.com/office/drawing/2014/main" id="{ABEE730F-60D5-DF40-9E13-AB987D9BF652}"/>
              </a:ext>
            </a:extLst>
          </p:cNvPr>
          <p:cNvGrpSpPr/>
          <p:nvPr/>
        </p:nvGrpSpPr>
        <p:grpSpPr>
          <a:xfrm>
            <a:off x="5637482" y="3255828"/>
            <a:ext cx="984566" cy="972627"/>
            <a:chOff x="3903340" y="2368478"/>
            <a:chExt cx="738424" cy="729471"/>
          </a:xfrm>
        </p:grpSpPr>
        <p:pic>
          <p:nvPicPr>
            <p:cNvPr id="21" name="Picture 20">
              <a:extLst>
                <a:ext uri="{FF2B5EF4-FFF2-40B4-BE49-F238E27FC236}">
                  <a16:creationId xmlns:a16="http://schemas.microsoft.com/office/drawing/2014/main" id="{42881AE8-558D-2846-BF29-83188583A9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32517" y="2368478"/>
              <a:ext cx="491173" cy="466145"/>
            </a:xfrm>
            <a:prstGeom prst="rect">
              <a:avLst/>
            </a:prstGeom>
          </p:spPr>
        </p:pic>
        <p:sp>
          <p:nvSpPr>
            <p:cNvPr id="33" name="TextBox 32">
              <a:extLst>
                <a:ext uri="{FF2B5EF4-FFF2-40B4-BE49-F238E27FC236}">
                  <a16:creationId xmlns:a16="http://schemas.microsoft.com/office/drawing/2014/main" id="{24AB4AF7-A45E-F542-BCC8-1AD832F3B952}"/>
                </a:ext>
              </a:extLst>
            </p:cNvPr>
            <p:cNvSpPr txBox="1"/>
            <p:nvPr/>
          </p:nvSpPr>
          <p:spPr>
            <a:xfrm>
              <a:off x="3903340" y="2751700"/>
              <a:ext cx="738424" cy="346249"/>
            </a:xfrm>
            <a:prstGeom prst="rect">
              <a:avLst/>
            </a:prstGeom>
            <a:noFill/>
          </p:spPr>
          <p:txBody>
            <a:bodyPr wrap="none" rtlCol="0">
              <a:sp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WebSphere</a:t>
              </a:r>
            </a:p>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Liberty</a:t>
              </a:r>
            </a:p>
          </p:txBody>
        </p:sp>
      </p:grpSp>
      <p:grpSp>
        <p:nvGrpSpPr>
          <p:cNvPr id="4" name="Group 3">
            <a:extLst>
              <a:ext uri="{FF2B5EF4-FFF2-40B4-BE49-F238E27FC236}">
                <a16:creationId xmlns:a16="http://schemas.microsoft.com/office/drawing/2014/main" id="{D1FC7365-79A6-C640-8597-E5B886AFBA6F}"/>
              </a:ext>
            </a:extLst>
          </p:cNvPr>
          <p:cNvGrpSpPr/>
          <p:nvPr/>
        </p:nvGrpSpPr>
        <p:grpSpPr>
          <a:xfrm>
            <a:off x="6865317" y="3324944"/>
            <a:ext cx="1071126" cy="749779"/>
            <a:chOff x="6092688" y="2004815"/>
            <a:chExt cx="803344" cy="562334"/>
          </a:xfrm>
        </p:grpSpPr>
        <p:pic>
          <p:nvPicPr>
            <p:cNvPr id="22" name="Picture 21">
              <a:extLst>
                <a:ext uri="{FF2B5EF4-FFF2-40B4-BE49-F238E27FC236}">
                  <a16:creationId xmlns:a16="http://schemas.microsoft.com/office/drawing/2014/main" id="{A49A153C-9EF1-5D48-B575-414CF8CA0D9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47031" y="2004815"/>
              <a:ext cx="576299" cy="393426"/>
            </a:xfrm>
            <a:prstGeom prst="rect">
              <a:avLst/>
            </a:prstGeom>
          </p:spPr>
        </p:pic>
        <p:sp>
          <p:nvSpPr>
            <p:cNvPr id="34" name="TextBox 33">
              <a:extLst>
                <a:ext uri="{FF2B5EF4-FFF2-40B4-BE49-F238E27FC236}">
                  <a16:creationId xmlns:a16="http://schemas.microsoft.com/office/drawing/2014/main" id="{67F5E3E7-CA0A-214B-ACFB-3868387DA218}"/>
                </a:ext>
              </a:extLst>
            </p:cNvPr>
            <p:cNvSpPr txBox="1"/>
            <p:nvPr/>
          </p:nvSpPr>
          <p:spPr>
            <a:xfrm>
              <a:off x="6092688" y="2359400"/>
              <a:ext cx="803344" cy="207749"/>
            </a:xfrm>
            <a:prstGeom prst="rect">
              <a:avLst/>
            </a:prstGeom>
            <a:noFill/>
          </p:spPr>
          <p:txBody>
            <a:bodyPr wrap="none" rtlCol="0">
              <a:sp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Open Liberty</a:t>
              </a:r>
            </a:p>
          </p:txBody>
        </p:sp>
      </p:grpSp>
      <p:sp>
        <p:nvSpPr>
          <p:cNvPr id="30" name="TextBox 29">
            <a:extLst>
              <a:ext uri="{FF2B5EF4-FFF2-40B4-BE49-F238E27FC236}">
                <a16:creationId xmlns:a16="http://schemas.microsoft.com/office/drawing/2014/main" id="{54366DF0-60DB-A14E-9570-409FE7008CD7}"/>
              </a:ext>
            </a:extLst>
          </p:cNvPr>
          <p:cNvSpPr txBox="1"/>
          <p:nvPr/>
        </p:nvSpPr>
        <p:spPr>
          <a:xfrm>
            <a:off x="7632990" y="2465486"/>
            <a:ext cx="1144865" cy="318100"/>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Kubernetes</a:t>
            </a:r>
          </a:p>
        </p:txBody>
      </p:sp>
      <p:pic>
        <p:nvPicPr>
          <p:cNvPr id="36" name="Picture 2" descr="Image result for kubernetes logo">
            <a:extLst>
              <a:ext uri="{FF2B5EF4-FFF2-40B4-BE49-F238E27FC236}">
                <a16:creationId xmlns:a16="http://schemas.microsoft.com/office/drawing/2014/main" id="{838ECEE3-8061-684D-9AF1-8CFBC65061B1}"/>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7725734" y="2038292"/>
            <a:ext cx="871707" cy="586964"/>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Image result for openshift logo">
            <a:extLst>
              <a:ext uri="{FF2B5EF4-FFF2-40B4-BE49-F238E27FC236}">
                <a16:creationId xmlns:a16="http://schemas.microsoft.com/office/drawing/2014/main" id="{47D508F4-421D-4447-91CD-E8C55BC64522}"/>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8509753" y="1513276"/>
            <a:ext cx="390307" cy="361416"/>
          </a:xfrm>
          <a:prstGeom prst="rect">
            <a:avLst/>
          </a:prstGeom>
          <a:noFill/>
          <a:extLst>
            <a:ext uri="{909E8E84-426E-40DD-AFC4-6F175D3DCCD1}">
              <a14:hiddenFill xmlns:a14="http://schemas.microsoft.com/office/drawing/2010/main">
                <a:solidFill>
                  <a:srgbClr val="FFFFFF"/>
                </a:solidFill>
              </a14:hiddenFill>
            </a:ext>
          </a:extLst>
        </p:spPr>
      </p:pic>
      <p:grpSp>
        <p:nvGrpSpPr>
          <p:cNvPr id="35" name="Group 34">
            <a:extLst>
              <a:ext uri="{FF2B5EF4-FFF2-40B4-BE49-F238E27FC236}">
                <a16:creationId xmlns:a16="http://schemas.microsoft.com/office/drawing/2014/main" id="{43333180-5157-704A-AB95-EEEEEFB974D2}"/>
              </a:ext>
            </a:extLst>
          </p:cNvPr>
          <p:cNvGrpSpPr/>
          <p:nvPr/>
        </p:nvGrpSpPr>
        <p:grpSpPr>
          <a:xfrm>
            <a:off x="723465" y="2722495"/>
            <a:ext cx="984565" cy="916095"/>
            <a:chOff x="543533" y="3320013"/>
            <a:chExt cx="870431" cy="748194"/>
          </a:xfrm>
        </p:grpSpPr>
        <p:sp>
          <p:nvSpPr>
            <p:cNvPr id="32" name="TextBox 31">
              <a:extLst>
                <a:ext uri="{FF2B5EF4-FFF2-40B4-BE49-F238E27FC236}">
                  <a16:creationId xmlns:a16="http://schemas.microsoft.com/office/drawing/2014/main" id="{EB0F90DA-69C1-794D-920D-E090D0F62FC5}"/>
                </a:ext>
              </a:extLst>
            </p:cNvPr>
            <p:cNvSpPr txBox="1"/>
            <p:nvPr/>
          </p:nvSpPr>
          <p:spPr>
            <a:xfrm>
              <a:off x="543533" y="3691156"/>
              <a:ext cx="870431" cy="377051"/>
            </a:xfrm>
            <a:prstGeom prst="rect">
              <a:avLst/>
            </a:prstGeom>
            <a:noFill/>
          </p:spPr>
          <p:txBody>
            <a:bodyPr wrap="none" rtlCol="0">
              <a:sp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WebSphere</a:t>
              </a:r>
            </a:p>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App Server</a:t>
              </a:r>
            </a:p>
          </p:txBody>
        </p:sp>
        <p:pic>
          <p:nvPicPr>
            <p:cNvPr id="39" name="Picture 38">
              <a:extLst>
                <a:ext uri="{FF2B5EF4-FFF2-40B4-BE49-F238E27FC236}">
                  <a16:creationId xmlns:a16="http://schemas.microsoft.com/office/drawing/2014/main" id="{D478D2C9-25D8-1345-8DE0-EC588963878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55850" y="3320013"/>
              <a:ext cx="464375" cy="420291"/>
            </a:xfrm>
            <a:prstGeom prst="rect">
              <a:avLst/>
            </a:prstGeom>
          </p:spPr>
        </p:pic>
      </p:grpSp>
      <p:sp>
        <p:nvSpPr>
          <p:cNvPr id="42" name="Right Arrow 41">
            <a:extLst>
              <a:ext uri="{FF2B5EF4-FFF2-40B4-BE49-F238E27FC236}">
                <a16:creationId xmlns:a16="http://schemas.microsoft.com/office/drawing/2014/main" id="{778D775B-E578-DE4B-99A7-89F8BE51345A}"/>
              </a:ext>
            </a:extLst>
          </p:cNvPr>
          <p:cNvSpPr/>
          <p:nvPr/>
        </p:nvSpPr>
        <p:spPr>
          <a:xfrm>
            <a:off x="734008" y="5216503"/>
            <a:ext cx="9400095" cy="830027"/>
          </a:xfrm>
          <a:prstGeom prst="rightArrow">
            <a:avLst>
              <a:gd name="adj1" fmla="val 67986"/>
              <a:gd name="adj2" fmla="val 50000"/>
            </a:avLst>
          </a:prstGeom>
          <a:gradFill flip="none" rotWithShape="1">
            <a:gsLst>
              <a:gs pos="0">
                <a:srgbClr val="9BBB59">
                  <a:lumMod val="60000"/>
                  <a:lumOff val="40000"/>
                </a:srgbClr>
              </a:gs>
              <a:gs pos="85000">
                <a:srgbClr val="9BBB59">
                  <a:lumMod val="20000"/>
                  <a:lumOff val="80000"/>
                </a:srgbClr>
              </a:gs>
              <a:gs pos="55000">
                <a:srgbClr val="9BBB59">
                  <a:lumMod val="40000"/>
                  <a:lumOff val="60000"/>
                </a:srgbClr>
              </a:gs>
              <a:gs pos="100000">
                <a:srgbClr val="EAEAEA"/>
              </a:gs>
            </a:gsLst>
            <a:lin ang="10800000" scaled="1"/>
            <a:tileRect/>
          </a:gradFill>
          <a:ln w="9525" cap="flat" cmpd="sng" algn="ctr">
            <a:noFill/>
            <a:prstDash val="solid"/>
          </a:ln>
          <a:effectLst/>
        </p:spPr>
        <p:txBody>
          <a:bodyPr wrap="square" lIns="0" tIns="0" rIns="0" bIns="0"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Infrastructure</a:t>
            </a:r>
          </a:p>
        </p:txBody>
      </p:sp>
      <p:sp>
        <p:nvSpPr>
          <p:cNvPr id="43" name="Right Arrow 42">
            <a:extLst>
              <a:ext uri="{FF2B5EF4-FFF2-40B4-BE49-F238E27FC236}">
                <a16:creationId xmlns:a16="http://schemas.microsoft.com/office/drawing/2014/main" id="{A1100059-7E25-D247-9342-4E5F460FD2C1}"/>
              </a:ext>
            </a:extLst>
          </p:cNvPr>
          <p:cNvSpPr/>
          <p:nvPr/>
        </p:nvSpPr>
        <p:spPr>
          <a:xfrm>
            <a:off x="734008" y="4474007"/>
            <a:ext cx="9348888" cy="830027"/>
          </a:xfrm>
          <a:prstGeom prst="rightArrow">
            <a:avLst>
              <a:gd name="adj1" fmla="val 64988"/>
              <a:gd name="adj2" fmla="val 50000"/>
            </a:avLst>
          </a:prstGeom>
          <a:gradFill flip="none" rotWithShape="1">
            <a:gsLst>
              <a:gs pos="0">
                <a:srgbClr val="9BBB59">
                  <a:lumMod val="60000"/>
                  <a:lumOff val="40000"/>
                </a:srgbClr>
              </a:gs>
              <a:gs pos="85000">
                <a:srgbClr val="9BBB59">
                  <a:lumMod val="20000"/>
                  <a:lumOff val="80000"/>
                </a:srgbClr>
              </a:gs>
              <a:gs pos="55000">
                <a:srgbClr val="9BBB59">
                  <a:lumMod val="40000"/>
                  <a:lumOff val="60000"/>
                </a:srgbClr>
              </a:gs>
              <a:gs pos="100000">
                <a:srgbClr val="EAEAEA"/>
              </a:gs>
            </a:gsLst>
            <a:lin ang="10800000" scaled="1"/>
            <a:tileRect/>
          </a:gradFill>
          <a:ln w="9525" cap="flat" cmpd="sng" algn="ctr">
            <a:noFill/>
            <a:prstDash val="solid"/>
          </a:ln>
          <a:effectLst/>
        </p:spPr>
        <p:txBody>
          <a:bodyPr wrap="square" lIns="0" tIns="0" rIns="0" bIns="0"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Methodology</a:t>
            </a:r>
          </a:p>
        </p:txBody>
      </p:sp>
      <p:sp>
        <p:nvSpPr>
          <p:cNvPr id="44" name="TextBox 43">
            <a:extLst>
              <a:ext uri="{FF2B5EF4-FFF2-40B4-BE49-F238E27FC236}">
                <a16:creationId xmlns:a16="http://schemas.microsoft.com/office/drawing/2014/main" id="{EDC99E59-0F31-BF4F-9887-7B6076148868}"/>
              </a:ext>
            </a:extLst>
          </p:cNvPr>
          <p:cNvSpPr txBox="1"/>
          <p:nvPr/>
        </p:nvSpPr>
        <p:spPr>
          <a:xfrm>
            <a:off x="7660630" y="5443309"/>
            <a:ext cx="712054" cy="338554"/>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C577D"/>
                </a:solidFill>
                <a:effectLst/>
                <a:uLnTx/>
                <a:uFillTx/>
                <a:latin typeface="IBM Plex Sans Light" panose="020B0403050203000203" pitchFamily="34" charset="0"/>
                <a:ea typeface="+mn-ea"/>
                <a:cs typeface="Arial" panose="020B0604020202020204" pitchFamily="34" charset="0"/>
              </a:rPr>
              <a:t>Utility</a:t>
            </a:r>
          </a:p>
        </p:txBody>
      </p:sp>
      <p:sp>
        <p:nvSpPr>
          <p:cNvPr id="45" name="TextBox 44">
            <a:extLst>
              <a:ext uri="{FF2B5EF4-FFF2-40B4-BE49-F238E27FC236}">
                <a16:creationId xmlns:a16="http://schemas.microsoft.com/office/drawing/2014/main" id="{D4AF0529-4BD7-8440-BCC6-5F7E5ED4D1A1}"/>
              </a:ext>
            </a:extLst>
          </p:cNvPr>
          <p:cNvSpPr txBox="1"/>
          <p:nvPr/>
        </p:nvSpPr>
        <p:spPr>
          <a:xfrm>
            <a:off x="7652336" y="4707152"/>
            <a:ext cx="649537" cy="338554"/>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C577D"/>
                </a:solidFill>
                <a:effectLst/>
                <a:uLnTx/>
                <a:uFillTx/>
                <a:latin typeface="IBM Plex Sans Light" panose="020B0403050203000203" pitchFamily="34" charset="0"/>
                <a:ea typeface="+mn-ea"/>
                <a:cs typeface="Arial" panose="020B0604020202020204" pitchFamily="34" charset="0"/>
              </a:rPr>
              <a:t>Agile</a:t>
            </a:r>
          </a:p>
        </p:txBody>
      </p:sp>
      <p:sp>
        <p:nvSpPr>
          <p:cNvPr id="46" name="TextBox 45">
            <a:extLst>
              <a:ext uri="{FF2B5EF4-FFF2-40B4-BE49-F238E27FC236}">
                <a16:creationId xmlns:a16="http://schemas.microsoft.com/office/drawing/2014/main" id="{7878A7A7-C497-A847-AF09-6D67A8F2C680}"/>
              </a:ext>
            </a:extLst>
          </p:cNvPr>
          <p:cNvSpPr txBox="1"/>
          <p:nvPr/>
        </p:nvSpPr>
        <p:spPr>
          <a:xfrm>
            <a:off x="859698" y="4700872"/>
            <a:ext cx="1008609" cy="338554"/>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C577D"/>
                </a:solidFill>
                <a:effectLst/>
                <a:uLnTx/>
                <a:uFillTx/>
                <a:latin typeface="IBM Plex Sans Light" panose="020B0403050203000203" pitchFamily="34" charset="0"/>
                <a:ea typeface="+mn-ea"/>
                <a:cs typeface="Arial" panose="020B0604020202020204" pitchFamily="34" charset="0"/>
              </a:rPr>
              <a:t>Waterfall</a:t>
            </a:r>
          </a:p>
        </p:txBody>
      </p:sp>
      <p:sp>
        <p:nvSpPr>
          <p:cNvPr id="47" name="TextBox 46">
            <a:extLst>
              <a:ext uri="{FF2B5EF4-FFF2-40B4-BE49-F238E27FC236}">
                <a16:creationId xmlns:a16="http://schemas.microsoft.com/office/drawing/2014/main" id="{57A5AAC0-5A52-114C-9CC4-EFE7B616146E}"/>
              </a:ext>
            </a:extLst>
          </p:cNvPr>
          <p:cNvSpPr txBox="1"/>
          <p:nvPr/>
        </p:nvSpPr>
        <p:spPr>
          <a:xfrm>
            <a:off x="748681" y="5472875"/>
            <a:ext cx="1281120" cy="338554"/>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C577D"/>
                </a:solidFill>
                <a:effectLst/>
                <a:uLnTx/>
                <a:uFillTx/>
                <a:latin typeface="IBM Plex Sans Light" panose="020B0403050203000203" pitchFamily="34" charset="0"/>
                <a:ea typeface="+mn-ea"/>
                <a:cs typeface="Arial" panose="020B0604020202020204" pitchFamily="34" charset="0"/>
              </a:rPr>
              <a:t>Constrained</a:t>
            </a:r>
          </a:p>
        </p:txBody>
      </p:sp>
      <p:sp>
        <p:nvSpPr>
          <p:cNvPr id="17" name="Title 16">
            <a:extLst>
              <a:ext uri="{FF2B5EF4-FFF2-40B4-BE49-F238E27FC236}">
                <a16:creationId xmlns:a16="http://schemas.microsoft.com/office/drawing/2014/main" id="{37809E14-6288-6A41-A3F9-51CAFEC454DC}"/>
              </a:ext>
            </a:extLst>
          </p:cNvPr>
          <p:cNvSpPr>
            <a:spLocks noGrp="1"/>
          </p:cNvSpPr>
          <p:nvPr>
            <p:ph type="title"/>
          </p:nvPr>
        </p:nvSpPr>
        <p:spPr>
          <a:xfrm>
            <a:off x="280416" y="268224"/>
            <a:ext cx="8028433" cy="533437"/>
          </a:xfrm>
        </p:spPr>
        <p:txBody>
          <a:bodyPr>
            <a:noAutofit/>
          </a:bodyPr>
          <a:lstStyle/>
          <a:p>
            <a:r>
              <a:rPr lang="en-US" sz="4267" dirty="0"/>
              <a:t>Java - Industry Evolution</a:t>
            </a:r>
          </a:p>
        </p:txBody>
      </p:sp>
      <p:sp>
        <p:nvSpPr>
          <p:cNvPr id="50" name="TextBox 49">
            <a:extLst>
              <a:ext uri="{FF2B5EF4-FFF2-40B4-BE49-F238E27FC236}">
                <a16:creationId xmlns:a16="http://schemas.microsoft.com/office/drawing/2014/main" id="{6D17C188-CFA2-1C46-B955-BA085C85CF17}"/>
              </a:ext>
            </a:extLst>
          </p:cNvPr>
          <p:cNvSpPr txBox="1"/>
          <p:nvPr/>
        </p:nvSpPr>
        <p:spPr>
          <a:xfrm>
            <a:off x="8764370" y="2831732"/>
            <a:ext cx="1199367" cy="543867"/>
          </a:xfrm>
          <a:prstGeom prst="rect">
            <a:avLst/>
          </a:prstGeom>
          <a:noFill/>
        </p:spPr>
        <p:txBody>
          <a:bodyPr wrap="none" rtlCol="0">
            <a:sp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Native</a:t>
            </a:r>
            <a:b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b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Compilation</a:t>
            </a:r>
          </a:p>
        </p:txBody>
      </p:sp>
      <p:sp>
        <p:nvSpPr>
          <p:cNvPr id="51" name="TextBox 50">
            <a:extLst>
              <a:ext uri="{FF2B5EF4-FFF2-40B4-BE49-F238E27FC236}">
                <a16:creationId xmlns:a16="http://schemas.microsoft.com/office/drawing/2014/main" id="{5C064885-9980-BB40-9530-37B8596FD590}"/>
              </a:ext>
            </a:extLst>
          </p:cNvPr>
          <p:cNvSpPr txBox="1"/>
          <p:nvPr/>
        </p:nvSpPr>
        <p:spPr>
          <a:xfrm>
            <a:off x="9501398" y="2441864"/>
            <a:ext cx="619080" cy="318100"/>
          </a:xfrm>
          <a:prstGeom prst="rect">
            <a:avLst/>
          </a:prstGeom>
          <a:noFill/>
        </p:spPr>
        <p:txBody>
          <a:bodyPr wrap="none" rtlCol="0">
            <a:sp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CRIU</a:t>
            </a:r>
          </a:p>
        </p:txBody>
      </p:sp>
      <p:sp>
        <p:nvSpPr>
          <p:cNvPr id="53" name="TextBox 52">
            <a:extLst>
              <a:ext uri="{FF2B5EF4-FFF2-40B4-BE49-F238E27FC236}">
                <a16:creationId xmlns:a16="http://schemas.microsoft.com/office/drawing/2014/main" id="{D53DA8DE-E7F4-254F-BFBB-F46B60BC2DA0}"/>
              </a:ext>
            </a:extLst>
          </p:cNvPr>
          <p:cNvSpPr txBox="1"/>
          <p:nvPr/>
        </p:nvSpPr>
        <p:spPr>
          <a:xfrm>
            <a:off x="642981" y="1929186"/>
            <a:ext cx="1860597" cy="543867"/>
          </a:xfrm>
          <a:prstGeom prst="rect">
            <a:avLst/>
          </a:prstGeom>
          <a:noFill/>
        </p:spPr>
        <p:txBody>
          <a:bodyPr wrap="square" rtlCol="0">
            <a:sp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Traditional </a:t>
            </a:r>
            <a:b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b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App Servers</a:t>
            </a:r>
          </a:p>
        </p:txBody>
      </p:sp>
      <p:pic>
        <p:nvPicPr>
          <p:cNvPr id="16" name="Picture 15">
            <a:extLst>
              <a:ext uri="{FF2B5EF4-FFF2-40B4-BE49-F238E27FC236}">
                <a16:creationId xmlns:a16="http://schemas.microsoft.com/office/drawing/2014/main" id="{F71EE475-74E3-FAF4-B617-2849CB20E0C0}"/>
              </a:ext>
            </a:extLst>
          </p:cNvPr>
          <p:cNvPicPr>
            <a:picLocks noChangeAspect="1"/>
          </p:cNvPicPr>
          <p:nvPr/>
        </p:nvPicPr>
        <p:blipFill>
          <a:blip r:embed="rId8"/>
          <a:stretch>
            <a:fillRect/>
          </a:stretch>
        </p:blipFill>
        <p:spPr>
          <a:xfrm>
            <a:off x="639106" y="3759455"/>
            <a:ext cx="966480" cy="628640"/>
          </a:xfrm>
          <a:prstGeom prst="rect">
            <a:avLst/>
          </a:prstGeom>
        </p:spPr>
      </p:pic>
      <p:pic>
        <p:nvPicPr>
          <p:cNvPr id="19" name="Picture 18">
            <a:extLst>
              <a:ext uri="{FF2B5EF4-FFF2-40B4-BE49-F238E27FC236}">
                <a16:creationId xmlns:a16="http://schemas.microsoft.com/office/drawing/2014/main" id="{9103B888-1F59-FF27-3AB1-42F9802DAF15}"/>
              </a:ext>
            </a:extLst>
          </p:cNvPr>
          <p:cNvPicPr>
            <a:picLocks noChangeAspect="1"/>
          </p:cNvPicPr>
          <p:nvPr/>
        </p:nvPicPr>
        <p:blipFill>
          <a:blip r:embed="rId9"/>
          <a:stretch>
            <a:fillRect/>
          </a:stretch>
        </p:blipFill>
        <p:spPr>
          <a:xfrm>
            <a:off x="1489845" y="3605407"/>
            <a:ext cx="587470" cy="640238"/>
          </a:xfrm>
          <a:prstGeom prst="rect">
            <a:avLst/>
          </a:prstGeom>
        </p:spPr>
      </p:pic>
      <p:sp>
        <p:nvSpPr>
          <p:cNvPr id="10" name="TextBox 9">
            <a:extLst>
              <a:ext uri="{FF2B5EF4-FFF2-40B4-BE49-F238E27FC236}">
                <a16:creationId xmlns:a16="http://schemas.microsoft.com/office/drawing/2014/main" id="{4A15C4E4-EE5F-B34D-9903-43334ABE0DED}"/>
              </a:ext>
            </a:extLst>
          </p:cNvPr>
          <p:cNvSpPr txBox="1"/>
          <p:nvPr/>
        </p:nvSpPr>
        <p:spPr>
          <a:xfrm>
            <a:off x="3184897" y="3259981"/>
            <a:ext cx="1000595" cy="318100"/>
          </a:xfrm>
          <a:prstGeom prst="rect">
            <a:avLst/>
          </a:prstGeom>
          <a:noFill/>
        </p:spPr>
        <p:txBody>
          <a:bodyPr wrap="none" rtlCol="0">
            <a:spAutoFit/>
          </a:bodyPr>
          <a:lstStyle/>
          <a:p>
            <a:pPr marL="0" marR="0" lvl="0" indent="0" algn="l" defTabSz="609570" rtl="0" eaLnBrk="1" fontAlgn="auto" latinLnBrk="0" hangingPunct="1">
              <a:lnSpc>
                <a:spcPct val="100000"/>
              </a:lnSpc>
              <a:spcBef>
                <a:spcPts val="0"/>
              </a:spcBef>
              <a:spcAft>
                <a:spcPts val="0"/>
              </a:spcAft>
              <a:buClrTx/>
              <a:buSzTx/>
              <a:buFontTx/>
              <a:buNone/>
              <a:tabLst/>
              <a:defRPr/>
            </a:pPr>
            <a:r>
              <a:rPr kumimoji="0" lang="en-US" sz="1467" b="0" i="0" u="none" strike="noStrike" kern="1200" cap="none" spc="0" normalizeH="0" baseline="0" noProof="0" dirty="0">
                <a:ln>
                  <a:noFill/>
                </a:ln>
                <a:solidFill>
                  <a:prstClr val="black"/>
                </a:solidFill>
                <a:effectLst/>
                <a:uLnTx/>
                <a:uFillTx/>
                <a:latin typeface="IBM Plex Sans Light" panose="020B0403050203000203" pitchFamily="34" charset="0"/>
                <a:ea typeface="+mn-ea"/>
                <a:cs typeface="Arial" panose="020B0604020202020204" pitchFamily="34" charset="0"/>
              </a:rPr>
              <a:t>Monoliths</a:t>
            </a:r>
          </a:p>
        </p:txBody>
      </p:sp>
    </p:spTree>
    <p:extLst>
      <p:ext uri="{BB962C8B-B14F-4D97-AF65-F5344CB8AC3E}">
        <p14:creationId xmlns:p14="http://schemas.microsoft.com/office/powerpoint/2010/main" val="2607671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2F0AC8-489F-FF2D-868D-DE783A59C7C9}"/>
              </a:ext>
            </a:extLst>
          </p:cNvPr>
          <p:cNvPicPr>
            <a:picLocks noChangeAspect="1"/>
          </p:cNvPicPr>
          <p:nvPr/>
        </p:nvPicPr>
        <p:blipFill>
          <a:blip r:embed="rId2"/>
          <a:stretch>
            <a:fillRect/>
          </a:stretch>
        </p:blipFill>
        <p:spPr>
          <a:xfrm>
            <a:off x="904352" y="120261"/>
            <a:ext cx="10189029" cy="6617477"/>
          </a:xfrm>
          <a:prstGeom prst="rect">
            <a:avLst/>
          </a:prstGeom>
        </p:spPr>
      </p:pic>
    </p:spTree>
    <p:extLst>
      <p:ext uri="{BB962C8B-B14F-4D97-AF65-F5344CB8AC3E}">
        <p14:creationId xmlns:p14="http://schemas.microsoft.com/office/powerpoint/2010/main" val="4252138243"/>
      </p:ext>
    </p:extLst>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IBM Plex Sans" charset="0"/>
            <a:cs typeface="IBM Plex Sans"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Presentation_Template_2022_V01_Plex" id="{4C35AED2-0956-0D40-B36D-C06D62725AA8}" vid="{C4BA05BF-74B1-4B4C-B175-992815DE89C6}"/>
    </a:ext>
  </a:extLst>
</a:theme>
</file>

<file path=ppt/theme/theme2.xml><?xml version="1.0" encoding="utf-8"?>
<a:theme xmlns:a="http://schemas.openxmlformats.org/drawingml/2006/main" name="5_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IBM Plex Sans" charset="0"/>
            <a:cs typeface="IBM Plex Sans"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Presentation_Template_2022_V01_Plex" id="{4C35AED2-0956-0D40-B36D-C06D62725AA8}" vid="{C4BA05BF-74B1-4B4C-B175-992815DE89C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928</Words>
  <Application>Microsoft Macintosh PowerPoint</Application>
  <PresentationFormat>Widescreen</PresentationFormat>
  <Paragraphs>135</Paragraphs>
  <Slides>6</Slides>
  <Notes>3</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vt:i4>
      </vt:variant>
    </vt:vector>
  </HeadingPairs>
  <TitlesOfParts>
    <vt:vector size="20" baseType="lpstr">
      <vt:lpstr>Aptos</vt:lpstr>
      <vt:lpstr>Arial</vt:lpstr>
      <vt:lpstr>Calibri</vt:lpstr>
      <vt:lpstr>Courier New</vt:lpstr>
      <vt:lpstr>IBM Plex Sans</vt:lpstr>
      <vt:lpstr>IBM Plex Sans Light</vt:lpstr>
      <vt:lpstr>IBM Plex Sans Medm</vt:lpstr>
      <vt:lpstr>IBM Plex Sans Regular</vt:lpstr>
      <vt:lpstr>Red Hat Display Medium</vt:lpstr>
      <vt:lpstr>Red Hat Text Medium</vt:lpstr>
      <vt:lpstr>System Font Regular</vt:lpstr>
      <vt:lpstr>Trebuchet MS</vt:lpstr>
      <vt:lpstr>IBM Brand Template 2022</vt:lpstr>
      <vt:lpstr>5_IBM Brand Template 2022</vt:lpstr>
      <vt:lpstr>PowerPoint Presentation</vt:lpstr>
      <vt:lpstr>PowerPoint Presentation</vt:lpstr>
      <vt:lpstr>PowerPoint Presentation</vt:lpstr>
      <vt:lpstr>Options for runtimes across application modernization</vt:lpstr>
      <vt:lpstr>Java - Industry Evolution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Ahmet Kivanc Guler</dc:creator>
  <cp:lastModifiedBy>Ahmet Kivanc Guler</cp:lastModifiedBy>
  <cp:revision>1</cp:revision>
  <dcterms:created xsi:type="dcterms:W3CDTF">2025-02-20T14:37:16Z</dcterms:created>
  <dcterms:modified xsi:type="dcterms:W3CDTF">2025-02-20T14:43:10Z</dcterms:modified>
</cp:coreProperties>
</file>