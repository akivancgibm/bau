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3" r:id="rId1"/>
    <p:sldMasterId id="2147483690" r:id="rId2"/>
  </p:sldMasterIdLst>
  <p:notesMasterIdLst>
    <p:notesMasterId r:id="rId16"/>
  </p:notesMasterIdLst>
  <p:sldIdLst>
    <p:sldId id="2147479303" r:id="rId3"/>
    <p:sldId id="316" r:id="rId4"/>
    <p:sldId id="313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94682"/>
  </p:normalViewPr>
  <p:slideViewPr>
    <p:cSldViewPr snapToGrid="0">
      <p:cViewPr varScale="1">
        <p:scale>
          <a:sx n="123" d="100"/>
          <a:sy n="123" d="100"/>
        </p:scale>
        <p:origin x="2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Aylık Maliyet ($)</c:v>
                </c:pt>
              </c:strCache>
            </c:strRef>
          </c:tx>
          <c:spPr>
            <a:solidFill>
              <a:srgbClr val="39393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858-E248-B932-9A11FC06CF80}"/>
              </c:ext>
            </c:extLst>
          </c:dPt>
          <c:dPt>
            <c:idx val="1"/>
            <c:invertIfNegative val="0"/>
            <c:bubble3D val="0"/>
            <c:spPr>
              <a:solidFill>
                <a:srgbClr val="52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858-E248-B932-9A11FC06CF80}"/>
              </c:ext>
            </c:extLst>
          </c:dPt>
          <c:dPt>
            <c:idx val="2"/>
            <c:invertIfNegative val="0"/>
            <c:bubble3D val="0"/>
            <c:spPr>
              <a:solidFill>
                <a:srgbClr val="0F62F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858-E248-B932-9A11FC06CF80}"/>
              </c:ext>
            </c:extLst>
          </c:dPt>
          <c:dPt>
            <c:idx val="3"/>
            <c:invertIfNegative val="0"/>
            <c:bubble3D val="0"/>
            <c:spPr>
              <a:solidFill>
                <a:srgbClr val="33B1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858-E248-B932-9A11FC06CF80}"/>
              </c:ext>
            </c:extLst>
          </c:dPt>
          <c:dPt>
            <c:idx val="4"/>
            <c:invertIfNegative val="0"/>
            <c:bubble3D val="0"/>
            <c:spPr>
              <a:solidFill>
                <a:srgbClr val="1192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858-E248-B932-9A11FC06CF80}"/>
              </c:ext>
            </c:extLst>
          </c:dPt>
          <c:dPt>
            <c:idx val="5"/>
            <c:invertIfNegative val="0"/>
            <c:bubble3D val="0"/>
            <c:spPr>
              <a:solidFill>
                <a:srgbClr val="8D8D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858-E248-B932-9A11FC06CF80}"/>
              </c:ext>
            </c:extLst>
          </c:dPt>
          <c:dPt>
            <c:idx val="6"/>
            <c:invertIfNegative val="0"/>
            <c:bubble3D val="0"/>
            <c:spPr>
              <a:solidFill>
                <a:srgbClr val="C6C6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858-E248-B932-9A11FC06CF8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1616"/>
                    </a:solidFill>
                    <a:latin typeface="Arial"/>
                  </a:defRPr>
                </a:pPr>
                <a:endParaRPr lang="en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On-Prem İşletme</c:v>
                </c:pt>
                <c:pt idx="1">
                  <c:v>On-Prem Bakım</c:v>
                </c:pt>
                <c:pt idx="2">
                  <c:v>Cloud Compute</c:v>
                </c:pt>
                <c:pt idx="3">
                  <c:v>Cloud Storage</c:v>
                </c:pt>
                <c:pt idx="4">
                  <c:v>Cloud Database</c:v>
                </c:pt>
                <c:pt idx="5">
                  <c:v>Network</c:v>
                </c:pt>
                <c:pt idx="6">
                  <c:v>Monitoring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28000</c:v>
                </c:pt>
                <c:pt idx="1">
                  <c:v>18000</c:v>
                </c:pt>
                <c:pt idx="2">
                  <c:v>34000</c:v>
                </c:pt>
                <c:pt idx="3">
                  <c:v>9500</c:v>
                </c:pt>
                <c:pt idx="4">
                  <c:v>12000</c:v>
                </c:pt>
                <c:pt idx="5">
                  <c:v>8500</c:v>
                </c:pt>
                <c:pt idx="6">
                  <c:v>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858-E248-B932-9A11FC06CF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2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2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Mevcut ($)</c:v>
                </c:pt>
              </c:strCache>
            </c:strRef>
          </c:tx>
          <c:spPr>
            <a:solidFill>
              <a:srgbClr val="525252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Dev/Test</c:v>
                </c:pt>
                <c:pt idx="1">
                  <c:v>Kamp. Analitik</c:v>
                </c:pt>
                <c:pt idx="2">
                  <c:v>Medya Storage</c:v>
                </c:pt>
                <c:pt idx="3">
                  <c:v>AI Model</c:v>
                </c:pt>
                <c:pt idx="4">
                  <c:v>Cloud Compute</c:v>
                </c:pt>
                <c:pt idx="5">
                  <c:v>Cloud DB</c:v>
                </c:pt>
                <c:pt idx="6">
                  <c:v>Network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9000</c:v>
                </c:pt>
                <c:pt idx="1">
                  <c:v>11000</c:v>
                </c:pt>
                <c:pt idx="2">
                  <c:v>7500</c:v>
                </c:pt>
                <c:pt idx="3">
                  <c:v>4000</c:v>
                </c:pt>
                <c:pt idx="4">
                  <c:v>34000</c:v>
                </c:pt>
                <c:pt idx="5">
                  <c:v>12000</c:v>
                </c:pt>
                <c:pt idx="6">
                  <c:v>8500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A-444F-AB68-E8C32FB224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Önerilen ($)</c:v>
                </c:pt>
              </c:strCache>
            </c:strRef>
          </c:tx>
          <c:spPr>
            <a:solidFill>
              <a:srgbClr val="0F62F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Dev/Test</c:v>
                </c:pt>
                <c:pt idx="1">
                  <c:v>Kamp. Analitik</c:v>
                </c:pt>
                <c:pt idx="2">
                  <c:v>Medya Storage</c:v>
                </c:pt>
                <c:pt idx="3">
                  <c:v>AI Model</c:v>
                </c:pt>
                <c:pt idx="4">
                  <c:v>Cloud Compute</c:v>
                </c:pt>
                <c:pt idx="5">
                  <c:v>Cloud DB</c:v>
                </c:pt>
                <c:pt idx="6">
                  <c:v>Network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2700</c:v>
                </c:pt>
                <c:pt idx="1">
                  <c:v>6000</c:v>
                </c:pt>
                <c:pt idx="2">
                  <c:v>4500</c:v>
                </c:pt>
                <c:pt idx="3">
                  <c:v>1500</c:v>
                </c:pt>
                <c:pt idx="4">
                  <c:v>24000</c:v>
                </c:pt>
                <c:pt idx="5">
                  <c:v>8000</c:v>
                </c:pt>
                <c:pt idx="6">
                  <c:v>6500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6A-444F-AB68-E8C32FB224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2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2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Ort. Kullanım (%)</c:v>
                </c:pt>
              </c:strCache>
            </c:strRef>
          </c:tx>
          <c:spPr>
            <a:solidFill>
              <a:srgbClr val="8D8D8D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W1 E-Tic.</c:v>
                </c:pt>
                <c:pt idx="1">
                  <c:v>W2 Katalog</c:v>
                </c:pt>
                <c:pt idx="2">
                  <c:v>W3 ERP</c:v>
                </c:pt>
                <c:pt idx="3">
                  <c:v>W4 Müş.DB</c:v>
                </c:pt>
                <c:pt idx="4">
                  <c:v>W5 Analitik</c:v>
                </c:pt>
                <c:pt idx="5">
                  <c:v>W6 Dev/Test</c:v>
                </c:pt>
                <c:pt idx="6">
                  <c:v>W7 Medya</c:v>
                </c:pt>
                <c:pt idx="7">
                  <c:v>W8 POS</c:v>
                </c:pt>
                <c:pt idx="8">
                  <c:v>W9 Rapor</c:v>
                </c:pt>
                <c:pt idx="9">
                  <c:v>W10 AI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35</c:v>
                </c:pt>
                <c:pt idx="2">
                  <c:v>68</c:v>
                </c:pt>
                <c:pt idx="3">
                  <c:v>74</c:v>
                </c:pt>
                <c:pt idx="4">
                  <c:v>22</c:v>
                </c:pt>
                <c:pt idx="5">
                  <c:v>12</c:v>
                </c:pt>
                <c:pt idx="6">
                  <c:v>18</c:v>
                </c:pt>
                <c:pt idx="7">
                  <c:v>51</c:v>
                </c:pt>
                <c:pt idx="8">
                  <c:v>31</c:v>
                </c:pt>
                <c:pt idx="9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34-0D45-9503-9E55E2D49B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Pik Kullanım (%)</c:v>
                </c:pt>
              </c:strCache>
            </c:strRef>
          </c:tx>
          <c:spPr>
            <a:solidFill>
              <a:srgbClr val="0F62FE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W1 E-Tic.</c:v>
                </c:pt>
                <c:pt idx="1">
                  <c:v>W2 Katalog</c:v>
                </c:pt>
                <c:pt idx="2">
                  <c:v>W3 ERP</c:v>
                </c:pt>
                <c:pt idx="3">
                  <c:v>W4 Müş.DB</c:v>
                </c:pt>
                <c:pt idx="4">
                  <c:v>W5 Analitik</c:v>
                </c:pt>
                <c:pt idx="5">
                  <c:v>W6 Dev/Test</c:v>
                </c:pt>
                <c:pt idx="6">
                  <c:v>W7 Medya</c:v>
                </c:pt>
                <c:pt idx="7">
                  <c:v>W8 POS</c:v>
                </c:pt>
                <c:pt idx="8">
                  <c:v>W9 Rapor</c:v>
                </c:pt>
                <c:pt idx="9">
                  <c:v>W10 AI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92</c:v>
                </c:pt>
                <c:pt idx="1">
                  <c:v>70</c:v>
                </c:pt>
                <c:pt idx="2">
                  <c:v>82</c:v>
                </c:pt>
                <c:pt idx="3">
                  <c:v>88</c:v>
                </c:pt>
                <c:pt idx="4">
                  <c:v>79</c:v>
                </c:pt>
                <c:pt idx="5">
                  <c:v>28</c:v>
                </c:pt>
                <c:pt idx="6">
                  <c:v>40</c:v>
                </c:pt>
                <c:pt idx="7">
                  <c:v>76</c:v>
                </c:pt>
                <c:pt idx="8">
                  <c:v>63</c:v>
                </c:pt>
                <c:pt idx="9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34-0D45-9503-9E55E2D49B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2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2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Mevcut Senaryo ($)</c:v>
                </c:pt>
              </c:strCache>
            </c:strRef>
          </c:tx>
          <c:spPr>
            <a:ln w="38100" cap="flat">
              <a:solidFill>
                <a:srgbClr val="8D8D8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D8D8D"/>
              </a:solidFill>
              <a:ln w="9525" cap="flat">
                <a:solidFill>
                  <a:srgbClr val="8D8D8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1616"/>
                    </a:solidFill>
                    <a:latin typeface="Arial"/>
                  </a:defRPr>
                </a:pPr>
                <a:endParaRPr lang="en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Yıl 0</c:v>
                </c:pt>
                <c:pt idx="1">
                  <c:v>Yıl 1</c:v>
                </c:pt>
                <c:pt idx="2">
                  <c:v>Yıl 2</c:v>
                </c:pt>
                <c:pt idx="3">
                  <c:v>Yıl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1392000</c:v>
                </c:pt>
                <c:pt idx="1">
                  <c:v>1920000</c:v>
                </c:pt>
                <c:pt idx="2">
                  <c:v>2210000</c:v>
                </c:pt>
                <c:pt idx="3">
                  <c:v>2542000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2B-DD4F-8378-F4C56E800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Önerilen Plan ($)</c:v>
                </c:pt>
              </c:strCache>
            </c:strRef>
          </c:tx>
          <c:spPr>
            <a:ln w="38100" cap="flat">
              <a:solidFill>
                <a:srgbClr val="0F62F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62FE"/>
              </a:solidFill>
              <a:ln w="9525" cap="flat">
                <a:solidFill>
                  <a:srgbClr val="0F62F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1616"/>
                    </a:solidFill>
                    <a:latin typeface="Arial"/>
                  </a:defRPr>
                </a:pPr>
                <a:endParaRPr lang="en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Yıl 0</c:v>
                </c:pt>
                <c:pt idx="1">
                  <c:v>Yıl 1</c:v>
                </c:pt>
                <c:pt idx="2">
                  <c:v>Yıl 2</c:v>
                </c:pt>
                <c:pt idx="3">
                  <c:v>Yıl 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1392000</c:v>
                </c:pt>
                <c:pt idx="1">
                  <c:v>1517000</c:v>
                </c:pt>
                <c:pt idx="2">
                  <c:v>1330000</c:v>
                </c:pt>
                <c:pt idx="3">
                  <c:v>1125000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2B-DD4F-8378-F4C56E800E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2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2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10B22-0545-4347-94CC-A232411A2DD4}" type="datetimeFigureOut">
              <a:rPr lang="en-TR" smtClean="0"/>
              <a:t>13.05.2026</a:t>
            </a:fld>
            <a:endParaRPr lang="en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552E4-F355-884F-93C1-43743DB471CF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58099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thought-leadership/institute-business-value/en-us/report/ai-ethics-business-case" TargetMode="External"/><Relationship Id="rId3" Type="http://schemas.openxmlformats.org/officeDocument/2006/relationships/hyperlink" Target="https://www.ibm.com/thought-leadership/institute-business-value/en-us/technology/ai-cognitive" TargetMode="External"/><Relationship Id="rId7" Type="http://schemas.openxmlformats.org/officeDocument/2006/relationships/hyperlink" Target="https://www.ibm.com/thought-leadership/institute-business-value/en-us/report/agentic-process-automation" TargetMode="External"/><Relationship Id="rId12" Type="http://schemas.openxmlformats.org/officeDocument/2006/relationships/hyperlink" Target="https://www.ibm.com/thought-leadership/institute-business-value/en-us/report/intelligent-it-automation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ibm.com/thought-leadership/institute-business-value/en-us/report/2025-coo" TargetMode="External"/><Relationship Id="rId11" Type="http://schemas.openxmlformats.org/officeDocument/2006/relationships/hyperlink" Target="https://www.ibm.com/thought-leadership/institute-business-value/en-us/report/semiconductors-ai-race" TargetMode="External"/><Relationship Id="rId5" Type="http://schemas.openxmlformats.org/officeDocument/2006/relationships/hyperlink" Target="https://www.ibm.com/thought-leadership/institute-business-value/en-us/c-suite-study/ceo" TargetMode="External"/><Relationship Id="rId10" Type="http://schemas.openxmlformats.org/officeDocument/2006/relationships/hyperlink" Target="https://www.ibm.com/thought-leadership/institute-business-value/en-us/report/agentic-ai-profits" TargetMode="External"/><Relationship Id="rId4" Type="http://schemas.openxmlformats.org/officeDocument/2006/relationships/hyperlink" Target="https://www.ibm.com/thought-leadership/institute-business-value/en-us/report/chief-ai-officer" TargetMode="External"/><Relationship Id="rId9" Type="http://schemas.openxmlformats.org/officeDocument/2006/relationships/hyperlink" Target="https://www.ibm.com/thought-leadership/institute-business-value/en-us/report/agentic-ai-operating-model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206710" y="4087089"/>
            <a:ext cx="6419088" cy="4325112"/>
          </a:xfrm>
          <a:prstGeom prst="rect">
            <a:avLst/>
          </a:prstGeom>
        </p:spPr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6300484" y="8801153"/>
            <a:ext cx="200425" cy="100800"/>
          </a:xfrm>
        </p:spPr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5162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30935-3155-F172-682D-CCB393794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22783-CEB0-1722-76DF-6E49FACC7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49687-DC02-C507-C13A-6E6E94DD9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Resources:</a:t>
            </a:r>
            <a:endParaRPr lang="en-US" dirty="0"/>
          </a:p>
          <a:p>
            <a:r>
              <a:rPr lang="en-US" dirty="0"/>
              <a:t>IBV | AI research: </a:t>
            </a:r>
            <a:r>
              <a:rPr lang="en-US" dirty="0">
                <a:hlinkClick r:id="rId3"/>
              </a:rPr>
              <a:t>https://www.ibm.com/thought-leadership/institute-business-value/en-us/technology/ai-cognitive</a:t>
            </a:r>
            <a:endParaRPr lang="en-US" dirty="0"/>
          </a:p>
          <a:p>
            <a:r>
              <a:rPr lang="en-US" dirty="0">
                <a:solidFill>
                  <a:srgbClr val="4A4A4A"/>
                </a:solidFill>
              </a:rPr>
              <a:t>IBV | Chief AI Officer Study: </a:t>
            </a:r>
            <a:r>
              <a:rPr lang="en-US" dirty="0">
                <a:hlinkClick r:id="rId4"/>
              </a:rPr>
              <a:t>https://www.ibm.com/thought-leadership/institute-business-value/en-us/report/chief-ai-officer</a:t>
            </a:r>
            <a:endParaRPr lang="en-US" dirty="0"/>
          </a:p>
          <a:p>
            <a:r>
              <a:rPr lang="en-US" dirty="0">
                <a:solidFill>
                  <a:srgbClr val="4A4A4A"/>
                </a:solidFill>
              </a:rPr>
              <a:t>IBV | 2025 CEO Study: </a:t>
            </a:r>
            <a:r>
              <a:rPr lang="en-US" dirty="0">
                <a:hlinkClick r:id="rId5"/>
              </a:rPr>
              <a:t>https://www.ibm.com/thought-leadership/institute-business-value/en-us/c-suite-study/ceo</a:t>
            </a:r>
            <a:endParaRPr lang="en-US" dirty="0"/>
          </a:p>
          <a:p>
            <a:r>
              <a:rPr lang="en-US" dirty="0"/>
              <a:t>IBV | 2025 COO Study: </a:t>
            </a:r>
            <a:r>
              <a:rPr lang="en-US" dirty="0">
                <a:hlinkClick r:id="rId6"/>
              </a:rPr>
              <a:t>https://www.ibm.com/thought-leadership/institute-business-value/en-us/report/2025-coo</a:t>
            </a:r>
            <a:endParaRPr lang="en-US" dirty="0"/>
          </a:p>
          <a:p>
            <a:r>
              <a:rPr lang="en-US" dirty="0">
                <a:latin typeface="IBM Plex Sans Light"/>
              </a:rPr>
              <a:t>IBV | Orchestrating agentic AI for intelligent business operations: </a:t>
            </a:r>
            <a:r>
              <a:rPr lang="en-US" dirty="0">
                <a:latin typeface="IBM Plex Sans Light"/>
                <a:hlinkClick r:id="rId7"/>
              </a:rPr>
              <a:t>https://www.ibm.com/thought-leadership/institute-business-value/en-us/report/agentic-process-automation</a:t>
            </a:r>
            <a:endParaRPr lang="en-US" dirty="0">
              <a:latin typeface="IBM Plex Sans Light"/>
            </a:endParaRPr>
          </a:p>
          <a:p>
            <a:r>
              <a:rPr lang="en-US" dirty="0">
                <a:latin typeface="IBM Plex Sans Light"/>
              </a:rPr>
              <a:t>IBV | The AI ethics trust engine: </a:t>
            </a:r>
            <a:r>
              <a:rPr lang="en-US" dirty="0">
                <a:latin typeface="IBM Plex Sans Light"/>
                <a:hlinkClick r:id="rId8"/>
              </a:rPr>
              <a:t>https://www.ibm.com/thought-leadership/institute-business-value/en-us/report/ai-ethics-business-case</a:t>
            </a:r>
            <a:endParaRPr lang="en-US" dirty="0">
              <a:latin typeface="IBM Plex Sans Light"/>
            </a:endParaRPr>
          </a:p>
          <a:p>
            <a:r>
              <a:rPr lang="en-US" dirty="0">
                <a:latin typeface="IBM Plex Sans Light"/>
              </a:rPr>
              <a:t>IBV | Agentic AI's strategic ascent: </a:t>
            </a:r>
            <a:r>
              <a:rPr lang="en-US" dirty="0">
                <a:latin typeface="IBM Plex Sans Light"/>
                <a:hlinkClick r:id="rId9"/>
              </a:rPr>
              <a:t>https://www.ibm.com/thought-leadership/institute-business-value/en-us/report/agentic-ai-operating-model</a:t>
            </a:r>
            <a:endParaRPr lang="en-US" dirty="0">
              <a:latin typeface="IBM Plex Sans Light"/>
            </a:endParaRPr>
          </a:p>
          <a:p>
            <a:r>
              <a:rPr lang="en-US" dirty="0">
                <a:latin typeface="IBM Plex Sans Light"/>
              </a:rPr>
              <a:t>IBV | From AI projects to profits: </a:t>
            </a:r>
            <a:r>
              <a:rPr lang="en-US" dirty="0">
                <a:latin typeface="IBM Plex Sans Light"/>
                <a:hlinkClick r:id="rId10"/>
              </a:rPr>
              <a:t>https://www.ibm.com/thought-leadership/institute-business-value/en-us/report/agentic-ai-profits</a:t>
            </a:r>
            <a:endParaRPr lang="en-US" dirty="0">
              <a:latin typeface="IBM Plex Sans Light"/>
            </a:endParaRPr>
          </a:p>
          <a:p>
            <a:r>
              <a:rPr lang="en-US" dirty="0">
                <a:solidFill>
                  <a:srgbClr val="4A4A4A"/>
                </a:solidFill>
                <a:latin typeface="IBM Plex Sans Light"/>
              </a:rPr>
              <a:t>IBV | Winning the silicon race:</a:t>
            </a:r>
            <a:r>
              <a:rPr lang="en-US" b="1" dirty="0">
                <a:solidFill>
                  <a:srgbClr val="4A4A4A"/>
                </a:solidFill>
                <a:latin typeface="IBM Plex Sans Light"/>
              </a:rPr>
              <a:t> </a:t>
            </a:r>
            <a:r>
              <a:rPr lang="en-US" dirty="0">
                <a:latin typeface="IBM Plex Sans Light"/>
                <a:hlinkClick r:id="rId11"/>
              </a:rPr>
              <a:t>https://www.ibm.com/thought-leadership/institute-business-value/en-us/report/semiconductors-ai-race</a:t>
            </a:r>
            <a:endParaRPr lang="en-US" dirty="0">
              <a:latin typeface="IBM Plex Sans Light"/>
            </a:endParaRPr>
          </a:p>
          <a:p>
            <a:r>
              <a:rPr lang="en-US" dirty="0">
                <a:latin typeface="IBM Plex Sans Light"/>
              </a:rPr>
              <a:t>IBV | Intelligent IT automation: </a:t>
            </a:r>
            <a:r>
              <a:rPr lang="en-US" dirty="0">
                <a:latin typeface="IBM Plex Sans Light"/>
                <a:hlinkClick r:id="rId12"/>
              </a:rPr>
              <a:t>https://www.ibm.com/thought-leadership/institute-business-value/en-us/report/intelligent-it-automation</a:t>
            </a:r>
            <a:r>
              <a:rPr lang="en-US" dirty="0">
                <a:latin typeface="IBM Plex Sans Light"/>
              </a:rPr>
              <a:t> </a:t>
            </a:r>
          </a:p>
          <a:p>
            <a:endParaRPr lang="en-US" dirty="0">
              <a:latin typeface="IBM Plex Sans Light"/>
            </a:endParaRPr>
          </a:p>
          <a:p>
            <a:r>
              <a:rPr lang="en-US" b="1" dirty="0"/>
              <a:t>Speaker Notes</a:t>
            </a:r>
          </a:p>
          <a:p>
            <a:r>
              <a:rPr lang="en-US" dirty="0"/>
              <a:t>AI has evolved through distinct eras—starting with rule-based systems, then machine learning, deep learning, and now generative AI.</a:t>
            </a:r>
          </a:p>
          <a:p>
            <a:r>
              <a:rPr lang="en-US" dirty="0"/>
              <a:t>Generative AI introduced foundational models that can create and reason, but the next leap is </a:t>
            </a:r>
            <a:r>
              <a:rPr lang="en-US" b="1" dirty="0"/>
              <a:t>Agentic AI</a:t>
            </a:r>
            <a:r>
              <a:rPr lang="en-US" dirty="0"/>
              <a:t>—systems that act independently, combining planning and decision-making to operate autonomously.</a:t>
            </a:r>
          </a:p>
          <a:p>
            <a:r>
              <a:rPr lang="en-US" dirty="0"/>
              <a:t>This shift moves AI from being reactive to proactive, enabling it to take actions toward specific objectives without constant human input.</a:t>
            </a:r>
          </a:p>
          <a:p>
            <a:r>
              <a:rPr lang="en-US" dirty="0"/>
              <a:t>Agentic AI will redefine productivity and business models, creating intelligent agents that collaborate, adapt, and deliver outcomes at scale.</a:t>
            </a:r>
          </a:p>
          <a:p>
            <a:endParaRPr lang="en-US" dirty="0">
              <a:latin typeface="IBM Plex Sans Ligh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96F81-4161-DE45-E702-C520BF253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10975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pPr marL="0" marR="0" lvl="0" indent="0" algn="l" defTabSz="10975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B2F27-D6AB-1754-F5EF-84DD13CE46A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0975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516660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4" Type="http://schemas.openxmlformats.org/officeDocument/2006/relationships/image" Target="../media/image6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353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bg>
      <p:bgPr>
        <a:solidFill>
          <a:schemeClr val="lt1"/>
        </a:solidFill>
        <a:effectLst/>
      </p:bgPr>
    </p:bg>
    <p:spTree>
      <p:nvGrpSpPr>
        <p:cNvPr id="1" name="Shape 3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5" name="Google Shape;3285;g39bc9c5559f_0_2670"/>
          <p:cNvSpPr txBox="1">
            <a:spLocks noGrp="1"/>
          </p:cNvSpPr>
          <p:nvPr>
            <p:ph type="title"/>
          </p:nvPr>
        </p:nvSpPr>
        <p:spPr>
          <a:xfrm>
            <a:off x="287963" y="288036"/>
            <a:ext cx="24747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"/>
              <a:buNone/>
              <a:defRPr sz="1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6" name="Google Shape;3286;g39bc9c5559f_0_2670"/>
          <p:cNvSpPr txBox="1">
            <a:spLocks noGrp="1"/>
          </p:cNvSpPr>
          <p:nvPr>
            <p:ph type="ftr" idx="11"/>
          </p:nvPr>
        </p:nvSpPr>
        <p:spPr>
          <a:xfrm>
            <a:off x="287963" y="6408000"/>
            <a:ext cx="2477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7" name="Google Shape;3287;g39bc9c5559f_0_2670"/>
          <p:cNvSpPr txBox="1">
            <a:spLocks noGrp="1"/>
          </p:cNvSpPr>
          <p:nvPr>
            <p:ph type="sldNum" idx="12"/>
          </p:nvPr>
        </p:nvSpPr>
        <p:spPr>
          <a:xfrm>
            <a:off x="11769264" y="6475769"/>
            <a:ext cx="135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304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Cloud Integration Business – IBM Hybrid Cloud  /  Feb. 7, 2019  /  © 2019 IBM Corporation – For Internal Use Only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896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[D] IBM sign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55E0534-2155-F205-85A3-8C19D6823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2376838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E0534-2155-F205-85A3-8C19D6823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30929" y="3083846"/>
            <a:ext cx="1730142" cy="69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11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00C1C-159B-D6AD-1253-2E8EA69F1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11674A-FB7E-726A-9FE7-0EBDC5947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EC65B-B9D2-468A-E4B6-D55B23951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988D7-8859-3749-BC63-4FEAE638405D}" type="datetimeFigureOut">
              <a:rPr lang="en-EG" smtClean="0"/>
              <a:t>5/13/26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FE7F9-44EB-B9A8-BD11-70D3BA3B0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9E652-0AC1-90F6-345A-1238E245E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C757-F8C4-D248-ACF9-B6CED84A1CC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7115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3711980" cy="953294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1524000"/>
            <a:ext cx="5049180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1524000"/>
            <a:ext cx="5047593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503050203000203" pitchFamily="34" charset="0"/>
                <a:ea typeface="IBM Plex Sans Light"/>
                <a:cs typeface="IBM Plex Sans Light"/>
                <a:sym typeface="IBM Plex Sans Ligh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1740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[7-2] hd, variable; 2 txt">
    <p:bg>
      <p:bgPr>
        <a:solidFill>
          <a:schemeClr val="bg1">
            <a:alpha val="80303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7901A45-E525-BE85-0331-57F3BBC99E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2122873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901A45-E525-BE85-0331-57F3BBC99E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">
            <a:extLst>
              <a:ext uri="{FF2B5EF4-FFF2-40B4-BE49-F238E27FC236}">
                <a16:creationId xmlns:a16="http://schemas.microsoft.com/office/drawing/2014/main" id="{C008C15D-C6EE-D94C-AED9-A77F48974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651000"/>
            <a:ext cx="4953000" cy="1072896"/>
          </a:xfrm>
        </p:spPr>
        <p:txBody>
          <a:bodyPr vert="horz"/>
          <a:lstStyle>
            <a:lvl1pPr rtl="0">
              <a:defRPr sz="4500" b="0" i="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66B3B21-DCDD-6C45-C936-3B77F3E462E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6000" y="-2"/>
            <a:ext cx="3044956" cy="6858000"/>
          </a:xfrm>
          <a:solidFill>
            <a:schemeClr val="bg2"/>
          </a:solidFill>
        </p:spPr>
        <p:txBody>
          <a:bodyPr lIns="228600" tIns="2057400" rIns="228600"/>
          <a:lstStyle>
            <a:lvl1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183E754-C11A-6BDF-8DEA-FD356F968A2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42479" y="0"/>
            <a:ext cx="3048000" cy="6858000"/>
          </a:xfrm>
          <a:solidFill>
            <a:schemeClr val="bg2"/>
          </a:solidFill>
        </p:spPr>
        <p:txBody>
          <a:bodyPr lIns="228600" tIns="2057400" rIns="228600"/>
          <a:lstStyle>
            <a:lvl1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E49931-501E-4427-D682-BD430CDFF1B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8274" y="6553200"/>
            <a:ext cx="471765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86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[7-4] 3 blo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B023C05F-7760-1B1E-5593-096CC073B3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0559159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23C05F-7760-1B1E-5593-096CC073B3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4B66DA08-E4C1-28EA-F038-9955AABC7BB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-2"/>
            <a:ext cx="6096000" cy="6858000"/>
          </a:xfrm>
        </p:spPr>
        <p:txBody>
          <a:bodyPr lIns="228600" tIns="457200" rIns="91440" bIns="91440" anchor="ctr"/>
          <a:lstStyle>
            <a:lvl1pPr algn="ctr" rtl="0">
              <a:defRPr sz="1000">
                <a:solidFill>
                  <a:schemeClr val="accent6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icon to add picture</a:t>
            </a:r>
          </a:p>
          <a:p>
            <a:br>
              <a:rPr lang="en-US"/>
            </a:br>
            <a:r>
              <a:rPr lang="en-US"/>
              <a:t>For optimal results use IBV optimized images tailored to this space https://ibm.box.com/s/o90abqtdne6u89uouh42h0et7pg0hc4q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650999"/>
            <a:ext cx="5486400" cy="1778001"/>
          </a:xfrm>
        </p:spPr>
        <p:txBody>
          <a:bodyPr vert="horz">
            <a:noAutofit/>
          </a:bodyPr>
          <a:lstStyle>
            <a:lvl1pPr rtl="0">
              <a:defRPr sz="3333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7"/>
          </p:nvPr>
        </p:nvSpPr>
        <p:spPr>
          <a:xfrm>
            <a:off x="0" y="3429000"/>
            <a:ext cx="3048000" cy="3429000"/>
          </a:xfrm>
          <a:prstGeom prst="rect">
            <a:avLst/>
          </a:prstGeom>
          <a:noFill/>
          <a:ln>
            <a:noFill/>
          </a:ln>
        </p:spPr>
        <p:txBody>
          <a:bodyPr lIns="457200" tIns="457200" rIns="228600" bIns="228600"/>
          <a:lstStyle>
            <a:lvl1pPr rtl="0">
              <a:lnSpc>
                <a:spcPct val="110000"/>
              </a:lnSpc>
              <a:spcBef>
                <a:spcPts val="1500"/>
              </a:spcBef>
              <a:defRPr sz="1333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6118860"/>
            <a:ext cx="5486400" cy="381000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tabLst/>
              <a:defRPr sz="667" b="0" i="0">
                <a:solidFill>
                  <a:schemeClr val="tx1">
                    <a:alpha val="60000"/>
                  </a:schemeClr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>
              <a:defRPr sz="751"/>
            </a:lvl2pPr>
            <a:lvl3pPr>
              <a:defRPr sz="751"/>
            </a:lvl3pPr>
            <a:lvl4pPr>
              <a:defRPr sz="751"/>
            </a:lvl4pPr>
            <a:lvl5pPr>
              <a:defRPr sz="751"/>
            </a:lvl5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85A5FBD-0BD7-F996-69FA-7ECF8144CC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1001" y="381000"/>
            <a:ext cx="2476497" cy="228599"/>
          </a:xfrm>
        </p:spPr>
        <p:txBody>
          <a:bodyPr lIns="0" tIns="0" rIns="0" bIns="0"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1167"/>
              </a:spcAft>
              <a:buNone/>
              <a:defRPr sz="1167" b="0" i="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>
              <a:defRPr sz="667" b="0" i="0">
                <a:latin typeface="IBM Plex Sans Medm" panose="020B0503050203000203" pitchFamily="34" charset="0"/>
              </a:defRPr>
            </a:lvl2pPr>
            <a:lvl3pPr>
              <a:defRPr sz="667" b="0" i="0">
                <a:latin typeface="IBM Plex Sans Medm" panose="020B0503050203000203" pitchFamily="34" charset="0"/>
              </a:defRPr>
            </a:lvl3pPr>
            <a:lvl4pPr>
              <a:defRPr sz="667" b="0" i="0">
                <a:latin typeface="IBM Plex Sans Medm" panose="020B0503050203000203" pitchFamily="34" charset="0"/>
              </a:defRPr>
            </a:lvl4pPr>
            <a:lvl5pPr>
              <a:defRPr sz="667" b="0" i="0">
                <a:latin typeface="IBM Plex Sans Medm" panose="020B0503050203000203" pitchFamily="34" charset="0"/>
              </a:defRPr>
            </a:lvl5pPr>
          </a:lstStyle>
          <a:p>
            <a:pPr lvl="0"/>
            <a:r>
              <a:rPr lang="en-US"/>
              <a:t>Click to edit optional section header </a:t>
            </a:r>
          </a:p>
        </p:txBody>
      </p:sp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8EA8F7A3-7507-ADB2-14B8-886A4E1CDDF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048000" y="3428998"/>
            <a:ext cx="3048000" cy="3429000"/>
          </a:xfrm>
          <a:prstGeom prst="rect">
            <a:avLst/>
          </a:prstGeom>
          <a:noFill/>
          <a:ln>
            <a:noFill/>
          </a:ln>
        </p:spPr>
        <p:txBody>
          <a:bodyPr lIns="457200" tIns="457200" rIns="228600" bIns="228600"/>
          <a:lstStyle>
            <a:lvl1pPr rtl="0">
              <a:lnSpc>
                <a:spcPct val="110000"/>
              </a:lnSpc>
              <a:spcBef>
                <a:spcPts val="1500"/>
              </a:spcBef>
              <a:defRPr sz="1333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F2923D2A-64F7-D40B-5E02-15B78A5E14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096000" y="3429000"/>
            <a:ext cx="3048000" cy="3429000"/>
          </a:xfrm>
          <a:prstGeom prst="rect">
            <a:avLst/>
          </a:prstGeom>
          <a:noFill/>
          <a:ln>
            <a:noFill/>
          </a:ln>
        </p:spPr>
        <p:txBody>
          <a:bodyPr lIns="457200" tIns="457200" rIns="228600" bIns="228600"/>
          <a:lstStyle>
            <a:lvl1pPr rtl="0">
              <a:lnSpc>
                <a:spcPct val="110000"/>
              </a:lnSpc>
              <a:spcBef>
                <a:spcPts val="1500"/>
              </a:spcBef>
              <a:defRPr sz="1333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13">
            <a:extLst>
              <a:ext uri="{FF2B5EF4-FFF2-40B4-BE49-F238E27FC236}">
                <a16:creationId xmlns:a16="http://schemas.microsoft.com/office/drawing/2014/main" id="{749B7DEA-2243-3936-BDBB-1194347F94C7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144000" y="3429000"/>
            <a:ext cx="3048000" cy="3429000"/>
          </a:xfrm>
          <a:prstGeom prst="rect">
            <a:avLst/>
          </a:prstGeom>
          <a:noFill/>
          <a:ln>
            <a:noFill/>
          </a:ln>
        </p:spPr>
        <p:txBody>
          <a:bodyPr lIns="457200" tIns="457200" rIns="228600" bIns="228600"/>
          <a:lstStyle>
            <a:lvl1pPr rtl="0">
              <a:lnSpc>
                <a:spcPct val="110000"/>
              </a:lnSpc>
              <a:spcBef>
                <a:spcPts val="1500"/>
              </a:spcBef>
              <a:defRPr sz="1333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7933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[7-2] hd, variable; 2 t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FD32443-3C30-CDB3-28E1-0DA88FF529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1124520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D32443-3C30-CDB3-28E1-0DA88FF529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">
            <a:extLst>
              <a:ext uri="{FF2B5EF4-FFF2-40B4-BE49-F238E27FC236}">
                <a16:creationId xmlns:a16="http://schemas.microsoft.com/office/drawing/2014/main" id="{C008C15D-C6EE-D94C-AED9-A77F48974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53541"/>
            <a:ext cx="5522976" cy="1072896"/>
          </a:xfrm>
        </p:spPr>
        <p:txBody>
          <a:bodyPr vert="horz"/>
          <a:lstStyle>
            <a:lvl1pPr rtl="0">
              <a:defRPr sz="3333" b="0" i="0">
                <a:solidFill>
                  <a:schemeClr val="accent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C1A1368-427E-E729-C688-CEA619FABA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1001" y="381000"/>
            <a:ext cx="2476497" cy="228599"/>
          </a:xfrm>
        </p:spPr>
        <p:txBody>
          <a:bodyPr lIns="0" tIns="0" rIns="0" bIns="0"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1167"/>
              </a:spcAft>
              <a:buNone/>
              <a:defRPr sz="1333" b="0" i="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>
              <a:defRPr sz="667" b="0" i="0">
                <a:latin typeface="IBM Plex Sans Medm" panose="020B0503050203000203" pitchFamily="34" charset="0"/>
              </a:defRPr>
            </a:lvl2pPr>
            <a:lvl3pPr>
              <a:defRPr sz="667" b="0" i="0">
                <a:latin typeface="IBM Plex Sans Medm" panose="020B0503050203000203" pitchFamily="34" charset="0"/>
              </a:defRPr>
            </a:lvl3pPr>
            <a:lvl4pPr>
              <a:defRPr sz="667" b="0" i="0">
                <a:latin typeface="IBM Plex Sans Medm" panose="020B0503050203000203" pitchFamily="34" charset="0"/>
              </a:defRPr>
            </a:lvl4pPr>
            <a:lvl5pPr>
              <a:defRPr sz="667" b="0" i="0">
                <a:latin typeface="IBM Plex Sans Medm" panose="020B0503050203000203" pitchFamily="34" charset="0"/>
              </a:defRPr>
            </a:lvl5pPr>
          </a:lstStyle>
          <a:p>
            <a:pPr lvl="0"/>
            <a:r>
              <a:rPr lang="en-US"/>
              <a:t>Click to edit optional section header 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66B3B21-DCDD-6C45-C936-3B77F3E462E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" y="3429000"/>
            <a:ext cx="3044956" cy="3429000"/>
          </a:xfrm>
          <a:noFill/>
        </p:spPr>
        <p:txBody>
          <a:bodyPr lIns="457200" tIns="0" rIns="228600"/>
          <a:lstStyle>
            <a:lvl1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183E754-C11A-6BDF-8DEA-FD356F968A2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780" y="3429000"/>
            <a:ext cx="3048000" cy="3429000"/>
          </a:xfrm>
          <a:noFill/>
        </p:spPr>
        <p:txBody>
          <a:bodyPr lIns="228600" tIns="0" rIns="228600"/>
          <a:lstStyle>
            <a:lvl1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43F7B1-ED3B-DE32-A401-3A9D843F2A6A}"/>
              </a:ext>
            </a:extLst>
          </p:cNvPr>
          <p:cNvSpPr/>
          <p:nvPr userDrawn="1"/>
        </p:nvSpPr>
        <p:spPr bwMode="auto">
          <a:xfrm>
            <a:off x="6112604" y="0"/>
            <a:ext cx="6096000" cy="6858000"/>
          </a:xfrm>
          <a:prstGeom prst="rect">
            <a:avLst/>
          </a:prstGeom>
          <a:solidFill>
            <a:schemeClr val="bg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76190" tIns="76190" rIns="76190" bIns="7619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76182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stem Font Regular"/>
              <a:buNone/>
              <a:tabLst/>
              <a:defRPr/>
            </a:pPr>
            <a:endParaRPr kumimoji="0" lang="en-US" sz="116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 panose="020B0403050203000203" pitchFamily="34" charset="0"/>
              <a:ea typeface="+mn-ea"/>
              <a:cs typeface="+mn-cs"/>
              <a:sym typeface="IBM Plex Sans Light" panose="020B040305020300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570FA5-ABE4-1F5E-07D6-03D74A48FF9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274" y="6553200"/>
            <a:ext cx="471765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3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[4-5] 9 small boxes">
    <p:bg>
      <p:bgPr>
        <a:solidFill>
          <a:srgbClr val="E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A09F266-4743-8B62-6370-854D0EE435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9682392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09F266-4743-8B62-6370-854D0EE435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81001"/>
            <a:ext cx="3048000" cy="3048001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 rtl="0"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1" y="1663174"/>
            <a:ext cx="2476497" cy="1105163"/>
          </a:xfrm>
        </p:spPr>
        <p:txBody>
          <a:bodyPr vert="horz">
            <a:noAutofit/>
          </a:bodyPr>
          <a:lstStyle>
            <a:lvl1pPr rtl="0">
              <a:defRPr sz="2333" b="0" i="0">
                <a:solidFill>
                  <a:schemeClr val="accent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81000"/>
            <a:ext cx="3048000" cy="2857494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 rtl="0"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15"/>
          </p:nvPr>
        </p:nvSpPr>
        <p:spPr>
          <a:xfrm>
            <a:off x="6096000" y="381000"/>
            <a:ext cx="3048000" cy="3055619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 rtl="0"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7"/>
          </p:nvPr>
        </p:nvSpPr>
        <p:spPr>
          <a:xfrm>
            <a:off x="9144000" y="3428998"/>
            <a:ext cx="3048000" cy="3047988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 rtl="0"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9"/>
          <p:cNvSpPr>
            <a:spLocks noGrp="1"/>
          </p:cNvSpPr>
          <p:nvPr>
            <p:ph sz="quarter" idx="19"/>
          </p:nvPr>
        </p:nvSpPr>
        <p:spPr>
          <a:xfrm>
            <a:off x="3048000" y="3429000"/>
            <a:ext cx="3048000" cy="3047979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 rtl="0"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/>
          <p:cNvSpPr>
            <a:spLocks noGrp="1"/>
          </p:cNvSpPr>
          <p:nvPr>
            <p:ph sz="quarter" idx="20"/>
          </p:nvPr>
        </p:nvSpPr>
        <p:spPr>
          <a:xfrm>
            <a:off x="6096000" y="3428999"/>
            <a:ext cx="3048000" cy="3047986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 rtl="0"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5346FFF0-AE49-DD44-9424-041D7790E27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1" y="6096001"/>
            <a:ext cx="2476500" cy="403860"/>
          </a:xfrm>
        </p:spPr>
        <p:txBody>
          <a:bodyPr anchor="b"/>
          <a:lstStyle>
            <a:lvl1pPr rtl="0">
              <a:spcBef>
                <a:spcPts val="0"/>
              </a:spcBef>
              <a:defRPr sz="667">
                <a:solidFill>
                  <a:schemeClr val="tx1">
                    <a:alpha val="60000"/>
                  </a:schemeClr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08E30A-FCE5-019B-DEB5-F6D15B5FC6CD}"/>
              </a:ext>
            </a:extLst>
          </p:cNvPr>
          <p:cNvCxnSpPr/>
          <p:nvPr userDrawn="1"/>
        </p:nvCxnSpPr>
        <p:spPr bwMode="auto">
          <a:xfrm>
            <a:off x="3048001" y="3810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14E05C-EFDC-83EE-CDCA-F9C9A0D199CF}"/>
              </a:ext>
            </a:extLst>
          </p:cNvPr>
          <p:cNvCxnSpPr/>
          <p:nvPr userDrawn="1"/>
        </p:nvCxnSpPr>
        <p:spPr bwMode="auto">
          <a:xfrm>
            <a:off x="6096002" y="3810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63BE46-6247-F822-4731-6DE3D1C69456}"/>
              </a:ext>
            </a:extLst>
          </p:cNvPr>
          <p:cNvCxnSpPr/>
          <p:nvPr userDrawn="1"/>
        </p:nvCxnSpPr>
        <p:spPr bwMode="auto">
          <a:xfrm>
            <a:off x="9144002" y="3810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BCC3D9-5EBD-F122-62CD-FEAA5A6F53E6}"/>
              </a:ext>
            </a:extLst>
          </p:cNvPr>
          <p:cNvCxnSpPr/>
          <p:nvPr userDrawn="1"/>
        </p:nvCxnSpPr>
        <p:spPr bwMode="auto">
          <a:xfrm>
            <a:off x="6096002" y="34290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4F96EF-E60D-F38E-B6E4-38D9CDA15291}"/>
              </a:ext>
            </a:extLst>
          </p:cNvPr>
          <p:cNvCxnSpPr/>
          <p:nvPr userDrawn="1"/>
        </p:nvCxnSpPr>
        <p:spPr bwMode="auto">
          <a:xfrm>
            <a:off x="9144002" y="34290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1A11B0-F3CF-AA43-9BB4-AEF79B6A0675}"/>
              </a:ext>
            </a:extLst>
          </p:cNvPr>
          <p:cNvCxnSpPr/>
          <p:nvPr userDrawn="1"/>
        </p:nvCxnSpPr>
        <p:spPr bwMode="auto">
          <a:xfrm>
            <a:off x="3048001" y="34290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09AED25-D6FE-2A3E-C452-4F32D0A9F4D2}"/>
              </a:ext>
            </a:extLst>
          </p:cNvPr>
          <p:cNvSpPr txBox="1"/>
          <p:nvPr userDrawn="1"/>
        </p:nvSpPr>
        <p:spPr>
          <a:xfrm>
            <a:off x="381000" y="3810000"/>
            <a:ext cx="1905000" cy="1016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229" rtl="0" eaLnBrk="1" fontAlgn="auto" latinLnBrk="0" hangingPunct="1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403050203000203" pitchFamily="34" charset="0"/>
              <a:ea typeface="IBM Plex Sans" charset="0"/>
              <a:cs typeface="IBM Plex Sans" charset="0"/>
              <a:sym typeface="IBM Plex Sans Light" panose="020B0403050203000203" pitchFamily="34" charset="0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CE1E8A20-C8D2-76A2-B504-EFCFC9471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3428999"/>
            <a:ext cx="2476500" cy="2438665"/>
          </a:xfrm>
        </p:spPr>
        <p:txBody>
          <a:bodyPr lIns="0" tIns="0" rIns="0" bIns="0"/>
          <a:lstStyle>
            <a:lvl1pPr marL="0" indent="0" rtl="0">
              <a:buNone/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marL="380914" indent="0">
              <a:buNone/>
              <a:defRPr sz="1167"/>
            </a:lvl2pPr>
            <a:lvl3pPr marL="761828" indent="0">
              <a:buNone/>
              <a:defRPr sz="1000"/>
            </a:lvl3pPr>
            <a:lvl4pPr marL="1142741" indent="0">
              <a:buNone/>
              <a:defRPr sz="833"/>
            </a:lvl4pPr>
            <a:lvl5pPr marL="1523655" indent="0">
              <a:buNone/>
              <a:defRPr sz="833"/>
            </a:lvl5pPr>
            <a:lvl6pPr marL="1904569" indent="0">
              <a:buNone/>
              <a:defRPr sz="833"/>
            </a:lvl6pPr>
            <a:lvl7pPr marL="2285483" indent="0">
              <a:buNone/>
              <a:defRPr sz="833"/>
            </a:lvl7pPr>
            <a:lvl8pPr marL="2666395" indent="0">
              <a:buNone/>
              <a:defRPr sz="833"/>
            </a:lvl8pPr>
            <a:lvl9pPr marL="3047310" indent="0">
              <a:buNone/>
              <a:defRPr sz="8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9131B513-3543-BE91-B2BA-075F738460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1" y="381000"/>
            <a:ext cx="2476497" cy="228599"/>
          </a:xfrm>
        </p:spPr>
        <p:txBody>
          <a:bodyPr lIns="0" tIns="0" rIns="0" bIns="0"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1167"/>
              </a:spcAft>
              <a:buNone/>
              <a:defRPr sz="1333" b="0" i="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>
              <a:defRPr sz="667" b="0" i="0">
                <a:latin typeface="IBM Plex Sans Medm" panose="020B0503050203000203" pitchFamily="34" charset="0"/>
              </a:defRPr>
            </a:lvl2pPr>
            <a:lvl3pPr>
              <a:defRPr sz="667" b="0" i="0">
                <a:latin typeface="IBM Plex Sans Medm" panose="020B0503050203000203" pitchFamily="34" charset="0"/>
              </a:defRPr>
            </a:lvl3pPr>
            <a:lvl4pPr>
              <a:defRPr sz="667" b="0" i="0">
                <a:latin typeface="IBM Plex Sans Medm" panose="020B0503050203000203" pitchFamily="34" charset="0"/>
              </a:defRPr>
            </a:lvl4pPr>
            <a:lvl5pPr>
              <a:defRPr sz="667" b="0" i="0">
                <a:latin typeface="IBM Plex Sans Medm" panose="020B0503050203000203" pitchFamily="34" charset="0"/>
              </a:defRPr>
            </a:lvl5pPr>
          </a:lstStyle>
          <a:p>
            <a:pPr lvl="0"/>
            <a:r>
              <a:rPr lang="en-US"/>
              <a:t>Click to edit optional section header </a:t>
            </a:r>
          </a:p>
        </p:txBody>
      </p:sp>
    </p:spTree>
    <p:extLst>
      <p:ext uri="{BB962C8B-B14F-4D97-AF65-F5344CB8AC3E}">
        <p14:creationId xmlns:p14="http://schemas.microsoft.com/office/powerpoint/2010/main" val="1659418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&amp;C_section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A09F266-4743-8B62-6370-854D0EE435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9682392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09F266-4743-8B62-6370-854D0EE435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81001"/>
            <a:ext cx="3048000" cy="3048001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 rtl="0"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1" y="1663174"/>
            <a:ext cx="2476497" cy="1105163"/>
          </a:xfrm>
        </p:spPr>
        <p:txBody>
          <a:bodyPr vert="horz">
            <a:noAutofit/>
          </a:bodyPr>
          <a:lstStyle>
            <a:lvl1pPr rtl="0">
              <a:defRPr sz="2333" b="0" i="0">
                <a:solidFill>
                  <a:schemeClr val="accent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81000"/>
            <a:ext cx="3048000" cy="2857494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 rtl="0"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15"/>
          </p:nvPr>
        </p:nvSpPr>
        <p:spPr>
          <a:xfrm>
            <a:off x="6096000" y="381000"/>
            <a:ext cx="3048000" cy="3055619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 rtl="0"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7"/>
          </p:nvPr>
        </p:nvSpPr>
        <p:spPr>
          <a:xfrm>
            <a:off x="9144000" y="3428998"/>
            <a:ext cx="3048000" cy="3047988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 rtl="0"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9"/>
          <p:cNvSpPr>
            <a:spLocks noGrp="1"/>
          </p:cNvSpPr>
          <p:nvPr>
            <p:ph sz="quarter" idx="19"/>
          </p:nvPr>
        </p:nvSpPr>
        <p:spPr>
          <a:xfrm>
            <a:off x="3048000" y="3429000"/>
            <a:ext cx="3048000" cy="3047979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 rtl="0"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/>
          <p:cNvSpPr>
            <a:spLocks noGrp="1"/>
          </p:cNvSpPr>
          <p:nvPr>
            <p:ph sz="quarter" idx="20"/>
          </p:nvPr>
        </p:nvSpPr>
        <p:spPr>
          <a:xfrm>
            <a:off x="6096000" y="3428999"/>
            <a:ext cx="3048000" cy="3047986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 rtl="0"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5346FFF0-AE49-DD44-9424-041D7790E27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1" y="6096001"/>
            <a:ext cx="2476500" cy="403860"/>
          </a:xfrm>
        </p:spPr>
        <p:txBody>
          <a:bodyPr anchor="b"/>
          <a:lstStyle>
            <a:lvl1pPr rtl="0">
              <a:spcBef>
                <a:spcPts val="0"/>
              </a:spcBef>
              <a:defRPr sz="667">
                <a:solidFill>
                  <a:schemeClr val="tx1">
                    <a:alpha val="60000"/>
                  </a:schemeClr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14E05C-EFDC-83EE-CDCA-F9C9A0D199CF}"/>
              </a:ext>
            </a:extLst>
          </p:cNvPr>
          <p:cNvCxnSpPr/>
          <p:nvPr userDrawn="1"/>
        </p:nvCxnSpPr>
        <p:spPr bwMode="auto">
          <a:xfrm>
            <a:off x="6096002" y="3810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63BE46-6247-F822-4731-6DE3D1C69456}"/>
              </a:ext>
            </a:extLst>
          </p:cNvPr>
          <p:cNvCxnSpPr/>
          <p:nvPr userDrawn="1"/>
        </p:nvCxnSpPr>
        <p:spPr bwMode="auto">
          <a:xfrm>
            <a:off x="9144002" y="3810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BCC3D9-5EBD-F122-62CD-FEAA5A6F53E6}"/>
              </a:ext>
            </a:extLst>
          </p:cNvPr>
          <p:cNvCxnSpPr/>
          <p:nvPr userDrawn="1"/>
        </p:nvCxnSpPr>
        <p:spPr bwMode="auto">
          <a:xfrm>
            <a:off x="6096002" y="34290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4F96EF-E60D-F38E-B6E4-38D9CDA15291}"/>
              </a:ext>
            </a:extLst>
          </p:cNvPr>
          <p:cNvCxnSpPr/>
          <p:nvPr userDrawn="1"/>
        </p:nvCxnSpPr>
        <p:spPr bwMode="auto">
          <a:xfrm>
            <a:off x="9144002" y="34290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09AED25-D6FE-2A3E-C452-4F32D0A9F4D2}"/>
              </a:ext>
            </a:extLst>
          </p:cNvPr>
          <p:cNvSpPr txBox="1"/>
          <p:nvPr userDrawn="1"/>
        </p:nvSpPr>
        <p:spPr>
          <a:xfrm>
            <a:off x="381000" y="3810000"/>
            <a:ext cx="1905000" cy="1016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229" rtl="0" eaLnBrk="1" fontAlgn="auto" latinLnBrk="0" hangingPunct="1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403050203000203" pitchFamily="34" charset="0"/>
              <a:ea typeface="IBM Plex Sans" charset="0"/>
              <a:cs typeface="IBM Plex Sans" charset="0"/>
              <a:sym typeface="IBM Plex Sans Light" panose="020B0403050203000203" pitchFamily="34" charset="0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CE1E8A20-C8D2-76A2-B504-EFCFC9471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3428999"/>
            <a:ext cx="2476500" cy="2438665"/>
          </a:xfrm>
        </p:spPr>
        <p:txBody>
          <a:bodyPr lIns="0" tIns="0" rIns="0" bIns="0"/>
          <a:lstStyle>
            <a:lvl1pPr marL="0" indent="0" rtl="0">
              <a:buNone/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marL="380914" indent="0">
              <a:buNone/>
              <a:defRPr sz="1167"/>
            </a:lvl2pPr>
            <a:lvl3pPr marL="761828" indent="0">
              <a:buNone/>
              <a:defRPr sz="1000"/>
            </a:lvl3pPr>
            <a:lvl4pPr marL="1142741" indent="0">
              <a:buNone/>
              <a:defRPr sz="833"/>
            </a:lvl4pPr>
            <a:lvl5pPr marL="1523655" indent="0">
              <a:buNone/>
              <a:defRPr sz="833"/>
            </a:lvl5pPr>
            <a:lvl6pPr marL="1904569" indent="0">
              <a:buNone/>
              <a:defRPr sz="833"/>
            </a:lvl6pPr>
            <a:lvl7pPr marL="2285483" indent="0">
              <a:buNone/>
              <a:defRPr sz="833"/>
            </a:lvl7pPr>
            <a:lvl8pPr marL="2666395" indent="0">
              <a:buNone/>
              <a:defRPr sz="833"/>
            </a:lvl8pPr>
            <a:lvl9pPr marL="3047310" indent="0">
              <a:buNone/>
              <a:defRPr sz="8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9131B513-3543-BE91-B2BA-075F738460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1" y="381000"/>
            <a:ext cx="2476497" cy="228599"/>
          </a:xfrm>
        </p:spPr>
        <p:txBody>
          <a:bodyPr lIns="0" tIns="0" rIns="0" bIns="0"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1167"/>
              </a:spcAft>
              <a:buNone/>
              <a:defRPr sz="1333" b="0" i="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>
              <a:defRPr sz="667" b="0" i="0">
                <a:latin typeface="IBM Plex Sans Medm" panose="020B0503050203000203" pitchFamily="34" charset="0"/>
              </a:defRPr>
            </a:lvl2pPr>
            <a:lvl3pPr>
              <a:defRPr sz="667" b="0" i="0">
                <a:latin typeface="IBM Plex Sans Medm" panose="020B0503050203000203" pitchFamily="34" charset="0"/>
              </a:defRPr>
            </a:lvl3pPr>
            <a:lvl4pPr>
              <a:defRPr sz="667" b="0" i="0">
                <a:latin typeface="IBM Plex Sans Medm" panose="020B0503050203000203" pitchFamily="34" charset="0"/>
              </a:defRPr>
            </a:lvl4pPr>
            <a:lvl5pPr>
              <a:defRPr sz="667" b="0" i="0">
                <a:latin typeface="IBM Plex Sans Medm" panose="020B0503050203000203" pitchFamily="34" charset="0"/>
              </a:defRPr>
            </a:lvl5pPr>
          </a:lstStyle>
          <a:p>
            <a:pPr lvl="0"/>
            <a:r>
              <a:rPr lang="en-US"/>
              <a:t>Click to edit optional section header </a:t>
            </a:r>
          </a:p>
        </p:txBody>
      </p:sp>
    </p:spTree>
    <p:extLst>
      <p:ext uri="{BB962C8B-B14F-4D97-AF65-F5344CB8AC3E}">
        <p14:creationId xmlns:p14="http://schemas.microsoft.com/office/powerpoint/2010/main" val="1540218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[3-3] 3 co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BEB5B4D-C67B-1B62-9DBA-ED54DA49D8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1699545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BEB5B4D-C67B-1B62-9DBA-ED54DA49D8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 userDrawn="1"/>
        </p:nvSpPr>
        <p:spPr>
          <a:xfrm>
            <a:off x="304800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190" tIns="38095" rIns="76190" bIns="3809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1125" b="0" i="0">
              <a:latin typeface="IBM Plex Sans Light" panose="020B0403050203000203" pitchFamily="34" charset="0"/>
              <a:sym typeface="IBM Plex Sans Light" panose="020B040305020300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1714500"/>
            <a:ext cx="2476500" cy="3048000"/>
          </a:xfrm>
        </p:spPr>
        <p:txBody>
          <a:bodyPr vert="horz">
            <a:noAutofit/>
          </a:bodyPr>
          <a:lstStyle>
            <a:lvl1pPr rtl="0">
              <a:lnSpc>
                <a:spcPct val="100000"/>
              </a:lnSpc>
              <a:spcBef>
                <a:spcPts val="1500"/>
              </a:spcBef>
              <a:defRPr sz="3333" b="0" i="0">
                <a:solidFill>
                  <a:schemeClr val="accent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6286500" y="1714501"/>
            <a:ext cx="2819400" cy="4381500"/>
          </a:xfrm>
        </p:spPr>
        <p:txBody>
          <a:bodyPr tIns="0">
            <a:noAutofit/>
          </a:bodyPr>
          <a:lstStyle>
            <a:lvl1pPr rtl="0">
              <a:defRPr sz="15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marL="152371" indent="-152371" rtl="0">
              <a:lnSpc>
                <a:spcPct val="110000"/>
              </a:lnSpc>
              <a:spcBef>
                <a:spcPts val="1500"/>
              </a:spcBef>
              <a:defRPr sz="15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marL="304743" indent="-152371" rtl="0">
              <a:spcBef>
                <a:spcPts val="0"/>
              </a:spcBef>
              <a:defRPr sz="15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marL="457114" indent="-152371" rtl="0">
              <a:lnSpc>
                <a:spcPct val="110000"/>
              </a:lnSpc>
              <a:spcBef>
                <a:spcPts val="0"/>
              </a:spcBef>
              <a:defRPr sz="15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 marL="609486" indent="-152371" rtl="0">
              <a:lnSpc>
                <a:spcPct val="110000"/>
              </a:lnSpc>
              <a:spcBef>
                <a:spcPts val="0"/>
              </a:spcBef>
              <a:defRPr sz="15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2"/>
          </p:nvPr>
        </p:nvSpPr>
        <p:spPr>
          <a:xfrm>
            <a:off x="3238500" y="1714501"/>
            <a:ext cx="2819400" cy="4381500"/>
          </a:xfrm>
        </p:spPr>
        <p:txBody>
          <a:bodyPr tIns="0">
            <a:noAutofit/>
          </a:bodyPr>
          <a:lstStyle>
            <a:lvl1pPr rtl="0">
              <a:defRPr sz="15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marL="152371" indent="-152371" rtl="0">
              <a:lnSpc>
                <a:spcPct val="110000"/>
              </a:lnSpc>
              <a:spcBef>
                <a:spcPts val="1000"/>
              </a:spcBef>
              <a:defRPr sz="15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marL="304743" indent="-152371" rtl="0">
              <a:lnSpc>
                <a:spcPct val="110000"/>
              </a:lnSpc>
              <a:spcBef>
                <a:spcPts val="0"/>
              </a:spcBef>
              <a:defRPr sz="15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marL="457114" indent="-152371" rtl="0">
              <a:lnSpc>
                <a:spcPct val="110000"/>
              </a:lnSpc>
              <a:spcBef>
                <a:spcPts val="0"/>
              </a:spcBef>
              <a:defRPr sz="15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 marL="609486" indent="-152371" rtl="0">
              <a:lnSpc>
                <a:spcPct val="110000"/>
              </a:lnSpc>
              <a:spcBef>
                <a:spcPts val="0"/>
              </a:spcBef>
              <a:defRPr sz="15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9334501" y="1714501"/>
            <a:ext cx="2667000" cy="4381500"/>
          </a:xfrm>
        </p:spPr>
        <p:txBody>
          <a:bodyPr tIns="0">
            <a:noAutofit/>
          </a:bodyPr>
          <a:lstStyle>
            <a:lvl1pPr rtl="0">
              <a:defRPr sz="15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marL="152371" indent="-152371" rtl="0">
              <a:lnSpc>
                <a:spcPct val="110000"/>
              </a:lnSpc>
              <a:spcBef>
                <a:spcPts val="1500"/>
              </a:spcBef>
              <a:defRPr sz="15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marL="304743" indent="-152371" rtl="0">
              <a:lnSpc>
                <a:spcPct val="110000"/>
              </a:lnSpc>
              <a:spcBef>
                <a:spcPts val="0"/>
              </a:spcBef>
              <a:defRPr sz="15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marL="457114" indent="-152371" rtl="0">
              <a:lnSpc>
                <a:spcPct val="110000"/>
              </a:lnSpc>
              <a:spcBef>
                <a:spcPts val="0"/>
              </a:spcBef>
              <a:defRPr sz="15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 marL="609486" indent="-152371" rtl="0">
              <a:lnSpc>
                <a:spcPct val="110000"/>
              </a:lnSpc>
              <a:spcBef>
                <a:spcPts val="0"/>
              </a:spcBef>
              <a:defRPr sz="15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381001" y="6096001"/>
            <a:ext cx="2514602" cy="403860"/>
          </a:xfrm>
        </p:spPr>
        <p:txBody>
          <a:bodyPr tIns="0" anchor="b"/>
          <a:lstStyle>
            <a:lvl1pPr rtl="0">
              <a:defRPr sz="667" b="0">
                <a:solidFill>
                  <a:schemeClr val="tx1">
                    <a:alpha val="60000"/>
                  </a:schemeClr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>
              <a:defRPr sz="751"/>
            </a:lvl2pPr>
            <a:lvl3pPr>
              <a:defRPr sz="751"/>
            </a:lvl3pPr>
            <a:lvl4pPr>
              <a:defRPr sz="751"/>
            </a:lvl4pPr>
            <a:lvl5pPr>
              <a:defRPr sz="751"/>
            </a:lvl5pPr>
          </a:lstStyle>
          <a:p>
            <a:pPr lvl="0"/>
            <a:r>
              <a:rPr lang="en-US"/>
              <a:t>Source: Edit source here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F33CE2-5DE7-B746-ABEB-505C008959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8274" y="6553200"/>
            <a:ext cx="471765" cy="1905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7E6FF0C-6C54-9B62-EC97-1040E29298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381000"/>
            <a:ext cx="2476497" cy="228599"/>
          </a:xfrm>
        </p:spPr>
        <p:txBody>
          <a:bodyPr lIns="0" tIns="0" rIns="0" bIns="0"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1167"/>
              </a:spcAft>
              <a:buNone/>
              <a:defRPr sz="1333" b="0" i="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>
              <a:defRPr sz="667" b="0" i="0">
                <a:latin typeface="IBM Plex Sans Medm" panose="020B0503050203000203" pitchFamily="34" charset="0"/>
              </a:defRPr>
            </a:lvl2pPr>
            <a:lvl3pPr>
              <a:defRPr sz="667" b="0" i="0">
                <a:latin typeface="IBM Plex Sans Medm" panose="020B0503050203000203" pitchFamily="34" charset="0"/>
              </a:defRPr>
            </a:lvl3pPr>
            <a:lvl4pPr>
              <a:defRPr sz="667" b="0" i="0">
                <a:latin typeface="IBM Plex Sans Medm" panose="020B0503050203000203" pitchFamily="34" charset="0"/>
              </a:defRPr>
            </a:lvl4pPr>
            <a:lvl5pPr>
              <a:defRPr sz="667" b="0" i="0">
                <a:latin typeface="IBM Plex Sans Medm" panose="020B0503050203000203" pitchFamily="34" charset="0"/>
              </a:defRPr>
            </a:lvl5pPr>
          </a:lstStyle>
          <a:p>
            <a:pPr lvl="0"/>
            <a:r>
              <a:rPr lang="en-US"/>
              <a:t>Click to edit optional section header </a:t>
            </a:r>
          </a:p>
        </p:txBody>
      </p:sp>
    </p:spTree>
    <p:extLst>
      <p:ext uri="{BB962C8B-B14F-4D97-AF65-F5344CB8AC3E}">
        <p14:creationId xmlns:p14="http://schemas.microsoft.com/office/powerpoint/2010/main" val="2911382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[B] IB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68C3FA7-3C89-5DC0-E1D3-768D0A1A8D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56501351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68C3FA7-3C89-5DC0-E1D3-768D0A1A8D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" descr="IBM Consulting Wordmark in black">
            <a:extLst>
              <a:ext uri="{FF2B5EF4-FFF2-40B4-BE49-F238E27FC236}">
                <a16:creationId xmlns:a16="http://schemas.microsoft.com/office/drawing/2014/main" id="{EAD24B2C-E740-6F05-DBC5-C33E0ACD095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1" y="6553200"/>
            <a:ext cx="1393565" cy="190500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32BFB96-905C-49A5-CDAF-A19787777F79}"/>
              </a:ext>
            </a:extLst>
          </p:cNvPr>
          <p:cNvSpPr/>
          <p:nvPr userDrawn="1"/>
        </p:nvSpPr>
        <p:spPr bwMode="auto">
          <a:xfrm>
            <a:off x="635000" y="6553200"/>
            <a:ext cx="10160000" cy="304800"/>
          </a:xfrm>
          <a:prstGeom prst="rect">
            <a:avLst/>
          </a:prstGeom>
          <a:solidFill>
            <a:schemeClr val="bg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76200" tIns="76200" rIns="76200" bIns="762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stem Font Regular"/>
              <a:buNone/>
              <a:tabLst/>
            </a:pPr>
            <a:endParaRPr kumimoji="0" lang="en-US" sz="1167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IBM Plex Sans Light" panose="020B0403050203000203" pitchFamily="34" charset="0"/>
              <a:sym typeface="IBM Plex Sans Light" panose="020B040305020300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49A30-3F3A-548D-C284-7489BE9AAAA0}"/>
              </a:ext>
            </a:extLst>
          </p:cNvPr>
          <p:cNvSpPr txBox="1">
            <a:spLocks/>
          </p:cNvSpPr>
          <p:nvPr userDrawn="1"/>
        </p:nvSpPr>
        <p:spPr>
          <a:xfrm>
            <a:off x="762000" y="6622960"/>
            <a:ext cx="1903680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sz="667" b="0" i="0">
                <a:solidFill>
                  <a:srgbClr val="525252"/>
                </a:solidFill>
                <a:latin typeface="IBM Plex Sans Light" panose="020B0403050203000203" pitchFamily="34" charset="0"/>
                <a:ea typeface="IBM Plex Sans" charset="0"/>
                <a:cs typeface="IBM Plex Sans" charset="0"/>
                <a:sym typeface="IBM Plex Sans Light" panose="020B0403050203000203" pitchFamily="34" charset="0"/>
              </a:rPr>
              <a:t>IBM Consulting  |  ©2025 IBM Corporation  </a:t>
            </a:r>
          </a:p>
        </p:txBody>
      </p:sp>
    </p:spTree>
    <p:extLst>
      <p:ext uri="{BB962C8B-B14F-4D97-AF65-F5344CB8AC3E}">
        <p14:creationId xmlns:p14="http://schemas.microsoft.com/office/powerpoint/2010/main" val="1338669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4095750"/>
          </a:xfrm>
        </p:spPr>
        <p:txBody>
          <a:bodyPr/>
          <a:lstStyle>
            <a:lvl1pPr>
              <a:defRPr sz="8598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3" y="6469420"/>
            <a:ext cx="135437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09637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[7-4] 3 blo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B308D52-7797-ED58-864E-91B0F10431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6630019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308D52-7797-ED58-864E-91B0F10431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650999"/>
            <a:ext cx="5486400" cy="1778001"/>
          </a:xfrm>
        </p:spPr>
        <p:txBody>
          <a:bodyPr vert="horz">
            <a:noAutofit/>
          </a:bodyPr>
          <a:lstStyle>
            <a:lvl1pPr rtl="0">
              <a:defRPr sz="3333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7"/>
          </p:nvPr>
        </p:nvSpPr>
        <p:spPr>
          <a:xfrm>
            <a:off x="0" y="3429000"/>
            <a:ext cx="5905500" cy="3429000"/>
          </a:xfrm>
          <a:prstGeom prst="rect">
            <a:avLst/>
          </a:prstGeom>
          <a:noFill/>
          <a:ln>
            <a:noFill/>
          </a:ln>
        </p:spPr>
        <p:txBody>
          <a:bodyPr lIns="457200" tIns="0" rIns="228600" bIns="228600"/>
          <a:lstStyle>
            <a:lvl1pPr rtl="0">
              <a:lnSpc>
                <a:spcPct val="110000"/>
              </a:lnSpc>
              <a:spcBef>
                <a:spcPts val="1500"/>
              </a:spcBef>
              <a:defRPr sz="1333" b="0" i="0">
                <a:solidFill>
                  <a:schemeClr val="tx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6118860"/>
            <a:ext cx="5486400" cy="381000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tabLst/>
              <a:defRPr sz="667" b="0" i="0">
                <a:solidFill>
                  <a:schemeClr val="tx1">
                    <a:alpha val="60000"/>
                  </a:schemeClr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>
              <a:defRPr sz="751"/>
            </a:lvl2pPr>
            <a:lvl3pPr>
              <a:defRPr sz="751"/>
            </a:lvl3pPr>
            <a:lvl4pPr>
              <a:defRPr sz="751"/>
            </a:lvl4pPr>
            <a:lvl5pPr>
              <a:defRPr sz="751"/>
            </a:lvl5pPr>
          </a:lstStyle>
          <a:p>
            <a:pPr lvl="0"/>
            <a:r>
              <a:rPr lang="en-US"/>
              <a:t>Source: Edit source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85A5FBD-0BD7-F996-69FA-7ECF8144CC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1001" y="381000"/>
            <a:ext cx="2476497" cy="228599"/>
          </a:xfrm>
        </p:spPr>
        <p:txBody>
          <a:bodyPr lIns="0" tIns="0" rIns="0" bIns="0"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1167"/>
              </a:spcAft>
              <a:buNone/>
              <a:defRPr sz="1333" b="0" i="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>
              <a:defRPr sz="667" b="0" i="0">
                <a:latin typeface="IBM Plex Sans Medm" panose="020B0503050203000203" pitchFamily="34" charset="0"/>
              </a:defRPr>
            </a:lvl2pPr>
            <a:lvl3pPr>
              <a:defRPr sz="667" b="0" i="0">
                <a:latin typeface="IBM Plex Sans Medm" panose="020B0503050203000203" pitchFamily="34" charset="0"/>
              </a:defRPr>
            </a:lvl3pPr>
            <a:lvl4pPr>
              <a:defRPr sz="667" b="0" i="0">
                <a:latin typeface="IBM Plex Sans Medm" panose="020B0503050203000203" pitchFamily="34" charset="0"/>
              </a:defRPr>
            </a:lvl4pPr>
            <a:lvl5pPr>
              <a:defRPr sz="667" b="0" i="0">
                <a:latin typeface="IBM Plex Sans Medm" panose="020B0503050203000203" pitchFamily="34" charset="0"/>
              </a:defRPr>
            </a:lvl5pPr>
          </a:lstStyle>
          <a:p>
            <a:pPr lvl="0"/>
            <a:r>
              <a:rPr lang="en-US"/>
              <a:t>Click to edit optional section header 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3DA4371C-D40D-F6CD-733D-CCE621DC222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476999" y="380999"/>
            <a:ext cx="5334000" cy="6003478"/>
          </a:xfrm>
        </p:spPr>
        <p:txBody>
          <a:bodyPr lIns="228600" tIns="457200" rIns="91440" bIns="91440" anchor="ctr"/>
          <a:lstStyle>
            <a:lvl1pPr algn="ctr" rtl="0">
              <a:defRPr sz="1000">
                <a:solidFill>
                  <a:schemeClr val="accent6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icon to add picture</a:t>
            </a:r>
          </a:p>
          <a:p>
            <a:br>
              <a:rPr lang="en-US"/>
            </a:br>
            <a:r>
              <a:rPr lang="en-US"/>
              <a:t>For optimal results use IBV optimized images tailored to this space https://ibm.box.com/s/o90abqtdne6u89uouh42h0et7pg0hc4q</a:t>
            </a:r>
          </a:p>
        </p:txBody>
      </p:sp>
    </p:spTree>
    <p:extLst>
      <p:ext uri="{BB962C8B-B14F-4D97-AF65-F5344CB8AC3E}">
        <p14:creationId xmlns:p14="http://schemas.microsoft.com/office/powerpoint/2010/main" val="3370305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[7-2] hd, variable; 2 txt">
    <p:bg>
      <p:bgPr>
        <a:solidFill>
          <a:schemeClr val="bg1">
            <a:alpha val="80303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733CDD54-A193-35CF-178A-E2D62B140B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1314805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CDD54-A193-35CF-178A-E2D62B140B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">
            <a:extLst>
              <a:ext uri="{FF2B5EF4-FFF2-40B4-BE49-F238E27FC236}">
                <a16:creationId xmlns:a16="http://schemas.microsoft.com/office/drawing/2014/main" id="{C008C15D-C6EE-D94C-AED9-A77F48974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51000"/>
            <a:ext cx="5522976" cy="1072896"/>
          </a:xfrm>
        </p:spPr>
        <p:txBody>
          <a:bodyPr vert="horz"/>
          <a:lstStyle>
            <a:lvl1pPr rtl="0">
              <a:defRPr sz="2333" b="0" i="0">
                <a:solidFill>
                  <a:schemeClr val="accent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">
            <a:extLst>
              <a:ext uri="{FF2B5EF4-FFF2-40B4-BE49-F238E27FC236}">
                <a16:creationId xmlns:a16="http://schemas.microsoft.com/office/drawing/2014/main" id="{229935DA-EE12-504A-A42D-8C8FC12B76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0999" y="3429001"/>
            <a:ext cx="5524500" cy="2857499"/>
          </a:xfrm>
        </p:spPr>
        <p:txBody>
          <a:bodyPr/>
          <a:lstStyle>
            <a:lvl1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C1A1368-427E-E729-C688-CEA619FABA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1001" y="381000"/>
            <a:ext cx="2476497" cy="228599"/>
          </a:xfrm>
        </p:spPr>
        <p:txBody>
          <a:bodyPr lIns="0" tIns="0" rIns="0" bIns="0"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1167"/>
              </a:spcAft>
              <a:buNone/>
              <a:defRPr sz="1333" b="0" i="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>
              <a:defRPr sz="667" b="0" i="0">
                <a:latin typeface="IBM Plex Sans Medm" panose="020B0503050203000203" pitchFamily="34" charset="0"/>
              </a:defRPr>
            </a:lvl2pPr>
            <a:lvl3pPr>
              <a:defRPr sz="667" b="0" i="0">
                <a:latin typeface="IBM Plex Sans Medm" panose="020B0503050203000203" pitchFamily="34" charset="0"/>
              </a:defRPr>
            </a:lvl3pPr>
            <a:lvl4pPr>
              <a:defRPr sz="667" b="0" i="0">
                <a:latin typeface="IBM Plex Sans Medm" panose="020B0503050203000203" pitchFamily="34" charset="0"/>
              </a:defRPr>
            </a:lvl4pPr>
            <a:lvl5pPr>
              <a:defRPr sz="667" b="0" i="0">
                <a:latin typeface="IBM Plex Sans Medm" panose="020B0503050203000203" pitchFamily="34" charset="0"/>
              </a:defRPr>
            </a:lvl5pPr>
          </a:lstStyle>
          <a:p>
            <a:pPr lvl="0"/>
            <a:r>
              <a:rPr lang="en-US"/>
              <a:t>Click to edit optional section header 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66B3B21-DCDD-6C45-C936-3B77F3E462E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6000" y="-2"/>
            <a:ext cx="3044956" cy="6858000"/>
          </a:xfrm>
          <a:solidFill>
            <a:srgbClr val="EAF3FB"/>
          </a:solidFill>
        </p:spPr>
        <p:txBody>
          <a:bodyPr lIns="228600" tIns="2057400" rIns="228600"/>
          <a:lstStyle>
            <a:lvl1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183E754-C11A-6BDF-8DEA-FD356F968A2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42479" y="0"/>
            <a:ext cx="3048000" cy="6857998"/>
          </a:xfrm>
          <a:solidFill>
            <a:srgbClr val="EAF3FB"/>
          </a:solidFill>
        </p:spPr>
        <p:txBody>
          <a:bodyPr lIns="228600" tIns="2057400" rIns="228600"/>
          <a:lstStyle>
            <a:lvl1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 rtl="0">
              <a:defRPr sz="1333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015801FC-5658-C5C5-786B-4628C96C49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000" y="6096001"/>
            <a:ext cx="5522976" cy="403860"/>
          </a:xfrm>
        </p:spPr>
        <p:txBody>
          <a:bodyPr anchor="b"/>
          <a:lstStyle>
            <a:lvl1pPr rtl="0">
              <a:spcBef>
                <a:spcPts val="0"/>
              </a:spcBef>
              <a:defRPr sz="667">
                <a:solidFill>
                  <a:schemeClr val="tx1">
                    <a:alpha val="60000"/>
                  </a:schemeClr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570FA5-ABE4-1F5E-07D6-03D74A48FF9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8274" y="6553200"/>
            <a:ext cx="471765" cy="1905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9C4929-34A2-D6C1-7E74-7A8DB82060EC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41025" y="1714500"/>
            <a:ext cx="0" cy="45720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5237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EF4DC9D-28CA-D5FD-F6AF-2F99DEF15C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7732486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4DC9D-28CA-D5FD-F6AF-2F99DEF15C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3524"/>
          </a:xfrm>
        </p:spPr>
        <p:txBody>
          <a:bodyPr vert="horz"/>
          <a:lstStyle>
            <a:lvl1pPr rtl="0">
              <a:lnSpc>
                <a:spcPct val="110000"/>
              </a:lnSpc>
              <a:defRPr sz="1400">
                <a:solidFill>
                  <a:schemeClr val="tx2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rtl="0">
              <a:defRPr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endParaRPr lang="en-US">
              <a:sym typeface="IBM Plex Sans Light" panose="020B0403050203000203" pitchFamily="34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3" y="6469420"/>
            <a:ext cx="135437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 rtl="0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>
              <a:latin typeface="IBM Plex Sans Light" panose="020B04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138281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DFF49FF-DC30-99C9-0EE8-621730FBD42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5913313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FF49FF-DC30-99C9-0EE8-621730FBD4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F2D30C2-5A59-CE45-7504-AC3666E7D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D5430-38F6-0A0B-1AF9-62109A5CA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rtl="0">
              <a:defRPr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rtl="0">
              <a:defRPr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rtl="0">
              <a:defRPr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 rtl="0">
              <a:defRPr>
                <a:latin typeface="IBM Plex Sans Light" panose="020B0403050203000203" pitchFamily="34" charset="0"/>
                <a:sym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885BE-5E65-6B48-D6A5-E3F4114BD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>
                <a:latin typeface="IBM Plex Sans Light" panose="020B0403050203000203" pitchFamily="34" charset="0"/>
              </a:defRPr>
            </a:lvl1pPr>
          </a:lstStyle>
          <a:p>
            <a:fld id="{72049238-1B9F-FD4F-AA29-84686B990EB4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6A7FB-8E68-8503-DF01-B363085EA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endParaRPr lang="en-US">
              <a:sym typeface="IBM Plex Sans Light" panose="020B0403050203000203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B6CAC-8034-0487-5724-E2CBC9387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latin typeface="IBM Plex Sans Light" panose="020B0403050203000203" pitchFamily="34" charset="0"/>
              </a:defRPr>
            </a:lvl1pPr>
          </a:lstStyle>
          <a:p>
            <a:fld id="{495A49D8-1E04-224F-B0BB-E1FB09AAA7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104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7D666E8-049A-D187-983D-1906B5ACA50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1432769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D666E8-049A-D187-983D-1906B5ACA5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3"/>
          </a:xfrm>
        </p:spPr>
        <p:txBody>
          <a:bodyPr vert="horz" rIns="457200"/>
          <a:lstStyle>
            <a:lvl1pPr rtl="0">
              <a:lnSpc>
                <a:spcPct val="100000"/>
              </a:lnSpc>
              <a:defRPr>
                <a:solidFill>
                  <a:schemeClr val="tx2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7"/>
            <a:ext cx="2474590" cy="2672458"/>
          </a:xfrm>
        </p:spPr>
        <p:txBody>
          <a:bodyPr/>
          <a:lstStyle>
            <a:lvl1pPr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marL="127990" indent="-127990"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marL="255979" indent="-127990"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marL="383969" indent="-127990"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362" y="3333751"/>
            <a:ext cx="2474590" cy="2672458"/>
          </a:xfrm>
        </p:spPr>
        <p:txBody>
          <a:bodyPr/>
          <a:lstStyle>
            <a:lvl1pPr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marL="127990" indent="-127990"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marL="255979" indent="-127990"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marL="383969" indent="-127990"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8"/>
          </a:xfrm>
        </p:spPr>
        <p:txBody>
          <a:bodyPr/>
          <a:lstStyle>
            <a:lvl1pPr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marL="127990" indent="-127990"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marL="255979" indent="-127990"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marL="383969" indent="-127990"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8"/>
          </a:xfrm>
        </p:spPr>
        <p:txBody>
          <a:bodyPr/>
          <a:lstStyle>
            <a:lvl1pPr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marL="127990" indent="-127990"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marL="255979" indent="-127990"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marL="383969" indent="-127990" rtl="0"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rtl="0">
              <a:defRPr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endParaRPr lang="en-US">
              <a:sym typeface="IBM Plex Sans Light" panose="020B0403050203000203" pitchFamily="34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3" y="6469420"/>
            <a:ext cx="135437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 rtl="0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>
              <a:latin typeface="IBM Plex Sans Light" panose="020B04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4693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89A68CF-46B8-3F75-C973-0ED1B98CCF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6347161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9A68CF-46B8-3F75-C973-0ED1B98CCF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 vert="horz"/>
          <a:lstStyle>
            <a:lvl1pPr rtl="0">
              <a:lnSpc>
                <a:spcPct val="110000"/>
              </a:lnSpc>
              <a:defRPr sz="1400">
                <a:solidFill>
                  <a:schemeClr val="tx2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8" y="1714500"/>
            <a:ext cx="2477765" cy="4286250"/>
          </a:xfrm>
        </p:spPr>
        <p:txBody>
          <a:bodyPr/>
          <a:lstStyle>
            <a:lvl1pPr rtl="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marL="127990" indent="-127990" rtl="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marL="255979" indent="-127990" rtl="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marL="383969" indent="-127990" rtl="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 rtl="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marL="127990" indent="-127990" rtl="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2pPr>
            <a:lvl3pPr marL="255979" indent="-127990" rtl="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3pPr>
            <a:lvl4pPr marL="383969" indent="-127990" rtl="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20" y="284957"/>
            <a:ext cx="5523781" cy="6287293"/>
          </a:xfrm>
          <a:solidFill>
            <a:srgbClr val="E0E0E0"/>
          </a:solidFill>
        </p:spPr>
        <p:txBody>
          <a:bodyPr anchor="ctr"/>
          <a:lstStyle>
            <a:lvl1pPr algn="ctr" rtl="0">
              <a:defRPr>
                <a:solidFill>
                  <a:schemeClr val="accent5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endParaRPr lang="en-US">
              <a:sym typeface="IBM Plex Sans Light" panose="020B04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372117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solidFill>
          <a:schemeClr val="bg1">
            <a:alpha val="80303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EC30626-7942-103C-3D5D-741C1FC84D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7199495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0" progId="TCLayout.ActiveDocument.1">
                  <p:embed/>
                </p:oleObj>
              </mc:Choice>
              <mc:Fallback>
                <p:oleObj name="think-cell Slide" r:id="rId3" imgW="421" imgH="42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C30626-7942-103C-3D5D-741C1FC84D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">
            <a:extLst>
              <a:ext uri="{FF2B5EF4-FFF2-40B4-BE49-F238E27FC236}">
                <a16:creationId xmlns:a16="http://schemas.microsoft.com/office/drawing/2014/main" id="{C008C15D-C6EE-D94C-AED9-A77F48974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25500"/>
            <a:ext cx="11429039" cy="719667"/>
          </a:xfrm>
        </p:spPr>
        <p:txBody>
          <a:bodyPr vert="horz"/>
          <a:lstStyle>
            <a:lvl1pPr rtl="0">
              <a:defRPr sz="2333" b="0" i="0">
                <a:solidFill>
                  <a:schemeClr val="accent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C1A1368-427E-E729-C688-CEA619FABA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1000" y="381000"/>
            <a:ext cx="2921000" cy="228599"/>
          </a:xfrm>
        </p:spPr>
        <p:txBody>
          <a:bodyPr lIns="0" tIns="0" rIns="0" bIns="0"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1167"/>
              </a:spcAft>
              <a:buNone/>
              <a:defRPr sz="1333" b="0" i="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>
              <a:defRPr sz="667" b="0" i="0">
                <a:latin typeface="IBM Plex Sans Medm" panose="020B0503050203000203" pitchFamily="34" charset="0"/>
              </a:defRPr>
            </a:lvl2pPr>
            <a:lvl3pPr>
              <a:defRPr sz="667" b="0" i="0">
                <a:latin typeface="IBM Plex Sans Medm" panose="020B0503050203000203" pitchFamily="34" charset="0"/>
              </a:defRPr>
            </a:lvl3pPr>
            <a:lvl4pPr>
              <a:defRPr sz="667" b="0" i="0">
                <a:latin typeface="IBM Plex Sans Medm" panose="020B0503050203000203" pitchFamily="34" charset="0"/>
              </a:defRPr>
            </a:lvl4pPr>
            <a:lvl5pPr>
              <a:defRPr sz="667" b="0" i="0">
                <a:latin typeface="IBM Plex Sans Medm" panose="020B0503050203000203" pitchFamily="34" charset="0"/>
              </a:defRPr>
            </a:lvl5pPr>
          </a:lstStyle>
          <a:p>
            <a:pPr lvl="0"/>
            <a:r>
              <a:rPr lang="en-US"/>
              <a:t>Click to edit optional section header 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015801FC-5658-C5C5-786B-4628C96C49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000" y="6096001"/>
            <a:ext cx="5522976" cy="403860"/>
          </a:xfrm>
        </p:spPr>
        <p:txBody>
          <a:bodyPr anchor="b"/>
          <a:lstStyle>
            <a:lvl1pPr rtl="0">
              <a:spcBef>
                <a:spcPts val="0"/>
              </a:spcBef>
              <a:defRPr sz="667">
                <a:solidFill>
                  <a:schemeClr val="tx1">
                    <a:alpha val="60000"/>
                  </a:schemeClr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70433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8B754A0-3211-8C38-2B0D-B531B64373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1511161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B754A0-3211-8C38-2B0D-B531B64373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50004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White Background-Title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2BF3D02-FB9D-19DE-7254-2BDFB71217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4730026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2BF3D02-FB9D-19DE-7254-2BDFB71217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23CDDBEA-8282-A349-A313-A9A985A93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1" y="903825"/>
            <a:ext cx="4038865" cy="877094"/>
          </a:xfrm>
        </p:spPr>
        <p:txBody>
          <a:bodyPr vert="horz" lIns="0" tIns="0" rIns="0" bIns="0" anchor="t" anchorCtr="0">
            <a:noAutofit/>
          </a:bodyPr>
          <a:lstStyle>
            <a:lvl1pPr algn="l" rtl="0">
              <a:lnSpc>
                <a:spcPct val="100000"/>
              </a:lnSpc>
              <a:spcAft>
                <a:spcPts val="2833"/>
              </a:spcAft>
              <a:defRPr sz="2667" b="0" i="0">
                <a:solidFill>
                  <a:schemeClr val="tx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8920C27-14DB-5043-9FA6-FAD8D4F22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1" y="2199409"/>
            <a:ext cx="4038865" cy="3325093"/>
          </a:xfrm>
        </p:spPr>
        <p:txBody>
          <a:bodyPr lIns="0" tIns="0" rIns="0" bIns="0">
            <a:noAutofit/>
          </a:bodyPr>
          <a:lstStyle>
            <a:lvl1pPr marL="0" indent="0" algn="l" rtl="0">
              <a:lnSpc>
                <a:spcPct val="100000"/>
              </a:lnSpc>
              <a:spcBef>
                <a:spcPts val="0"/>
              </a:spcBef>
              <a:spcAft>
                <a:spcPts val="1667"/>
              </a:spcAft>
              <a:buNone/>
              <a:defRPr sz="1333" b="0" i="0"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 marL="380970" indent="0" algn="ctr">
              <a:buNone/>
              <a:defRPr sz="1667"/>
            </a:lvl2pPr>
            <a:lvl3pPr marL="761940" indent="0" algn="ctr">
              <a:buNone/>
              <a:defRPr sz="1500"/>
            </a:lvl3pPr>
            <a:lvl4pPr marL="1142908" indent="0" algn="ctr">
              <a:buNone/>
              <a:defRPr sz="1333"/>
            </a:lvl4pPr>
            <a:lvl5pPr marL="1523878" indent="0" algn="ctr">
              <a:buNone/>
              <a:defRPr sz="1333"/>
            </a:lvl5pPr>
            <a:lvl6pPr marL="1904848" indent="0" algn="ctr">
              <a:buNone/>
              <a:defRPr sz="1333"/>
            </a:lvl6pPr>
            <a:lvl7pPr marL="2285818" indent="0" algn="ctr">
              <a:buNone/>
              <a:defRPr sz="1333"/>
            </a:lvl7pPr>
            <a:lvl8pPr marL="2666787" indent="0" algn="ctr">
              <a:buNone/>
              <a:defRPr sz="1333"/>
            </a:lvl8pPr>
            <a:lvl9pPr marL="3047756" indent="0" algn="ctr">
              <a:buNone/>
              <a:defRPr sz="13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69D03E8-341A-684F-A2FA-202EB65194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381000"/>
            <a:ext cx="5524500" cy="190500"/>
          </a:xfrm>
        </p:spPr>
        <p:txBody>
          <a:bodyPr lIns="0" tIns="0" rIns="0" bIns="0"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1167"/>
              </a:spcAft>
              <a:buNone/>
              <a:defRPr sz="1000" b="0" i="0">
                <a:solidFill>
                  <a:srgbClr val="001141"/>
                </a:solidFill>
                <a:latin typeface="IBM Plex Sans Light" panose="020B0403050203000203" pitchFamily="34" charset="0"/>
                <a:sym typeface="IBM Plex Sans Light" panose="020B0403050203000203" pitchFamily="34" charset="0"/>
              </a:defRPr>
            </a:lvl1pPr>
            <a:lvl2pPr>
              <a:defRPr sz="667" b="0" i="0">
                <a:latin typeface="IBM Plex Sans Medm" panose="020B0503050203000203" pitchFamily="34" charset="0"/>
              </a:defRPr>
            </a:lvl2pPr>
            <a:lvl3pPr>
              <a:defRPr sz="667" b="0" i="0">
                <a:latin typeface="IBM Plex Sans Medm" panose="020B0503050203000203" pitchFamily="34" charset="0"/>
              </a:defRPr>
            </a:lvl3pPr>
            <a:lvl4pPr>
              <a:defRPr sz="667" b="0" i="0">
                <a:latin typeface="IBM Plex Sans Medm" panose="020B0503050203000203" pitchFamily="34" charset="0"/>
              </a:defRPr>
            </a:lvl4pPr>
            <a:lvl5pPr>
              <a:defRPr sz="667" b="0" i="0">
                <a:latin typeface="IBM Plex Sans Medm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D3808D1-5B0C-FB4B-B4B0-C3FEB3758511}"/>
              </a:ext>
            </a:extLst>
          </p:cNvPr>
          <p:cNvGrpSpPr/>
          <p:nvPr userDrawn="1"/>
        </p:nvGrpSpPr>
        <p:grpSpPr>
          <a:xfrm>
            <a:off x="-205741" y="-190498"/>
            <a:ext cx="12588243" cy="7209772"/>
            <a:chOff x="-109730" y="-110489"/>
            <a:chExt cx="9352896" cy="535181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60E1ADA-2BDA-9D40-9A6C-DC88F8F1C790}"/>
                </a:ext>
              </a:extLst>
            </p:cNvPr>
            <p:cNvGrpSpPr/>
            <p:nvPr userDrawn="1"/>
          </p:nvGrpSpPr>
          <p:grpSpPr>
            <a:xfrm>
              <a:off x="326211" y="-110489"/>
              <a:ext cx="8492338" cy="119718"/>
              <a:chOff x="326211" y="-152399"/>
              <a:chExt cx="8492338" cy="199534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0E49D21-1A52-6141-A9DD-60A91A462D9C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50011" y="-29065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A3C2B2C-D760-DF4C-9987-7634BD965B16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090018" y="-76199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01BB4B0-65F1-EA43-8B7E-81ADC01D6F5C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31557" y="-76199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D43A7F40-8B71-C84E-B1FA-1DE0333EE8F2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373096" y="-76199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6B31A49-931E-754D-BC5F-CA05F7149D32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354641" y="-40055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72580F9B-DC53-6449-B303-C9D49E0EF06E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6180" y="-40055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F141D2D-4EA9-204E-9CAD-136115D5DB69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637719" y="-40055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7934C0F-B55B-D248-A00F-CD38E23E47BE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619265" y="-40055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77B6B5DE-60F2-4947-968B-5D57C18B9113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60804" y="-40055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CCADF15F-081E-804E-B998-ECA2207B0D0F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902342" y="-40055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6A1A5D6-DC92-3D40-BACC-214350970932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742349" y="-29065"/>
                <a:ext cx="152399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4D9DC5D-77FB-F440-B5DB-A2DA329BB657}"/>
                </a:ext>
              </a:extLst>
            </p:cNvPr>
            <p:cNvGrpSpPr/>
            <p:nvPr userDrawn="1"/>
          </p:nvGrpSpPr>
          <p:grpSpPr>
            <a:xfrm>
              <a:off x="326211" y="5143289"/>
              <a:ext cx="8492338" cy="98033"/>
              <a:chOff x="326211" y="5111418"/>
              <a:chExt cx="8492338" cy="163389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43923083-04B5-664A-91EC-BDE595145E1F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50011" y="5187632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AB56F0E2-D159-1344-AED0-C205E8612862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090017" y="5198607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5BBF07F-6759-454F-A91D-B102B8AC1919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31556" y="5198607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06CDBD1-5104-2345-A227-AD9F587B64BF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373095" y="5198607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8EE3F69-0BBE-BD4F-9AD0-1CB352E1AD4A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354641" y="5198607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C98A40D-08C2-CE4C-84EC-F44645F73233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6180" y="5198607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F2C4334-325C-F648-85C6-42EA35A5D422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637719" y="5198607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DCB3919-C6D8-7841-8668-4FC65B2B152F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619264" y="5198607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A95870D-535C-3845-B53B-3A776CA153C0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60803" y="5198607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89ED024-07E4-8043-81FE-ED2CF733D6FE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902342" y="5198607"/>
                <a:ext cx="15240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C26E068-11CF-5A4C-9076-192CCF5D7635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742348" y="5187619"/>
                <a:ext cx="152402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BB5C23F-A661-304E-8011-DD021448031E}"/>
                </a:ext>
              </a:extLst>
            </p:cNvPr>
            <p:cNvGrpSpPr/>
            <p:nvPr userDrawn="1"/>
          </p:nvGrpSpPr>
          <p:grpSpPr>
            <a:xfrm>
              <a:off x="-109730" y="313734"/>
              <a:ext cx="124556" cy="4525058"/>
              <a:chOff x="-109730" y="313734"/>
              <a:chExt cx="124556" cy="4525058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C7ABC2B-4A6F-B94C-8519-4112F75E043D}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303590"/>
                <a:ext cx="9144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7B0C4DF-FB88-3E41-A423-6B9060FFFC04}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6262"/>
                <a:ext cx="9144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F21C9AE-BA75-4B42-8ABF-6D9511D56DA5}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93FD6DA-8879-FB44-9DA8-FB462D50A869}"/>
                  </a:ext>
                </a:extLst>
              </p:cNvPr>
              <p:cNvCxnSpPr/>
              <p:nvPr userDrawn="1"/>
            </p:nvCxnSpPr>
            <p:spPr bwMode="auto">
              <a:xfrm flipH="1">
                <a:off x="-98406" y="313734"/>
                <a:ext cx="9144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98549E76-8743-074C-8EC8-6E60CA66AF1C}"/>
                  </a:ext>
                </a:extLst>
              </p:cNvPr>
              <p:cNvCxnSpPr/>
              <p:nvPr userDrawn="1"/>
            </p:nvCxnSpPr>
            <p:spPr bwMode="auto">
              <a:xfrm flipH="1">
                <a:off x="-76614" y="4838792"/>
                <a:ext cx="9144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4498DC8-B4AA-1145-94DF-30D6EA792B67}"/>
                </a:ext>
              </a:extLst>
            </p:cNvPr>
            <p:cNvGrpSpPr/>
            <p:nvPr userDrawn="1"/>
          </p:nvGrpSpPr>
          <p:grpSpPr>
            <a:xfrm>
              <a:off x="9123418" y="313734"/>
              <a:ext cx="119748" cy="4525057"/>
              <a:chOff x="-149362" y="307384"/>
              <a:chExt cx="119748" cy="4525057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AD88016-E1AB-3E4A-A193-B0EE59ABA177}"/>
                  </a:ext>
                </a:extLst>
              </p:cNvPr>
              <p:cNvCxnSpPr/>
              <p:nvPr userDrawn="1"/>
            </p:nvCxnSpPr>
            <p:spPr bwMode="auto">
              <a:xfrm flipH="1">
                <a:off x="-142845" y="1297240"/>
                <a:ext cx="9144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34A47F0-153C-F044-8B57-897D51D0F3AF}"/>
                  </a:ext>
                </a:extLst>
              </p:cNvPr>
              <p:cNvCxnSpPr/>
              <p:nvPr userDrawn="1"/>
            </p:nvCxnSpPr>
            <p:spPr bwMode="auto">
              <a:xfrm flipH="1">
                <a:off x="-142845" y="2569913"/>
                <a:ext cx="9144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BEF783C-A4C5-464B-B070-CB463F346A63}"/>
                  </a:ext>
                </a:extLst>
              </p:cNvPr>
              <p:cNvCxnSpPr/>
              <p:nvPr userDrawn="1"/>
            </p:nvCxnSpPr>
            <p:spPr bwMode="auto">
              <a:xfrm flipH="1">
                <a:off x="-142845" y="3843274"/>
                <a:ext cx="9144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16682FB-1EAE-BF4A-90A7-F03FCDEB53CD}"/>
                  </a:ext>
                </a:extLst>
              </p:cNvPr>
              <p:cNvCxnSpPr/>
              <p:nvPr userDrawn="1"/>
            </p:nvCxnSpPr>
            <p:spPr bwMode="auto">
              <a:xfrm flipH="1">
                <a:off x="-149362" y="307384"/>
                <a:ext cx="9144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5CED665C-B02F-8448-B30E-668DB8D2C953}"/>
                  </a:ext>
                </a:extLst>
              </p:cNvPr>
              <p:cNvCxnSpPr/>
              <p:nvPr userDrawn="1"/>
            </p:nvCxnSpPr>
            <p:spPr bwMode="auto">
              <a:xfrm flipH="1">
                <a:off x="-121054" y="4832441"/>
                <a:ext cx="91440" cy="0"/>
              </a:xfrm>
              <a:prstGeom prst="lin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68015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3110">
          <p15:clr>
            <a:srgbClr val="FBAE40"/>
          </p15:clr>
        </p15:guide>
        <p15:guide id="2" orient="horz" pos="80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[4-5] 9 small boxe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1714500"/>
            <a:ext cx="3048000" cy="17145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1" y="381000"/>
            <a:ext cx="5524501" cy="1105163"/>
          </a:xfrm>
        </p:spPr>
        <p:txBody>
          <a:bodyPr>
            <a:noAutofit/>
          </a:bodyPr>
          <a:lstStyle>
            <a:lvl1pPr>
              <a:defRPr sz="2333">
                <a:solidFill>
                  <a:srgbClr val="001141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8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1714500"/>
            <a:ext cx="3048000" cy="17145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15"/>
          </p:nvPr>
        </p:nvSpPr>
        <p:spPr>
          <a:xfrm>
            <a:off x="6096000" y="1714500"/>
            <a:ext cx="3048000" cy="17145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7"/>
          </p:nvPr>
        </p:nvSpPr>
        <p:spPr>
          <a:xfrm>
            <a:off x="9144000" y="3428999"/>
            <a:ext cx="3048000" cy="17145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9"/>
          <p:cNvSpPr>
            <a:spLocks noGrp="1"/>
          </p:cNvSpPr>
          <p:nvPr>
            <p:ph sz="quarter" idx="19"/>
          </p:nvPr>
        </p:nvSpPr>
        <p:spPr>
          <a:xfrm>
            <a:off x="3048000" y="3428999"/>
            <a:ext cx="3048000" cy="17145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/>
          <p:cNvSpPr>
            <a:spLocks noGrp="1"/>
          </p:cNvSpPr>
          <p:nvPr>
            <p:ph sz="quarter" idx="20"/>
          </p:nvPr>
        </p:nvSpPr>
        <p:spPr>
          <a:xfrm>
            <a:off x="6096000" y="3428999"/>
            <a:ext cx="3048000" cy="17145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5346FFF0-AE49-DD44-9424-041D7790E27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1" y="6096001"/>
            <a:ext cx="2476500" cy="403860"/>
          </a:xfrm>
        </p:spPr>
        <p:txBody>
          <a:bodyPr anchor="b"/>
          <a:lstStyle>
            <a:lvl1pPr>
              <a:spcBef>
                <a:spcPts val="0"/>
              </a:spcBef>
              <a:defRPr sz="667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08E30A-FCE5-019B-DEB5-F6D15B5FC6CD}"/>
              </a:ext>
            </a:extLst>
          </p:cNvPr>
          <p:cNvCxnSpPr/>
          <p:nvPr userDrawn="1"/>
        </p:nvCxnSpPr>
        <p:spPr bwMode="auto">
          <a:xfrm>
            <a:off x="3048001" y="17145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14E05C-EFDC-83EE-CDCA-F9C9A0D199CF}"/>
              </a:ext>
            </a:extLst>
          </p:cNvPr>
          <p:cNvCxnSpPr/>
          <p:nvPr userDrawn="1"/>
        </p:nvCxnSpPr>
        <p:spPr bwMode="auto">
          <a:xfrm>
            <a:off x="6096001" y="17145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63BE46-6247-F822-4731-6DE3D1C69456}"/>
              </a:ext>
            </a:extLst>
          </p:cNvPr>
          <p:cNvCxnSpPr/>
          <p:nvPr userDrawn="1"/>
        </p:nvCxnSpPr>
        <p:spPr bwMode="auto">
          <a:xfrm>
            <a:off x="9144001" y="17145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BCC3D9-5EBD-F122-62CD-FEAA5A6F53E6}"/>
              </a:ext>
            </a:extLst>
          </p:cNvPr>
          <p:cNvCxnSpPr/>
          <p:nvPr userDrawn="1"/>
        </p:nvCxnSpPr>
        <p:spPr bwMode="auto">
          <a:xfrm>
            <a:off x="6096001" y="34290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4F96EF-E60D-F38E-B6E4-38D9CDA15291}"/>
              </a:ext>
            </a:extLst>
          </p:cNvPr>
          <p:cNvCxnSpPr/>
          <p:nvPr userDrawn="1"/>
        </p:nvCxnSpPr>
        <p:spPr bwMode="auto">
          <a:xfrm>
            <a:off x="9144001" y="34290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1A11B0-F3CF-AA43-9BB4-AEF79B6A0675}"/>
              </a:ext>
            </a:extLst>
          </p:cNvPr>
          <p:cNvCxnSpPr/>
          <p:nvPr userDrawn="1"/>
        </p:nvCxnSpPr>
        <p:spPr bwMode="auto">
          <a:xfrm>
            <a:off x="3048001" y="34290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09AED25-D6FE-2A3E-C452-4F32D0A9F4D2}"/>
              </a:ext>
            </a:extLst>
          </p:cNvPr>
          <p:cNvSpPr txBox="1"/>
          <p:nvPr userDrawn="1"/>
        </p:nvSpPr>
        <p:spPr>
          <a:xfrm>
            <a:off x="381000" y="3810000"/>
            <a:ext cx="1905000" cy="1016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572" rtl="0" eaLnBrk="1" fontAlgn="auto" latinLnBrk="0" hangingPunct="1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IBM Plex Sans" charset="0"/>
              <a:cs typeface="IBM Plex Sans" charset="0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CE1E8A20-C8D2-76A2-B504-EFCFC9471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1" y="1714502"/>
            <a:ext cx="2476500" cy="4153163"/>
          </a:xfrm>
        </p:spPr>
        <p:txBody>
          <a:bodyPr lIns="0" tIns="0" rIns="0" bIns="0"/>
          <a:lstStyle>
            <a:lvl1pPr marL="0" indent="0">
              <a:buNone/>
              <a:defRPr sz="1667">
                <a:solidFill>
                  <a:srgbClr val="001141"/>
                </a:solidFill>
              </a:defRPr>
            </a:lvl1pPr>
            <a:lvl2pPr marL="380970" indent="0">
              <a:buNone/>
              <a:defRPr sz="1167"/>
            </a:lvl2pPr>
            <a:lvl3pPr marL="761940" indent="0">
              <a:buNone/>
              <a:defRPr sz="1000"/>
            </a:lvl3pPr>
            <a:lvl4pPr marL="1142908" indent="0">
              <a:buNone/>
              <a:defRPr sz="833"/>
            </a:lvl4pPr>
            <a:lvl5pPr marL="1523878" indent="0">
              <a:buNone/>
              <a:defRPr sz="833"/>
            </a:lvl5pPr>
            <a:lvl6pPr marL="1904848" indent="0">
              <a:buNone/>
              <a:defRPr sz="833"/>
            </a:lvl6pPr>
            <a:lvl7pPr marL="2285818" indent="0">
              <a:buNone/>
              <a:defRPr sz="833"/>
            </a:lvl7pPr>
            <a:lvl8pPr marL="2666787" indent="0">
              <a:buNone/>
              <a:defRPr sz="833"/>
            </a:lvl8pPr>
            <a:lvl9pPr marL="3047756" indent="0">
              <a:buNone/>
              <a:defRPr sz="8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DA435784-C6E0-4E6D-683A-428BA3CE9C4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051734" y="5143500"/>
            <a:ext cx="3048000" cy="137162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7FA03454-7049-8711-41A2-6392644568D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096000" y="5143500"/>
            <a:ext cx="3048000" cy="1714500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Content Placeholder 13">
            <a:extLst>
              <a:ext uri="{FF2B5EF4-FFF2-40B4-BE49-F238E27FC236}">
                <a16:creationId xmlns:a16="http://schemas.microsoft.com/office/drawing/2014/main" id="{A55675DA-63F6-5360-A31E-FBCE3C2387E2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147734" y="5135881"/>
            <a:ext cx="3048000" cy="1722119"/>
          </a:xfrm>
          <a:prstGeom prst="rect">
            <a:avLst/>
          </a:prstGeom>
          <a:noFill/>
        </p:spPr>
        <p:txBody>
          <a:bodyPr lIns="0" tIns="91440" rIns="365760" bIns="228600"/>
          <a:lstStyle>
            <a:lvl1pPr>
              <a:defRPr sz="1333" b="0" i="0">
                <a:solidFill>
                  <a:srgbClr val="001141"/>
                </a:solidFill>
                <a:latin typeface="IBM Plex Sans Light" panose="020B04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6DF9D18-25FF-188C-D13A-93D98DCB25EF}"/>
              </a:ext>
            </a:extLst>
          </p:cNvPr>
          <p:cNvCxnSpPr/>
          <p:nvPr userDrawn="1"/>
        </p:nvCxnSpPr>
        <p:spPr bwMode="auto">
          <a:xfrm>
            <a:off x="3048001" y="5143500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B13EFE4-4F38-A6E4-094C-78CC74C8DBDF}"/>
              </a:ext>
            </a:extLst>
          </p:cNvPr>
          <p:cNvCxnSpPr/>
          <p:nvPr userDrawn="1"/>
        </p:nvCxnSpPr>
        <p:spPr bwMode="auto">
          <a:xfrm>
            <a:off x="6096001" y="5143499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23CBAF-CC2A-D210-A5D4-6A045DC72208}"/>
              </a:ext>
            </a:extLst>
          </p:cNvPr>
          <p:cNvCxnSpPr/>
          <p:nvPr userDrawn="1"/>
        </p:nvCxnSpPr>
        <p:spPr bwMode="auto">
          <a:xfrm>
            <a:off x="9144001" y="5143499"/>
            <a:ext cx="2857501" cy="0"/>
          </a:xfrm>
          <a:prstGeom prst="line">
            <a:avLst/>
          </a:prstGeom>
          <a:ln w="31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9131B513-3543-BE91-B2BA-075F738460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1" y="152402"/>
            <a:ext cx="2476497" cy="228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167"/>
              </a:spcAft>
              <a:buNone/>
              <a:defRPr sz="833" b="0" i="0">
                <a:solidFill>
                  <a:srgbClr val="6F6F6F"/>
                </a:solidFill>
                <a:latin typeface="IBM Plex Sans Medm" panose="020B0503050203000203" pitchFamily="34" charset="0"/>
              </a:defRPr>
            </a:lvl1pPr>
            <a:lvl2pPr>
              <a:defRPr sz="667" b="0" i="0">
                <a:latin typeface="IBM Plex Sans Medm" panose="020B0503050203000203" pitchFamily="34" charset="0"/>
              </a:defRPr>
            </a:lvl2pPr>
            <a:lvl3pPr>
              <a:defRPr sz="667" b="0" i="0">
                <a:latin typeface="IBM Plex Sans Medm" panose="020B0503050203000203" pitchFamily="34" charset="0"/>
              </a:defRPr>
            </a:lvl3pPr>
            <a:lvl4pPr>
              <a:defRPr sz="667" b="0" i="0">
                <a:latin typeface="IBM Plex Sans Medm" panose="020B0503050203000203" pitchFamily="34" charset="0"/>
              </a:defRPr>
            </a:lvl4pPr>
            <a:lvl5pPr>
              <a:defRPr sz="667" b="0" i="0">
                <a:latin typeface="IBM Plex Sans Medm" panose="020B0503050203000203" pitchFamily="34" charset="0"/>
              </a:defRPr>
            </a:lvl5pPr>
          </a:lstStyle>
          <a:p>
            <a:pPr lvl="0"/>
            <a:r>
              <a:rPr lang="en-US"/>
              <a:t>Click to edit optional section header </a:t>
            </a:r>
          </a:p>
        </p:txBody>
      </p:sp>
    </p:spTree>
    <p:extLst>
      <p:ext uri="{BB962C8B-B14F-4D97-AF65-F5344CB8AC3E}">
        <p14:creationId xmlns:p14="http://schemas.microsoft.com/office/powerpoint/2010/main" val="35487751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0362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234377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503050203000203" pitchFamily="34" charset="0"/>
                <a:ea typeface="IBM Plex Sans Light"/>
                <a:cs typeface="IBM Plex Sans Light"/>
                <a:sym typeface="IBM Plex Sans Ligh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32141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00"/>
            <a:ext cx="5517527" cy="1331913"/>
          </a:xfrm>
        </p:spPr>
        <p:txBody>
          <a:bodyPr rIns="457200"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503050203000203" pitchFamily="34" charset="0"/>
                <a:ea typeface="IBM Plex Sans Light"/>
                <a:cs typeface="IBM Plex Sans Light"/>
                <a:sym typeface="IBM Plex Sans Ligh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56432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, imagery, half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20" y="284957"/>
            <a:ext cx="5523781" cy="6287294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8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52002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7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5" Type="http://schemas.openxmlformats.org/officeDocument/2006/relationships/oleObject" Target="../embeddings/oleObject2.bin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24" Type="http://schemas.openxmlformats.org/officeDocument/2006/relationships/tags" Target="../tags/tag2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8.xml"/><Relationship Id="rId27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621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85CC725-42C9-A37E-3A7D-FD6EE633EA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988216669"/>
              </p:ext>
            </p:extLst>
          </p:nvPr>
        </p:nvGraphicFramePr>
        <p:xfrm>
          <a:off x="1324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21" imgH="423" progId="TCLayout.ActiveDocument.1">
                  <p:embed/>
                </p:oleObj>
              </mc:Choice>
              <mc:Fallback>
                <p:oleObj name="think-cell Slide" r:id="rId25" imgW="421" imgH="42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5CC725-42C9-A37E-3A7D-FD6EE633EA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324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381000" y="380999"/>
            <a:ext cx="5524496" cy="60959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477000" y="380999"/>
            <a:ext cx="5333998" cy="60959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6924E0A-92D2-9C4D-867B-8CB23FF1185F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8274" y="6553200"/>
            <a:ext cx="471765" cy="190500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ACC00A88-4A19-6C48-922B-415CF82AD08C}"/>
              </a:ext>
            </a:extLst>
          </p:cNvPr>
          <p:cNvGrpSpPr/>
          <p:nvPr userDrawn="1"/>
        </p:nvGrpSpPr>
        <p:grpSpPr>
          <a:xfrm>
            <a:off x="-205741" y="-190498"/>
            <a:ext cx="12588243" cy="7209772"/>
            <a:chOff x="-109730" y="-110489"/>
            <a:chExt cx="9352896" cy="5351811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6C2A0210-CFBC-394D-A938-778FB6421104}"/>
                </a:ext>
              </a:extLst>
            </p:cNvPr>
            <p:cNvGrpSpPr/>
            <p:nvPr userDrawn="1"/>
          </p:nvGrpSpPr>
          <p:grpSpPr>
            <a:xfrm>
              <a:off x="326211" y="-110489"/>
              <a:ext cx="8492338" cy="119718"/>
              <a:chOff x="326211" y="-152399"/>
              <a:chExt cx="8492338" cy="199534"/>
            </a:xfrm>
          </p:grpSpPr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F8965F14-1CB6-5843-9F9F-6B676184ADE3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50011" y="-29065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6B8A782A-B233-0E4E-B3CD-5EE3BF97C657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090017" y="-76199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A1DC1833-C465-4545-8572-CA2BF3C440A8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31557" y="-76199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984DB13C-715F-4C41-A086-F8B04B8338B4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373096" y="-76199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E4E47650-7CC3-E04C-92FB-D684F2CD6CE1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354640" y="-40055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48E322F4-6558-1941-9668-7BA9BD1DD8BE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6180" y="-40055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5B67F614-8FE1-D140-884E-B58A72DE0C55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637719" y="-40055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4D35566C-B1A5-EA4C-B259-8C8C4D4DAC4A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619265" y="-40055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09214A7D-67C2-8944-92DC-99D0E47D2D3B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60804" y="-40055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A1CDACE7-EB75-4C46-81A7-AA51D8058C5F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902342" y="-40055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0DE10E2C-13E0-E045-979D-18B430462117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742349" y="-29065"/>
                <a:ext cx="152399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FD80F033-645B-5D4F-A361-EA80F684A392}"/>
                </a:ext>
              </a:extLst>
            </p:cNvPr>
            <p:cNvGrpSpPr/>
            <p:nvPr userDrawn="1"/>
          </p:nvGrpSpPr>
          <p:grpSpPr>
            <a:xfrm>
              <a:off x="326212" y="5143289"/>
              <a:ext cx="8492337" cy="98033"/>
              <a:chOff x="326212" y="5111418"/>
              <a:chExt cx="8492337" cy="163389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D7AF79B6-9A4C-6646-9D0E-0EFBC879BCA2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50012" y="5187632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13A48562-9ED8-2447-B180-45BC3A773135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090017" y="5198607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213B6266-0A93-084E-8A78-AE6C03C5F943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31557" y="5198607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69131E21-73CB-E242-BBDC-0E18035BD6F1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373096" y="5198607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7470289F-4240-FF43-A440-B8043B23295A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354641" y="5198607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3181E438-CE1F-204B-B678-19B8BDBDEF04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6180" y="5198607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A495CFAF-959F-8D42-94E4-963B9477BB9A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637719" y="5198607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597E11FF-33D2-8044-894E-13FB34529786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619264" y="5198607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23BD1786-FF52-F647-921E-9287706FFD79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60803" y="5198607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E256C9B2-A5FE-BC4E-920F-CEBABA73B93B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902342" y="5198607"/>
                <a:ext cx="15240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E1A1A939-9E62-2E4C-9714-2F6929182E36}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742348" y="5187619"/>
                <a:ext cx="152402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65151D40-4251-CA4F-9CEA-04AAC5EF6968}"/>
                </a:ext>
              </a:extLst>
            </p:cNvPr>
            <p:cNvGrpSpPr/>
            <p:nvPr userDrawn="1"/>
          </p:nvGrpSpPr>
          <p:grpSpPr>
            <a:xfrm>
              <a:off x="-109730" y="313734"/>
              <a:ext cx="124556" cy="4525058"/>
              <a:chOff x="-109730" y="313734"/>
              <a:chExt cx="124556" cy="4525058"/>
            </a:xfrm>
          </p:grpSpPr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DD3AB832-ECA3-1C40-9D87-D3BF3E76579E}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303590"/>
                <a:ext cx="9144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DEA137B8-70C8-E047-92CB-43CBD0F96DD8}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6262"/>
                <a:ext cx="9144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8F9E5AD6-4E33-6C4E-BCF9-D40AC0EA8DB2}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DEBF4B0D-888C-E341-8D2C-A2B62D3927F7}"/>
                  </a:ext>
                </a:extLst>
              </p:cNvPr>
              <p:cNvCxnSpPr/>
              <p:nvPr userDrawn="1"/>
            </p:nvCxnSpPr>
            <p:spPr bwMode="auto">
              <a:xfrm flipH="1">
                <a:off x="-98406" y="313734"/>
                <a:ext cx="9144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4A1525CA-DB42-1F46-952B-49632CFC59C5}"/>
                  </a:ext>
                </a:extLst>
              </p:cNvPr>
              <p:cNvCxnSpPr/>
              <p:nvPr userDrawn="1"/>
            </p:nvCxnSpPr>
            <p:spPr bwMode="auto">
              <a:xfrm flipH="1">
                <a:off x="-76614" y="4838792"/>
                <a:ext cx="9144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A6884295-F7A1-534D-ABFD-819D33AD6D11}"/>
                </a:ext>
              </a:extLst>
            </p:cNvPr>
            <p:cNvGrpSpPr/>
            <p:nvPr userDrawn="1"/>
          </p:nvGrpSpPr>
          <p:grpSpPr>
            <a:xfrm>
              <a:off x="9123418" y="313734"/>
              <a:ext cx="119748" cy="4525059"/>
              <a:chOff x="-149362" y="307384"/>
              <a:chExt cx="119748" cy="4525059"/>
            </a:xfrm>
          </p:grpSpPr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2C290D71-5B73-D042-BDA2-E632B7E0FFA5}"/>
                  </a:ext>
                </a:extLst>
              </p:cNvPr>
              <p:cNvCxnSpPr/>
              <p:nvPr userDrawn="1"/>
            </p:nvCxnSpPr>
            <p:spPr bwMode="auto">
              <a:xfrm flipH="1">
                <a:off x="-142845" y="1297240"/>
                <a:ext cx="9144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5646BE28-7152-2040-A2AF-B34178C299A1}"/>
                  </a:ext>
                </a:extLst>
              </p:cNvPr>
              <p:cNvCxnSpPr/>
              <p:nvPr userDrawn="1"/>
            </p:nvCxnSpPr>
            <p:spPr bwMode="auto">
              <a:xfrm flipH="1">
                <a:off x="-142845" y="2569913"/>
                <a:ext cx="9144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4296DD67-0C6C-0549-B851-03883C54615F}"/>
                  </a:ext>
                </a:extLst>
              </p:cNvPr>
              <p:cNvCxnSpPr/>
              <p:nvPr userDrawn="1"/>
            </p:nvCxnSpPr>
            <p:spPr bwMode="auto">
              <a:xfrm flipH="1">
                <a:off x="-142845" y="3843274"/>
                <a:ext cx="9144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0ACE78AA-7905-5246-83D4-D5D84E497E8A}"/>
                  </a:ext>
                </a:extLst>
              </p:cNvPr>
              <p:cNvCxnSpPr/>
              <p:nvPr userDrawn="1"/>
            </p:nvCxnSpPr>
            <p:spPr bwMode="auto">
              <a:xfrm flipH="1">
                <a:off x="-149362" y="307384"/>
                <a:ext cx="9144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30562EE8-1F7C-6E45-9B05-5B7385E02341}"/>
                  </a:ext>
                </a:extLst>
              </p:cNvPr>
              <p:cNvCxnSpPr/>
              <p:nvPr userDrawn="1"/>
            </p:nvCxnSpPr>
            <p:spPr bwMode="auto">
              <a:xfrm flipH="1">
                <a:off x="-121054" y="4832443"/>
                <a:ext cx="91440" cy="0"/>
              </a:xfrm>
              <a:prstGeom prst="line">
                <a:avLst/>
              </a:prstGeom>
              <a:ln>
                <a:solidFill>
                  <a:srgbClr val="1192E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13B98F9-8D02-2A4B-B86A-C60442B19C44}"/>
              </a:ext>
            </a:extLst>
          </p:cNvPr>
          <p:cNvSpPr txBox="1"/>
          <p:nvPr userDrawn="1"/>
        </p:nvSpPr>
        <p:spPr>
          <a:xfrm>
            <a:off x="382982" y="6652260"/>
            <a:ext cx="379018" cy="213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rtl="0">
              <a:lnSpc>
                <a:spcPct val="110000"/>
              </a:lnSpc>
              <a:spcBef>
                <a:spcPts val="1500"/>
              </a:spcBef>
            </a:pPr>
            <a:fld id="{5703191B-A4A8-4141-A229-4AAA1EA5695E}" type="slidenum">
              <a:rPr lang="en-US" sz="667" b="0" i="0" smtClean="0">
                <a:solidFill>
                  <a:schemeClr val="tx1"/>
                </a:solidFill>
                <a:latin typeface="IBM Plex Sans Light" panose="020B0403050203000203" pitchFamily="34" charset="0"/>
                <a:ea typeface="IBM Plex Sans" charset="0"/>
                <a:cs typeface="IBM Plex Sans" charset="0"/>
                <a:sym typeface="IBM Plex Sans Light" panose="020B0403050203000203" pitchFamily="34" charset="0"/>
              </a:rPr>
              <a:pPr algn="l" rtl="0">
                <a:lnSpc>
                  <a:spcPct val="110000"/>
                </a:lnSpc>
                <a:spcBef>
                  <a:spcPts val="1500"/>
                </a:spcBef>
              </a:pPr>
              <a:t>‹#›</a:t>
            </a:fld>
            <a:endParaRPr lang="en-US" sz="667" b="0" i="0">
              <a:solidFill>
                <a:schemeClr val="tx1"/>
              </a:solidFill>
              <a:latin typeface="IBM Plex Sans Light" panose="020B0403050203000203" pitchFamily="34" charset="0"/>
              <a:ea typeface="IBM Plex Sans" charset="0"/>
              <a:cs typeface="IBM Plex Sans" charset="0"/>
              <a:sym typeface="IBM Plex Sans Light" panose="020B0403050203000203" pitchFamily="34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8C751B9-399C-F241-A24E-FB046FBFA5EE}"/>
              </a:ext>
            </a:extLst>
          </p:cNvPr>
          <p:cNvSpPr txBox="1">
            <a:spLocks/>
          </p:cNvSpPr>
          <p:nvPr userDrawn="1"/>
        </p:nvSpPr>
        <p:spPr>
          <a:xfrm>
            <a:off x="762000" y="6622960"/>
            <a:ext cx="1903680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sz="667" b="0" i="0">
                <a:solidFill>
                  <a:srgbClr val="525252"/>
                </a:solidFill>
                <a:latin typeface="IBM Plex Sans Light" panose="020B0403050203000203" pitchFamily="34" charset="0"/>
                <a:ea typeface="IBM Plex Sans" charset="0"/>
                <a:cs typeface="IBM Plex Sans" charset="0"/>
                <a:sym typeface="IBM Plex Sans Light" panose="020B0403050203000203" pitchFamily="34" charset="0"/>
              </a:rPr>
              <a:t>IBM Consulting  |  ©2025 IBM Corporation  </a:t>
            </a:r>
          </a:p>
        </p:txBody>
      </p:sp>
    </p:spTree>
    <p:extLst>
      <p:ext uri="{BB962C8B-B14F-4D97-AF65-F5344CB8AC3E}">
        <p14:creationId xmlns:p14="http://schemas.microsoft.com/office/powerpoint/2010/main" val="32928533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2" r:id="rId21"/>
    <p:sldLayoutId id="2147483713" r:id="rId22"/>
  </p:sldLayoutIdLst>
  <p:hf hd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30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  <a:sym typeface="IBM Plex Sans Light" panose="020B04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5pPr>
      <a:lvl6pPr marL="48340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6pPr>
      <a:lvl7pPr marL="96681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7pPr>
      <a:lvl8pPr marL="145021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8pPr>
      <a:lvl9pPr marL="193362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10000"/>
        </a:lnSpc>
        <a:spcBef>
          <a:spcPts val="15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5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  <a:sym typeface="IBM Plex Sans Light" panose="020B0403050203000203" pitchFamily="34" charset="0"/>
        </a:defRPr>
      </a:lvl1pPr>
      <a:lvl2pPr marL="152394" indent="-152394" algn="l" rtl="0" eaLnBrk="1" fontAlgn="base" hangingPunct="1">
        <a:lnSpc>
          <a:spcPct val="110000"/>
        </a:lnSpc>
        <a:spcBef>
          <a:spcPts val="10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5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  <a:sym typeface="IBM Plex Sans Light" panose="020B0403050203000203" pitchFamily="34" charset="0"/>
        </a:defRPr>
      </a:lvl2pPr>
      <a:lvl3pPr marL="304788" indent="-152394" algn="l" rtl="0" eaLnBrk="1" fontAlgn="base" hangingPunct="1">
        <a:lnSpc>
          <a:spcPct val="110000"/>
        </a:lnSpc>
        <a:spcBef>
          <a:spcPts val="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5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  <a:sym typeface="IBM Plex Sans Light" panose="020B0403050203000203" pitchFamily="34" charset="0"/>
        </a:defRPr>
      </a:lvl3pPr>
      <a:lvl4pPr marL="457182" indent="-152394" algn="l" rtl="0" eaLnBrk="1" fontAlgn="base" hangingPunct="1">
        <a:lnSpc>
          <a:spcPct val="110000"/>
        </a:lnSpc>
        <a:spcBef>
          <a:spcPts val="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500" b="0" i="0" baseline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  <a:sym typeface="IBM Plex Sans Light" panose="020B0403050203000203" pitchFamily="34" charset="0"/>
        </a:defRPr>
      </a:lvl4pPr>
      <a:lvl5pPr marL="609576" indent="-152394" algn="l" rtl="0" eaLnBrk="1" fontAlgn="base" hangingPunct="1">
        <a:lnSpc>
          <a:spcPct val="110000"/>
        </a:lnSpc>
        <a:spcBef>
          <a:spcPts val="0"/>
        </a:spcBef>
        <a:spcAft>
          <a:spcPct val="0"/>
        </a:spcAft>
        <a:buClr>
          <a:srgbClr val="001141"/>
        </a:buClr>
        <a:buFont typeface="Arial" panose="020B0604020202020204" pitchFamily="34" charset="0"/>
        <a:buChar char="•"/>
        <a:tabLst/>
        <a:defRPr sz="15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  <a:sym typeface="IBM Plex Sans Light" panose="020B0403050203000203" pitchFamily="34" charset="0"/>
        </a:defRPr>
      </a:lvl5pPr>
      <a:lvl6pPr marL="2111544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6pPr>
      <a:lvl7pPr marL="2594951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7pPr>
      <a:lvl8pPr marL="3078357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8pPr>
      <a:lvl9pPr marL="3561764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966813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05" algn="l" defTabSz="966813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13" algn="l" defTabSz="966813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18" algn="l" defTabSz="966813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24" algn="l" defTabSz="966813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32" algn="l" defTabSz="966813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36" algn="l" defTabSz="966813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42" algn="l" defTabSz="966813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248" algn="l" defTabSz="966813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>
          <p15:clr>
            <a:srgbClr val="F26B43"/>
          </p15:clr>
        </p15:guide>
        <p15:guide id="2" pos="288">
          <p15:clr>
            <a:srgbClr val="F26B43"/>
          </p15:clr>
        </p15:guide>
        <p15:guide id="3" pos="8928">
          <p15:clr>
            <a:srgbClr val="F26B43"/>
          </p15:clr>
        </p15:guide>
        <p15:guide id="4" orient="horz" pos="4896">
          <p15:clr>
            <a:srgbClr val="F26B43"/>
          </p15:clr>
        </p15:guide>
        <p15:guide id="5" orient="horz" pos="5088">
          <p15:clr>
            <a:srgbClr val="F26B43"/>
          </p15:clr>
        </p15:guide>
        <p15:guide id="6" pos="4608">
          <p15:clr>
            <a:srgbClr val="547EBF"/>
          </p15:clr>
        </p15:guide>
        <p15:guide id="7" pos="4464">
          <p15:clr>
            <a:srgbClr val="F26B43"/>
          </p15:clr>
        </p15:guide>
        <p15:guide id="8" pos="2304">
          <p15:clr>
            <a:srgbClr val="547EBF"/>
          </p15:clr>
        </p15:guide>
        <p15:guide id="9" pos="4752">
          <p15:clr>
            <a:srgbClr val="F26B43"/>
          </p15:clr>
        </p15:guide>
        <p15:guide id="10" pos="2160">
          <p15:clr>
            <a:srgbClr val="F26B43"/>
          </p15:clr>
        </p15:guide>
        <p15:guide id="11" pos="2448">
          <p15:clr>
            <a:srgbClr val="F26B43"/>
          </p15:clr>
        </p15:guide>
        <p15:guide id="12" pos="6912">
          <p15:clr>
            <a:srgbClr val="547EBF"/>
          </p15:clr>
        </p15:guide>
        <p15:guide id="13" pos="6768">
          <p15:clr>
            <a:srgbClr val="F26B43"/>
          </p15:clr>
        </p15:guide>
        <p15:guide id="14" pos="7056">
          <p15:clr>
            <a:srgbClr val="F26B43"/>
          </p15:clr>
        </p15:guide>
        <p15:guide id="17" orient="horz" pos="1296">
          <p15:clr>
            <a:srgbClr val="547EBF"/>
          </p15:clr>
        </p15:guide>
        <p15:guide id="18" orient="horz" pos="2592">
          <p15:clr>
            <a:srgbClr val="547EBF"/>
          </p15:clr>
        </p15:guide>
        <p15:guide id="21" orient="horz" pos="3888">
          <p15:clr>
            <a:srgbClr val="547EBF"/>
          </p15:clr>
        </p15:guide>
        <p15:guide id="22" pos="4896">
          <p15:clr>
            <a:srgbClr val="FDE53C"/>
          </p15:clr>
        </p15:guide>
        <p15:guide id="23" pos="4320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sv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Relationship Id="rId6" Type="http://schemas.openxmlformats.org/officeDocument/2006/relationships/image" Target="../media/image10.emf"/><Relationship Id="rId11" Type="http://schemas.openxmlformats.org/officeDocument/2006/relationships/image" Target="../media/image14.png"/><Relationship Id="rId5" Type="http://schemas.openxmlformats.org/officeDocument/2006/relationships/image" Target="../media/image1.emf"/><Relationship Id="rId10" Type="http://schemas.openxmlformats.org/officeDocument/2006/relationships/hyperlink" Target="https://www.ibm.com/thought-leadership/institute-business-value/en-us/technology/ai-cognitive" TargetMode="External"/><Relationship Id="rId4" Type="http://schemas.openxmlformats.org/officeDocument/2006/relationships/oleObject" Target="../embeddings/oleObject18.bin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2C7B83-3EFC-BF23-4EAD-44B33E1678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8231" y="1557488"/>
            <a:ext cx="6048074" cy="457474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33FE943-3909-63BD-A5BC-3A4AE8B67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10" y="193288"/>
            <a:ext cx="9260889" cy="4574746"/>
          </a:xfrm>
        </p:spPr>
        <p:txBody>
          <a:bodyPr/>
          <a:lstStyle/>
          <a:p>
            <a:r>
              <a:rPr lang="en-SG" dirty="0">
                <a:solidFill>
                  <a:schemeClr val="tx1"/>
                </a:solidFill>
              </a:rPr>
              <a:t>IBM </a:t>
            </a:r>
            <a:r>
              <a:rPr lang="en-SG" dirty="0" err="1">
                <a:solidFill>
                  <a:schemeClr val="tx1"/>
                </a:solidFill>
              </a:rPr>
              <a:t>Hibrit</a:t>
            </a:r>
            <a:r>
              <a:rPr lang="en-SG" dirty="0">
                <a:solidFill>
                  <a:schemeClr val="tx1"/>
                </a:solidFill>
              </a:rPr>
              <a:t> Bulut Vaka </a:t>
            </a:r>
            <a:r>
              <a:rPr lang="en-SG" dirty="0" err="1">
                <a:solidFill>
                  <a:schemeClr val="tx1"/>
                </a:solidFill>
              </a:rPr>
              <a:t>Çalışması</a:t>
            </a:r>
            <a:endParaRPr lang="en-SG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D9A83A-F253-99AE-6FE6-230515637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125" y="5967346"/>
            <a:ext cx="767588" cy="4771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30DFFA-1F13-167B-EA26-78DFB1E47D34}"/>
              </a:ext>
            </a:extLst>
          </p:cNvPr>
          <p:cNvSpPr txBox="1"/>
          <p:nvPr/>
        </p:nvSpPr>
        <p:spPr>
          <a:xfrm>
            <a:off x="250835" y="4742439"/>
            <a:ext cx="12005132" cy="400110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US" sz="2000" dirty="0">
                <a:latin typeface="IBM Plex Sans Light"/>
                <a:cs typeface="Arial"/>
              </a:rPr>
              <a:t>A. </a:t>
            </a:r>
            <a:r>
              <a:rPr lang="en-US" sz="2000" dirty="0" err="1">
                <a:latin typeface="IBM Plex Sans Light"/>
                <a:cs typeface="Arial"/>
              </a:rPr>
              <a:t>Kıvanç</a:t>
            </a:r>
            <a:r>
              <a:rPr lang="en-US" sz="2000" dirty="0">
                <a:latin typeface="IBM Plex Sans Light"/>
                <a:cs typeface="Arial"/>
              </a:rPr>
              <a:t> GÜLER –IBM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9ED170-A501-84B0-6C1A-906F3DB76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695" y="2603864"/>
            <a:ext cx="22352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5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5E737-1D92-B640-C58B-DB444742B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E05E7C07-CFFC-93D3-C143-070B8AD7BF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323" y="1323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2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5E7C07-CFFC-93D3-C143-070B8AD7BF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23" y="1323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2">
            <a:extLst>
              <a:ext uri="{FF2B5EF4-FFF2-40B4-BE49-F238E27FC236}">
                <a16:creationId xmlns:a16="http://schemas.microsoft.com/office/drawing/2014/main" id="{45B21989-9238-3933-D4E8-78F5EA85CE46}"/>
              </a:ext>
            </a:extLst>
          </p:cNvPr>
          <p:cNvSpPr txBox="1">
            <a:spLocks/>
          </p:cNvSpPr>
          <p:nvPr/>
        </p:nvSpPr>
        <p:spPr>
          <a:xfrm>
            <a:off x="381000" y="353219"/>
            <a:ext cx="5524501" cy="19236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6600" b="0" i="0">
                <a:solidFill>
                  <a:schemeClr val="tx1"/>
                </a:solidFill>
                <a:latin typeface="IBM Plex Sans ExtLt" panose="020B0303050203000203" pitchFamily="34" charset="0"/>
                <a:ea typeface="IBM Plex Sans Light" panose="020B0403050203000203" pitchFamily="34" charset="0"/>
                <a:cs typeface="IBM Plex Sans Light" panose="020B0403050203000203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5pPr>
            <a:lvl6pPr marL="58010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6pPr>
            <a:lvl7pPr marL="116022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7pPr>
            <a:lvl8pPr marL="1740331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8pPr>
            <a:lvl9pPr marL="232044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52">
                <a:solidFill>
                  <a:srgbClr val="191919"/>
                </a:solidFill>
                <a:latin typeface="IBM Plex Sans Light" pitchFamily="34" charset="0"/>
              </a:defRPr>
            </a:lvl9pPr>
          </a:lstStyle>
          <a:p>
            <a:pPr marL="0" marR="0" lvl="0" indent="0" algn="l" defTabSz="7619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</a:rPr>
              <a:t>The AI era | 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</a:rPr>
              <a:t>The AI opportunity</a:t>
            </a:r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0342C473-3F23-DC39-823C-EA73785F7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25501"/>
            <a:ext cx="11430000" cy="820866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667">
                <a:solidFill>
                  <a:schemeClr val="accent1"/>
                </a:solidFill>
              </a:rPr>
              <a:t>AI has disrupted productivity over decades; now, agentic AI introduces a new horizon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4E4396-86F5-0CA7-7A76-CD58D8C56027}"/>
              </a:ext>
            </a:extLst>
          </p:cNvPr>
          <p:cNvSpPr>
            <a:spLocks/>
          </p:cNvSpPr>
          <p:nvPr/>
        </p:nvSpPr>
        <p:spPr bwMode="auto">
          <a:xfrm>
            <a:off x="381446" y="1727111"/>
            <a:ext cx="11417137" cy="4675285"/>
          </a:xfrm>
          <a:prstGeom prst="rect">
            <a:avLst/>
          </a:prstGeom>
          <a:solidFill>
            <a:schemeClr val="accent5">
              <a:lumMod val="20000"/>
              <a:lumOff val="80000"/>
              <a:alpha val="50196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09" tIns="45709" rIns="45709" bIns="45709" numCol="1" rtlCol="0" anchor="t" anchorCtr="0" compatLnSpc="1">
            <a:prstTxWarp prst="textNoShape">
              <a:avLst/>
            </a:prstTxWarp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163763" marR="0" lvl="0" indent="-163763" algn="l" defTabSz="45709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F0623D-8E56-34F3-8F4E-ADA4E5CD85AB}"/>
              </a:ext>
            </a:extLst>
          </p:cNvPr>
          <p:cNvSpPr>
            <a:spLocks/>
          </p:cNvSpPr>
          <p:nvPr/>
        </p:nvSpPr>
        <p:spPr bwMode="auto">
          <a:xfrm>
            <a:off x="1610892" y="1733322"/>
            <a:ext cx="10193900" cy="3762513"/>
          </a:xfrm>
          <a:prstGeom prst="rect">
            <a:avLst/>
          </a:prstGeom>
          <a:solidFill>
            <a:schemeClr val="accent5">
              <a:lumMod val="40000"/>
              <a:lumOff val="60000"/>
              <a:alpha val="29982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09" tIns="45709" rIns="45709" bIns="45709" numCol="1" rtlCol="0" anchor="t" anchorCtr="0" compatLnSpc="1">
            <a:prstTxWarp prst="textNoShape">
              <a:avLst/>
            </a:prstTxWarp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163763" marR="0" lvl="0" indent="-163763" algn="l" defTabSz="45709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8CD9E2-DFB8-2935-13E1-543286CEB57B}"/>
              </a:ext>
            </a:extLst>
          </p:cNvPr>
          <p:cNvSpPr>
            <a:spLocks/>
          </p:cNvSpPr>
          <p:nvPr/>
        </p:nvSpPr>
        <p:spPr bwMode="auto">
          <a:xfrm>
            <a:off x="2890011" y="1733322"/>
            <a:ext cx="8920989" cy="2886997"/>
          </a:xfrm>
          <a:prstGeom prst="rect">
            <a:avLst/>
          </a:prstGeom>
          <a:solidFill>
            <a:schemeClr val="accent5">
              <a:lumMod val="60000"/>
              <a:lumOff val="40000"/>
              <a:alpha val="30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09" tIns="45709" rIns="45709" bIns="45709" numCol="1" rtlCol="0" anchor="t" anchorCtr="0" compatLnSpc="1">
            <a:prstTxWarp prst="textNoShape">
              <a:avLst/>
            </a:prstTxWarp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163763" marR="0" lvl="0" indent="-163763" algn="l" defTabSz="45709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5BCF43-366A-2E58-BAC1-107AB8EDA4AB}"/>
              </a:ext>
            </a:extLst>
          </p:cNvPr>
          <p:cNvSpPr>
            <a:spLocks/>
          </p:cNvSpPr>
          <p:nvPr/>
        </p:nvSpPr>
        <p:spPr bwMode="auto">
          <a:xfrm>
            <a:off x="4156715" y="1727112"/>
            <a:ext cx="7648075" cy="1912137"/>
          </a:xfrm>
          <a:prstGeom prst="rect">
            <a:avLst/>
          </a:prstGeom>
          <a:solidFill>
            <a:schemeClr val="accent5">
              <a:lumMod val="75000"/>
              <a:alpha val="20143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09" tIns="45709" rIns="45709" bIns="45709" numCol="1" rtlCol="0" anchor="t" anchorCtr="0" compatLnSpc="1">
            <a:prstTxWarp prst="textNoShape">
              <a:avLst/>
            </a:prstTxWarp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163506" marR="0" lvl="0" indent="-163506" algn="l" defTabSz="45709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838639-2E31-7C8E-FB2A-BBD70D241F07}"/>
              </a:ext>
            </a:extLst>
          </p:cNvPr>
          <p:cNvSpPr>
            <a:spLocks/>
          </p:cNvSpPr>
          <p:nvPr/>
        </p:nvSpPr>
        <p:spPr bwMode="auto">
          <a:xfrm>
            <a:off x="5386158" y="1727114"/>
            <a:ext cx="6412423" cy="1030409"/>
          </a:xfrm>
          <a:prstGeom prst="rect">
            <a:avLst/>
          </a:prstGeom>
          <a:solidFill>
            <a:schemeClr val="accent5">
              <a:lumMod val="50000"/>
              <a:alpha val="20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09" tIns="45709" rIns="45709" bIns="45709" numCol="1" rtlCol="0" anchor="t" anchorCtr="0" compatLnSpc="1">
            <a:prstTxWarp prst="textNoShape">
              <a:avLst/>
            </a:prstTxWarp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163506" marR="0" lvl="0" indent="-163506" algn="l" defTabSz="45709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A73329-1839-5063-AE17-8FA82A84BA33}"/>
              </a:ext>
            </a:extLst>
          </p:cNvPr>
          <p:cNvCxnSpPr>
            <a:cxnSpLocks/>
          </p:cNvCxnSpPr>
          <p:nvPr/>
        </p:nvCxnSpPr>
        <p:spPr bwMode="auto">
          <a:xfrm flipV="1">
            <a:off x="380999" y="1797819"/>
            <a:ext cx="6459918" cy="4621827"/>
          </a:xfrm>
          <a:prstGeom prst="line">
            <a:avLst/>
          </a:prstGeom>
          <a:ln w="57150">
            <a:solidFill>
              <a:schemeClr val="bg1"/>
            </a:solidFill>
            <a:headEnd type="none" w="med" len="med"/>
            <a:tailEnd type="arrow" w="lg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82CF95E1-A554-FA72-B40F-D29E9043BD7E}"/>
              </a:ext>
            </a:extLst>
          </p:cNvPr>
          <p:cNvSpPr/>
          <p:nvPr/>
        </p:nvSpPr>
        <p:spPr bwMode="auto">
          <a:xfrm>
            <a:off x="911277" y="5850958"/>
            <a:ext cx="214167" cy="214167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09" tIns="45709" rIns="45709" bIns="45709" numCol="1" rtlCol="0" anchor="t" anchorCtr="0" compatLnSpc="1">
            <a:prstTxWarp prst="textNoShape">
              <a:avLst/>
            </a:prstTxWarp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163763" marR="0" lvl="0" indent="-163763" algn="l" defTabSz="45709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A0312BA0-4185-BB30-FDA6-64D528BDCA31}"/>
              </a:ext>
            </a:extLst>
          </p:cNvPr>
          <p:cNvSpPr/>
          <p:nvPr/>
        </p:nvSpPr>
        <p:spPr bwMode="auto">
          <a:xfrm>
            <a:off x="2198730" y="4935640"/>
            <a:ext cx="214167" cy="214167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09" tIns="45709" rIns="45709" bIns="45709" numCol="1" rtlCol="0" anchor="t" anchorCtr="0" compatLnSpc="1">
            <a:prstTxWarp prst="textNoShape">
              <a:avLst/>
            </a:prstTxWarp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163763" marR="0" lvl="0" indent="-163763" algn="l" defTabSz="45709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1A4633DA-ADAB-8B6D-74A2-233ADAF71B3D}"/>
              </a:ext>
            </a:extLst>
          </p:cNvPr>
          <p:cNvSpPr/>
          <p:nvPr/>
        </p:nvSpPr>
        <p:spPr bwMode="auto">
          <a:xfrm>
            <a:off x="3503875" y="3996819"/>
            <a:ext cx="214167" cy="214167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09" tIns="45709" rIns="45709" bIns="45709" numCol="1" rtlCol="0" anchor="t" anchorCtr="0" compatLnSpc="1">
            <a:prstTxWarp prst="textNoShape">
              <a:avLst/>
            </a:prstTxWarp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163763" marR="0" lvl="0" indent="-163763" algn="l" defTabSz="45709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0B026E-9EC6-8CBF-1364-B2CAA4151EBF}"/>
              </a:ext>
            </a:extLst>
          </p:cNvPr>
          <p:cNvSpPr txBox="1"/>
          <p:nvPr/>
        </p:nvSpPr>
        <p:spPr>
          <a:xfrm>
            <a:off x="759527" y="6167254"/>
            <a:ext cx="571109" cy="26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t">
            <a:noAutofit/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0" marR="0" lvl="0" indent="0" algn="l" defTabSz="12189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Arial"/>
                <a:sym typeface="IBM Plex Sans Light"/>
              </a:rPr>
              <a:t>1950’s</a:t>
            </a: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Arial" panose="020B0604020202020204" pitchFamily="34" charset="0"/>
              <a:sym typeface="IBM Plex Sans Ligh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725E7A-117E-9DEB-1B73-D74B91B465A1}"/>
              </a:ext>
            </a:extLst>
          </p:cNvPr>
          <p:cNvSpPr txBox="1"/>
          <p:nvPr/>
        </p:nvSpPr>
        <p:spPr>
          <a:xfrm>
            <a:off x="2077701" y="5229465"/>
            <a:ext cx="571109" cy="26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t">
            <a:noAutofit/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0" marR="0" lvl="0" indent="0" algn="l" defTabSz="12189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Arial"/>
                <a:sym typeface="IBM Plex Sans Light"/>
              </a:rPr>
              <a:t>1980’s</a:t>
            </a:r>
            <a:endParaRPr kumimoji="0" lang="en-US" sz="16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930746-8BD6-5C7E-92E3-8F36E10C2753}"/>
              </a:ext>
            </a:extLst>
          </p:cNvPr>
          <p:cNvSpPr txBox="1"/>
          <p:nvPr/>
        </p:nvSpPr>
        <p:spPr>
          <a:xfrm>
            <a:off x="3309232" y="4338687"/>
            <a:ext cx="571109" cy="26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t">
            <a:noAutofit/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0" marR="0" lvl="0" indent="0" algn="l" defTabSz="12189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Arial"/>
                <a:sym typeface="IBM Plex Sans Light"/>
              </a:rPr>
              <a:t>2010’s</a:t>
            </a: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Arial" panose="020B0604020202020204" pitchFamily="34" charset="0"/>
              <a:sym typeface="IBM Plex Sans Light"/>
            </a:endParaRPr>
          </a:p>
        </p:txBody>
      </p:sp>
      <p:sp>
        <p:nvSpPr>
          <p:cNvPr id="26" name="Flowchart: Connector 32">
            <a:extLst>
              <a:ext uri="{FF2B5EF4-FFF2-40B4-BE49-F238E27FC236}">
                <a16:creationId xmlns:a16="http://schemas.microsoft.com/office/drawing/2014/main" id="{AB61013D-10BB-802C-4E66-B25C127336EB}"/>
              </a:ext>
            </a:extLst>
          </p:cNvPr>
          <p:cNvSpPr/>
          <p:nvPr/>
        </p:nvSpPr>
        <p:spPr bwMode="auto">
          <a:xfrm>
            <a:off x="4763461" y="3100328"/>
            <a:ext cx="214167" cy="214167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09" tIns="45709" rIns="45709" bIns="45709" numCol="1" rtlCol="0" anchor="t" anchorCtr="0" compatLnSpc="1">
            <a:prstTxWarp prst="textNoShape">
              <a:avLst/>
            </a:prstTxWarp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163763" marR="0" lvl="0" indent="-163763" algn="l" defTabSz="45709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0AC82E-1BD2-3C3B-CC0B-C366ACAF3AA7}"/>
              </a:ext>
            </a:extLst>
          </p:cNvPr>
          <p:cNvSpPr txBox="1"/>
          <p:nvPr/>
        </p:nvSpPr>
        <p:spPr>
          <a:xfrm>
            <a:off x="4655537" y="3388965"/>
            <a:ext cx="703806" cy="26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t">
            <a:noAutofit/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0" marR="0" lvl="0" indent="0" algn="l" defTabSz="12189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Arial"/>
                <a:sym typeface="IBM Plex Sans Light"/>
              </a:rPr>
              <a:t>2020's</a:t>
            </a: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Arial"/>
              <a:sym typeface="Wingdings" pitchFamily="2" charset="2"/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D2197BF2-D20D-511F-9AB7-695D6052B971}"/>
              </a:ext>
            </a:extLst>
          </p:cNvPr>
          <p:cNvSpPr txBox="1">
            <a:spLocks/>
          </p:cNvSpPr>
          <p:nvPr/>
        </p:nvSpPr>
        <p:spPr>
          <a:xfrm>
            <a:off x="2045790" y="5726006"/>
            <a:ext cx="3116377" cy="5124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0" marR="0" lvl="0" indent="0" algn="l" defTabSz="121915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Artificial Intelligence (AI)</a:t>
            </a:r>
            <a:b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</a:br>
            <a:r>
              <a:rPr kumimoji="0" lang="en-US" sz="1167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Human intelligence exhibited by machines.</a:t>
            </a:r>
            <a:endParaRPr kumimoji="0" lang="en-US" sz="2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A7DF3F14-AB4C-8157-99E4-A2429B668A65}"/>
              </a:ext>
            </a:extLst>
          </p:cNvPr>
          <p:cNvSpPr txBox="1">
            <a:spLocks/>
          </p:cNvSpPr>
          <p:nvPr/>
        </p:nvSpPr>
        <p:spPr>
          <a:xfrm>
            <a:off x="8527593" y="5719977"/>
            <a:ext cx="3151993" cy="512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/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0" marR="0" lvl="0" indent="0" algn="l" defTabSz="121892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Enabling machines to mimic cognitive functions associated with human minds: learning, reasoning, perceiving, and problem-solving.</a:t>
            </a:r>
            <a:endParaRPr kumimoji="0" lang="en-US" sz="1083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A438280A-9F1E-A149-DAF8-9ED08B1E1994}"/>
              </a:ext>
            </a:extLst>
          </p:cNvPr>
          <p:cNvSpPr txBox="1">
            <a:spLocks/>
          </p:cNvSpPr>
          <p:nvPr/>
        </p:nvSpPr>
        <p:spPr>
          <a:xfrm>
            <a:off x="3338416" y="4802989"/>
            <a:ext cx="2720918" cy="487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0" marR="0" lvl="0" indent="0" algn="l" defTabSz="121892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Machine Learning (ML)</a:t>
            </a:r>
            <a:b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</a:br>
            <a:r>
              <a:rPr kumimoji="0" lang="en-US" sz="1167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Systems that learn from historical data.</a:t>
            </a:r>
            <a:endParaRPr kumimoji="0" lang="en-US" sz="2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74BCF77B-3565-CD7E-CA4D-22F898E19DDC}"/>
              </a:ext>
            </a:extLst>
          </p:cNvPr>
          <p:cNvSpPr txBox="1">
            <a:spLocks/>
          </p:cNvSpPr>
          <p:nvPr/>
        </p:nvSpPr>
        <p:spPr>
          <a:xfrm>
            <a:off x="8527593" y="4707402"/>
            <a:ext cx="3142095" cy="678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/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0" marR="0" lvl="0" indent="0" algn="l" defTabSz="121892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ML-based systems that are trained on historical data to discover patterns. Users provide input to the ML system, and receive an output based on the pattern. </a:t>
            </a:r>
            <a:endParaRPr kumimoji="0" lang="en-US" sz="1083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1BFC8FC8-F36A-CEB3-3ADA-A92189EFB3C5}"/>
              </a:ext>
            </a:extLst>
          </p:cNvPr>
          <p:cNvSpPr txBox="1">
            <a:spLocks/>
          </p:cNvSpPr>
          <p:nvPr/>
        </p:nvSpPr>
        <p:spPr>
          <a:xfrm>
            <a:off x="4662988" y="3812187"/>
            <a:ext cx="2177930" cy="66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0" marR="0" lvl="0" indent="0" algn="l" defTabSz="121892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Deep Learning</a:t>
            </a:r>
            <a:b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</a:br>
            <a:r>
              <a:rPr kumimoji="0" lang="en-US" sz="1167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ML technique that mimics human brain function.</a:t>
            </a:r>
            <a:endParaRPr kumimoji="0" lang="en-US" sz="2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ECB8221F-F643-88AF-BBB0-88677F8816B2}"/>
              </a:ext>
            </a:extLst>
          </p:cNvPr>
          <p:cNvSpPr txBox="1">
            <a:spLocks/>
          </p:cNvSpPr>
          <p:nvPr/>
        </p:nvSpPr>
        <p:spPr>
          <a:xfrm>
            <a:off x="8528160" y="3718395"/>
            <a:ext cx="3146172" cy="854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/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0" marR="0" lvl="0" indent="0" algn="l" defTabSz="121892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Subset of ML, using multiple layers of neural networks (interconnected nodes), that work together to process information. Suitable to complex applications, like image and speech recognition.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59D068F7-CBCC-816C-8E14-133ECE9BDB28}"/>
              </a:ext>
            </a:extLst>
          </p:cNvPr>
          <p:cNvSpPr txBox="1">
            <a:spLocks/>
          </p:cNvSpPr>
          <p:nvPr/>
        </p:nvSpPr>
        <p:spPr>
          <a:xfrm>
            <a:off x="5928048" y="2934658"/>
            <a:ext cx="1779943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0" marR="0" lvl="0" indent="0" algn="l" defTabSz="121892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Generative AI</a:t>
            </a:r>
          </a:p>
          <a:p>
            <a:pPr marL="0" marR="0" lvl="0" indent="0" algn="l" defTabSz="121892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Foundational LLMs.</a:t>
            </a:r>
            <a:endParaRPr kumimoji="0" lang="en-US" sz="1667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0DF03301-693D-D0B4-FBB6-D7AF42A39848}"/>
              </a:ext>
            </a:extLst>
          </p:cNvPr>
          <p:cNvSpPr txBox="1">
            <a:spLocks/>
          </p:cNvSpPr>
          <p:nvPr/>
        </p:nvSpPr>
        <p:spPr>
          <a:xfrm>
            <a:off x="8527594" y="2928245"/>
            <a:ext cx="3151993" cy="499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>
            <a:spAutoFit/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0" marR="0" lvl="0" indent="0" algn="l" defTabSz="4570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AI model built using a specific kind of neural network, which is designed to generate sequences of related data elements (for example: a sentence).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8A9323A-BDD8-F5CE-9939-88F1D6AA492D}"/>
              </a:ext>
            </a:extLst>
          </p:cNvPr>
          <p:cNvSpPr txBox="1">
            <a:spLocks/>
          </p:cNvSpPr>
          <p:nvPr/>
        </p:nvSpPr>
        <p:spPr>
          <a:xfrm>
            <a:off x="8528160" y="1906137"/>
            <a:ext cx="3146171" cy="726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/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0" marR="0" lvl="0" indent="0" algn="l" defTabSz="4570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Systems that act independently to take actions to accomplish specific objectives, combining planning and decision-making capabilities to operate autonomously.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3CC810B5-3F17-B040-7FAC-4D754FC0D2BA}"/>
              </a:ext>
            </a:extLst>
          </p:cNvPr>
          <p:cNvSpPr txBox="1">
            <a:spLocks/>
          </p:cNvSpPr>
          <p:nvPr/>
        </p:nvSpPr>
        <p:spPr>
          <a:xfrm>
            <a:off x="6902442" y="1935882"/>
            <a:ext cx="1501468" cy="66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0" marR="0" lvl="0" indent="0" algn="l" defTabSz="121892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Agentic AI</a:t>
            </a:r>
          </a:p>
          <a:p>
            <a:pPr marL="0" marR="0" lvl="0" indent="0" algn="l" defTabSz="121892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Autonomous AI systems.</a:t>
            </a:r>
            <a:endParaRPr kumimoji="0" lang="en-US" sz="1667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40" name="Flowchart: Connector 32">
            <a:extLst>
              <a:ext uri="{FF2B5EF4-FFF2-40B4-BE49-F238E27FC236}">
                <a16:creationId xmlns:a16="http://schemas.microsoft.com/office/drawing/2014/main" id="{FDBC5396-5F8F-BDE0-93E7-A68C01A3F080}"/>
              </a:ext>
            </a:extLst>
          </p:cNvPr>
          <p:cNvSpPr/>
          <p:nvPr/>
        </p:nvSpPr>
        <p:spPr bwMode="auto">
          <a:xfrm>
            <a:off x="6032767" y="2192857"/>
            <a:ext cx="214167" cy="214167"/>
          </a:xfrm>
          <a:prstGeom prst="flowChartConnector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09" tIns="45709" rIns="45709" bIns="45709" numCol="1" rtlCol="0" anchor="t" anchorCtr="0" compatLnSpc="1">
            <a:prstTxWarp prst="textNoShape">
              <a:avLst/>
            </a:prstTxWarp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163763" marR="0" lvl="0" indent="-163763" algn="l" defTabSz="45709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DA5A45-CFEA-5954-E99C-D94BB955F6BF}"/>
              </a:ext>
            </a:extLst>
          </p:cNvPr>
          <p:cNvSpPr txBox="1"/>
          <p:nvPr/>
        </p:nvSpPr>
        <p:spPr>
          <a:xfrm>
            <a:off x="5934703" y="2482404"/>
            <a:ext cx="703806" cy="26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rtlCol="0" anchor="t">
            <a:noAutofit/>
          </a:bodyPr>
          <a:lstStyle>
            <a:defPPr marL="0" marR="0" indent="0" algn="l" defTabSz="54864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8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1pPr>
            <a:lvl2pPr marL="266679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2pPr>
            <a:lvl3pPr marL="369550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3pPr>
            <a:lvl4pPr marL="541003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4pPr>
            <a:lvl5pPr marL="645778" marR="0" indent="-268049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5pPr>
            <a:lvl6pPr marL="1105835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6pPr>
            <a:lvl7pPr marL="1323379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7pPr>
            <a:lvl8pPr marL="1540920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8pPr>
            <a:lvl9pPr marL="1758461" marR="0" indent="-233405" algn="l" defTabSz="14630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kumimoji="0" sz="216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IBM Plex Sans Light"/>
              </a:defRPr>
            </a:lvl9pPr>
          </a:lstStyle>
          <a:p>
            <a:pPr marL="0" marR="0" lvl="0" indent="0" algn="l" defTabSz="12189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Arial"/>
                <a:sym typeface="IBM Plex Sans Light"/>
              </a:rPr>
              <a:t>2025+</a:t>
            </a: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Arial"/>
              <a:sym typeface="Wingdings" pitchFamily="2" charset="2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AC9528F-8CC8-55E3-5BD2-155603FE89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2272" y="5210158"/>
            <a:ext cx="603278" cy="513449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E5A1C21E-2F8B-336B-8675-2E8A293C57E4}"/>
              </a:ext>
            </a:extLst>
          </p:cNvPr>
          <p:cNvGrpSpPr/>
          <p:nvPr/>
        </p:nvGrpSpPr>
        <p:grpSpPr>
          <a:xfrm>
            <a:off x="1963618" y="4119646"/>
            <a:ext cx="645631" cy="506510"/>
            <a:chOff x="11360215" y="6733288"/>
            <a:chExt cx="1228193" cy="977377"/>
          </a:xfrm>
        </p:grpSpPr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564CC9E8-B180-A26F-B8F0-E1FCDBBD3009}"/>
                </a:ext>
              </a:extLst>
            </p:cNvPr>
            <p:cNvSpPr/>
            <p:nvPr/>
          </p:nvSpPr>
          <p:spPr>
            <a:xfrm rot="408157">
              <a:off x="11360215" y="6733288"/>
              <a:ext cx="865055" cy="865055"/>
            </a:xfrm>
            <a:custGeom>
              <a:avLst/>
              <a:gdLst>
                <a:gd name="connsiteX0" fmla="*/ 983764 w 1805389"/>
                <a:gd name="connsiteY0" fmla="*/ 1335193 h 1805330"/>
                <a:gd name="connsiteX1" fmla="*/ 821567 w 1805389"/>
                <a:gd name="connsiteY1" fmla="*/ 1335193 h 1805330"/>
                <a:gd name="connsiteX2" fmla="*/ 800410 w 1805389"/>
                <a:gd name="connsiteY2" fmla="*/ 1314036 h 1805330"/>
                <a:gd name="connsiteX3" fmla="*/ 800410 w 1805389"/>
                <a:gd name="connsiteY3" fmla="*/ 1221948 h 1805330"/>
                <a:gd name="connsiteX4" fmla="*/ 749342 w 1805389"/>
                <a:gd name="connsiteY4" fmla="*/ 1200616 h 1805330"/>
                <a:gd name="connsiteX5" fmla="*/ 684051 w 1805389"/>
                <a:gd name="connsiteY5" fmla="*/ 1265906 h 1805330"/>
                <a:gd name="connsiteX6" fmla="*/ 669124 w 1805389"/>
                <a:gd name="connsiteY6" fmla="*/ 1272077 h 1805330"/>
                <a:gd name="connsiteX7" fmla="*/ 669124 w 1805389"/>
                <a:gd name="connsiteY7" fmla="*/ 1272077 h 1805330"/>
                <a:gd name="connsiteX8" fmla="*/ 654197 w 1805389"/>
                <a:gd name="connsiteY8" fmla="*/ 1265906 h 1805330"/>
                <a:gd name="connsiteX9" fmla="*/ 539484 w 1805389"/>
                <a:gd name="connsiteY9" fmla="*/ 1151192 h 1805330"/>
                <a:gd name="connsiteX10" fmla="*/ 539484 w 1805389"/>
                <a:gd name="connsiteY10" fmla="*/ 1121221 h 1805330"/>
                <a:gd name="connsiteX11" fmla="*/ 604598 w 1805389"/>
                <a:gd name="connsiteY11" fmla="*/ 1056166 h 1805330"/>
                <a:gd name="connsiteX12" fmla="*/ 583618 w 1805389"/>
                <a:gd name="connsiteY12" fmla="*/ 1004979 h 1805330"/>
                <a:gd name="connsiteX13" fmla="*/ 491294 w 1805389"/>
                <a:gd name="connsiteY13" fmla="*/ 1004979 h 1805330"/>
                <a:gd name="connsiteX14" fmla="*/ 470138 w 1805389"/>
                <a:gd name="connsiteY14" fmla="*/ 983823 h 1805330"/>
                <a:gd name="connsiteX15" fmla="*/ 470138 w 1805389"/>
                <a:gd name="connsiteY15" fmla="*/ 821625 h 1805330"/>
                <a:gd name="connsiteX16" fmla="*/ 491294 w 1805389"/>
                <a:gd name="connsiteY16" fmla="*/ 800469 h 1805330"/>
                <a:gd name="connsiteX17" fmla="*/ 583383 w 1805389"/>
                <a:gd name="connsiteY17" fmla="*/ 800469 h 1805330"/>
                <a:gd name="connsiteX18" fmla="*/ 604715 w 1805389"/>
                <a:gd name="connsiteY18" fmla="*/ 749400 h 1805330"/>
                <a:gd name="connsiteX19" fmla="*/ 539484 w 1805389"/>
                <a:gd name="connsiteY19" fmla="*/ 684051 h 1805330"/>
                <a:gd name="connsiteX20" fmla="*/ 539484 w 1805389"/>
                <a:gd name="connsiteY20" fmla="*/ 654139 h 1805330"/>
                <a:gd name="connsiteX21" fmla="*/ 654139 w 1805389"/>
                <a:gd name="connsiteY21" fmla="*/ 539425 h 1805330"/>
                <a:gd name="connsiteX22" fmla="*/ 684051 w 1805389"/>
                <a:gd name="connsiteY22" fmla="*/ 539425 h 1805330"/>
                <a:gd name="connsiteX23" fmla="*/ 749165 w 1805389"/>
                <a:gd name="connsiteY23" fmla="*/ 604598 h 1805330"/>
                <a:gd name="connsiteX24" fmla="*/ 800410 w 1805389"/>
                <a:gd name="connsiteY24" fmla="*/ 583618 h 1805330"/>
                <a:gd name="connsiteX25" fmla="*/ 800410 w 1805389"/>
                <a:gd name="connsiteY25" fmla="*/ 491294 h 1805330"/>
                <a:gd name="connsiteX26" fmla="*/ 821567 w 1805389"/>
                <a:gd name="connsiteY26" fmla="*/ 470138 h 1805330"/>
                <a:gd name="connsiteX27" fmla="*/ 983764 w 1805389"/>
                <a:gd name="connsiteY27" fmla="*/ 470138 h 1805330"/>
                <a:gd name="connsiteX28" fmla="*/ 1004921 w 1805389"/>
                <a:gd name="connsiteY28" fmla="*/ 491294 h 1805330"/>
                <a:gd name="connsiteX29" fmla="*/ 1004921 w 1805389"/>
                <a:gd name="connsiteY29" fmla="*/ 583383 h 1805330"/>
                <a:gd name="connsiteX30" fmla="*/ 1055931 w 1805389"/>
                <a:gd name="connsiteY30" fmla="*/ 604715 h 1805330"/>
                <a:gd name="connsiteX31" fmla="*/ 1121162 w 1805389"/>
                <a:gd name="connsiteY31" fmla="*/ 539425 h 1805330"/>
                <a:gd name="connsiteX32" fmla="*/ 1151134 w 1805389"/>
                <a:gd name="connsiteY32" fmla="*/ 539425 h 1805330"/>
                <a:gd name="connsiteX33" fmla="*/ 1265847 w 1805389"/>
                <a:gd name="connsiteY33" fmla="*/ 654139 h 1805330"/>
                <a:gd name="connsiteX34" fmla="*/ 1272018 w 1805389"/>
                <a:gd name="connsiteY34" fmla="*/ 669066 h 1805330"/>
                <a:gd name="connsiteX35" fmla="*/ 1265847 w 1805389"/>
                <a:gd name="connsiteY35" fmla="*/ 683992 h 1805330"/>
                <a:gd name="connsiteX36" fmla="*/ 1200674 w 1805389"/>
                <a:gd name="connsiteY36" fmla="*/ 749107 h 1805330"/>
                <a:gd name="connsiteX37" fmla="*/ 1221654 w 1805389"/>
                <a:gd name="connsiteY37" fmla="*/ 800352 h 1805330"/>
                <a:gd name="connsiteX38" fmla="*/ 1314036 w 1805389"/>
                <a:gd name="connsiteY38" fmla="*/ 800352 h 1805330"/>
                <a:gd name="connsiteX39" fmla="*/ 1335193 w 1805389"/>
                <a:gd name="connsiteY39" fmla="*/ 821508 h 1805330"/>
                <a:gd name="connsiteX40" fmla="*/ 1335193 w 1805389"/>
                <a:gd name="connsiteY40" fmla="*/ 983706 h 1805330"/>
                <a:gd name="connsiteX41" fmla="*/ 1314036 w 1805389"/>
                <a:gd name="connsiteY41" fmla="*/ 1004862 h 1805330"/>
                <a:gd name="connsiteX42" fmla="*/ 1221948 w 1805389"/>
                <a:gd name="connsiteY42" fmla="*/ 1004862 h 1805330"/>
                <a:gd name="connsiteX43" fmla="*/ 1200616 w 1805389"/>
                <a:gd name="connsiteY43" fmla="*/ 1055872 h 1805330"/>
                <a:gd name="connsiteX44" fmla="*/ 1265906 w 1805389"/>
                <a:gd name="connsiteY44" fmla="*/ 1121103 h 1805330"/>
                <a:gd name="connsiteX45" fmla="*/ 1272077 w 1805389"/>
                <a:gd name="connsiteY45" fmla="*/ 1136089 h 1805330"/>
                <a:gd name="connsiteX46" fmla="*/ 1265906 w 1805389"/>
                <a:gd name="connsiteY46" fmla="*/ 1151075 h 1805330"/>
                <a:gd name="connsiteX47" fmla="*/ 1151192 w 1805389"/>
                <a:gd name="connsiteY47" fmla="*/ 1265789 h 1805330"/>
                <a:gd name="connsiteX48" fmla="*/ 1136207 w 1805389"/>
                <a:gd name="connsiteY48" fmla="*/ 1271959 h 1805330"/>
                <a:gd name="connsiteX49" fmla="*/ 1136207 w 1805389"/>
                <a:gd name="connsiteY49" fmla="*/ 1271959 h 1805330"/>
                <a:gd name="connsiteX50" fmla="*/ 1121221 w 1805389"/>
                <a:gd name="connsiteY50" fmla="*/ 1265789 h 1805330"/>
                <a:gd name="connsiteX51" fmla="*/ 1056166 w 1805389"/>
                <a:gd name="connsiteY51" fmla="*/ 1200616 h 1805330"/>
                <a:gd name="connsiteX52" fmla="*/ 1004979 w 1805389"/>
                <a:gd name="connsiteY52" fmla="*/ 1221596 h 1805330"/>
                <a:gd name="connsiteX53" fmla="*/ 1004979 w 1805389"/>
                <a:gd name="connsiteY53" fmla="*/ 1314036 h 1805330"/>
                <a:gd name="connsiteX54" fmla="*/ 983764 w 1805389"/>
                <a:gd name="connsiteY54" fmla="*/ 1335193 h 1805330"/>
                <a:gd name="connsiteX55" fmla="*/ 842723 w 1805389"/>
                <a:gd name="connsiteY55" fmla="*/ 1292880 h 1805330"/>
                <a:gd name="connsiteX56" fmla="*/ 962608 w 1805389"/>
                <a:gd name="connsiteY56" fmla="*/ 1292880 h 1805330"/>
                <a:gd name="connsiteX57" fmla="*/ 962608 w 1805389"/>
                <a:gd name="connsiteY57" fmla="*/ 1207550 h 1805330"/>
                <a:gd name="connsiteX58" fmla="*/ 975772 w 1805389"/>
                <a:gd name="connsiteY58" fmla="*/ 1187981 h 1805330"/>
                <a:gd name="connsiteX59" fmla="*/ 1053110 w 1805389"/>
                <a:gd name="connsiteY59" fmla="*/ 1156246 h 1805330"/>
                <a:gd name="connsiteX60" fmla="*/ 1076146 w 1805389"/>
                <a:gd name="connsiteY60" fmla="*/ 1160830 h 1805330"/>
                <a:gd name="connsiteX61" fmla="*/ 1136207 w 1805389"/>
                <a:gd name="connsiteY61" fmla="*/ 1221008 h 1805330"/>
                <a:gd name="connsiteX62" fmla="*/ 1221008 w 1805389"/>
                <a:gd name="connsiteY62" fmla="*/ 1136207 h 1805330"/>
                <a:gd name="connsiteX63" fmla="*/ 1160595 w 1805389"/>
                <a:gd name="connsiteY63" fmla="*/ 1075911 h 1805330"/>
                <a:gd name="connsiteX64" fmla="*/ 1156070 w 1805389"/>
                <a:gd name="connsiteY64" fmla="*/ 1052757 h 1805330"/>
                <a:gd name="connsiteX65" fmla="*/ 1188392 w 1805389"/>
                <a:gd name="connsiteY65" fmla="*/ 975654 h 1805330"/>
                <a:gd name="connsiteX66" fmla="*/ 1207903 w 1805389"/>
                <a:gd name="connsiteY66" fmla="*/ 962608 h 1805330"/>
                <a:gd name="connsiteX67" fmla="*/ 1292880 w 1805389"/>
                <a:gd name="connsiteY67" fmla="*/ 962608 h 1805330"/>
                <a:gd name="connsiteX68" fmla="*/ 1292880 w 1805389"/>
                <a:gd name="connsiteY68" fmla="*/ 842723 h 1805330"/>
                <a:gd name="connsiteX69" fmla="*/ 1207550 w 1805389"/>
                <a:gd name="connsiteY69" fmla="*/ 842723 h 1805330"/>
                <a:gd name="connsiteX70" fmla="*/ 1187981 w 1805389"/>
                <a:gd name="connsiteY70" fmla="*/ 829618 h 1805330"/>
                <a:gd name="connsiteX71" fmla="*/ 1156246 w 1805389"/>
                <a:gd name="connsiteY71" fmla="*/ 752280 h 1805330"/>
                <a:gd name="connsiteX72" fmla="*/ 1160830 w 1805389"/>
                <a:gd name="connsiteY72" fmla="*/ 729302 h 1805330"/>
                <a:gd name="connsiteX73" fmla="*/ 1221008 w 1805389"/>
                <a:gd name="connsiteY73" fmla="*/ 669183 h 1805330"/>
                <a:gd name="connsiteX74" fmla="*/ 1136207 w 1805389"/>
                <a:gd name="connsiteY74" fmla="*/ 584382 h 1805330"/>
                <a:gd name="connsiteX75" fmla="*/ 1075911 w 1805389"/>
                <a:gd name="connsiteY75" fmla="*/ 644736 h 1805330"/>
                <a:gd name="connsiteX76" fmla="*/ 1052757 w 1805389"/>
                <a:gd name="connsiteY76" fmla="*/ 649320 h 1805330"/>
                <a:gd name="connsiteX77" fmla="*/ 975654 w 1805389"/>
                <a:gd name="connsiteY77" fmla="*/ 617057 h 1805330"/>
                <a:gd name="connsiteX78" fmla="*/ 962608 w 1805389"/>
                <a:gd name="connsiteY78" fmla="*/ 597546 h 1805330"/>
                <a:gd name="connsiteX79" fmla="*/ 962608 w 1805389"/>
                <a:gd name="connsiteY79" fmla="*/ 512451 h 1805330"/>
                <a:gd name="connsiteX80" fmla="*/ 842723 w 1805389"/>
                <a:gd name="connsiteY80" fmla="*/ 512451 h 1805330"/>
                <a:gd name="connsiteX81" fmla="*/ 842723 w 1805389"/>
                <a:gd name="connsiteY81" fmla="*/ 597781 h 1805330"/>
                <a:gd name="connsiteX82" fmla="*/ 829618 w 1805389"/>
                <a:gd name="connsiteY82" fmla="*/ 617350 h 1805330"/>
                <a:gd name="connsiteX83" fmla="*/ 752280 w 1805389"/>
                <a:gd name="connsiteY83" fmla="*/ 649085 h 1805330"/>
                <a:gd name="connsiteX84" fmla="*/ 729302 w 1805389"/>
                <a:gd name="connsiteY84" fmla="*/ 644442 h 1805330"/>
                <a:gd name="connsiteX85" fmla="*/ 669183 w 1805389"/>
                <a:gd name="connsiteY85" fmla="*/ 584323 h 1805330"/>
                <a:gd name="connsiteX86" fmla="*/ 584441 w 1805389"/>
                <a:gd name="connsiteY86" fmla="*/ 669124 h 1805330"/>
                <a:gd name="connsiteX87" fmla="*/ 644795 w 1805389"/>
                <a:gd name="connsiteY87" fmla="*/ 729537 h 1805330"/>
                <a:gd name="connsiteX88" fmla="*/ 649320 w 1805389"/>
                <a:gd name="connsiteY88" fmla="*/ 752691 h 1805330"/>
                <a:gd name="connsiteX89" fmla="*/ 617057 w 1805389"/>
                <a:gd name="connsiteY89" fmla="*/ 829794 h 1805330"/>
                <a:gd name="connsiteX90" fmla="*/ 597546 w 1805389"/>
                <a:gd name="connsiteY90" fmla="*/ 842782 h 1805330"/>
                <a:gd name="connsiteX91" fmla="*/ 512451 w 1805389"/>
                <a:gd name="connsiteY91" fmla="*/ 842782 h 1805330"/>
                <a:gd name="connsiteX92" fmla="*/ 512451 w 1805389"/>
                <a:gd name="connsiteY92" fmla="*/ 962667 h 1805330"/>
                <a:gd name="connsiteX93" fmla="*/ 597781 w 1805389"/>
                <a:gd name="connsiteY93" fmla="*/ 962667 h 1805330"/>
                <a:gd name="connsiteX94" fmla="*/ 617350 w 1805389"/>
                <a:gd name="connsiteY94" fmla="*/ 975831 h 1805330"/>
                <a:gd name="connsiteX95" fmla="*/ 649085 w 1805389"/>
                <a:gd name="connsiteY95" fmla="*/ 1053169 h 1805330"/>
                <a:gd name="connsiteX96" fmla="*/ 644442 w 1805389"/>
                <a:gd name="connsiteY96" fmla="*/ 1076205 h 1805330"/>
                <a:gd name="connsiteX97" fmla="*/ 584382 w 1805389"/>
                <a:gd name="connsiteY97" fmla="*/ 1136265 h 1805330"/>
                <a:gd name="connsiteX98" fmla="*/ 669124 w 1805389"/>
                <a:gd name="connsiteY98" fmla="*/ 1221067 h 1805330"/>
                <a:gd name="connsiteX99" fmla="*/ 729537 w 1805389"/>
                <a:gd name="connsiteY99" fmla="*/ 1160654 h 1805330"/>
                <a:gd name="connsiteX100" fmla="*/ 752691 w 1805389"/>
                <a:gd name="connsiteY100" fmla="*/ 1156129 h 1805330"/>
                <a:gd name="connsiteX101" fmla="*/ 829794 w 1805389"/>
                <a:gd name="connsiteY101" fmla="*/ 1188451 h 1805330"/>
                <a:gd name="connsiteX102" fmla="*/ 842782 w 1805389"/>
                <a:gd name="connsiteY102" fmla="*/ 1207962 h 1805330"/>
                <a:gd name="connsiteX103" fmla="*/ 842723 w 1805389"/>
                <a:gd name="connsiteY103" fmla="*/ 1292880 h 1805330"/>
                <a:gd name="connsiteX104" fmla="*/ 842723 w 1805389"/>
                <a:gd name="connsiteY104" fmla="*/ 1292880 h 1805330"/>
                <a:gd name="connsiteX105" fmla="*/ 902665 w 1805389"/>
                <a:gd name="connsiteY105" fmla="*/ 1100124 h 1805330"/>
                <a:gd name="connsiteX106" fmla="*/ 705207 w 1805389"/>
                <a:gd name="connsiteY106" fmla="*/ 902665 h 1805330"/>
                <a:gd name="connsiteX107" fmla="*/ 902665 w 1805389"/>
                <a:gd name="connsiteY107" fmla="*/ 705207 h 1805330"/>
                <a:gd name="connsiteX108" fmla="*/ 1100124 w 1805389"/>
                <a:gd name="connsiteY108" fmla="*/ 902665 h 1805330"/>
                <a:gd name="connsiteX109" fmla="*/ 902665 w 1805389"/>
                <a:gd name="connsiteY109" fmla="*/ 1100124 h 1805330"/>
                <a:gd name="connsiteX110" fmla="*/ 902665 w 1805389"/>
                <a:gd name="connsiteY110" fmla="*/ 747520 h 1805330"/>
                <a:gd name="connsiteX111" fmla="*/ 747520 w 1805389"/>
                <a:gd name="connsiteY111" fmla="*/ 902665 h 1805330"/>
                <a:gd name="connsiteX112" fmla="*/ 902665 w 1805389"/>
                <a:gd name="connsiteY112" fmla="*/ 1057811 h 1805330"/>
                <a:gd name="connsiteX113" fmla="*/ 1057811 w 1805389"/>
                <a:gd name="connsiteY113" fmla="*/ 902665 h 1805330"/>
                <a:gd name="connsiteX114" fmla="*/ 902665 w 1805389"/>
                <a:gd name="connsiteY114" fmla="*/ 747520 h 1805330"/>
                <a:gd name="connsiteX115" fmla="*/ 902665 w 1805389"/>
                <a:gd name="connsiteY115" fmla="*/ 1805331 h 1805330"/>
                <a:gd name="connsiteX116" fmla="*/ 218614 w 1805389"/>
                <a:gd name="connsiteY116" fmla="*/ 1491631 h 1805330"/>
                <a:gd name="connsiteX117" fmla="*/ 218614 w 1805389"/>
                <a:gd name="connsiteY117" fmla="*/ 1725407 h 1805330"/>
                <a:gd name="connsiteX118" fmla="*/ 176302 w 1805389"/>
                <a:gd name="connsiteY118" fmla="*/ 1725407 h 1805330"/>
                <a:gd name="connsiteX119" fmla="*/ 176302 w 1805389"/>
                <a:gd name="connsiteY119" fmla="*/ 1410415 h 1805330"/>
                <a:gd name="connsiteX120" fmla="*/ 491294 w 1805389"/>
                <a:gd name="connsiteY120" fmla="*/ 1410415 h 1805330"/>
                <a:gd name="connsiteX121" fmla="*/ 491294 w 1805389"/>
                <a:gd name="connsiteY121" fmla="*/ 1452786 h 1805330"/>
                <a:gd name="connsiteX122" fmla="*/ 241122 w 1805389"/>
                <a:gd name="connsiteY122" fmla="*/ 1452786 h 1805330"/>
                <a:gd name="connsiteX123" fmla="*/ 902665 w 1805389"/>
                <a:gd name="connsiteY123" fmla="*/ 1763018 h 1805330"/>
                <a:gd name="connsiteX124" fmla="*/ 1763018 w 1805389"/>
                <a:gd name="connsiteY124" fmla="*/ 902665 h 1805330"/>
                <a:gd name="connsiteX125" fmla="*/ 1805390 w 1805389"/>
                <a:gd name="connsiteY125" fmla="*/ 902665 h 1805330"/>
                <a:gd name="connsiteX126" fmla="*/ 902665 w 1805389"/>
                <a:gd name="connsiteY126" fmla="*/ 1805331 h 1805330"/>
                <a:gd name="connsiteX127" fmla="*/ 42312 w 1805389"/>
                <a:gd name="connsiteY127" fmla="*/ 902665 h 1805330"/>
                <a:gd name="connsiteX128" fmla="*/ 0 w 1805389"/>
                <a:gd name="connsiteY128" fmla="*/ 902665 h 1805330"/>
                <a:gd name="connsiteX129" fmla="*/ 902665 w 1805389"/>
                <a:gd name="connsiteY129" fmla="*/ 0 h 1805330"/>
                <a:gd name="connsiteX130" fmla="*/ 1586717 w 1805389"/>
                <a:gd name="connsiteY130" fmla="*/ 313641 h 1805330"/>
                <a:gd name="connsiteX131" fmla="*/ 1586717 w 1805389"/>
                <a:gd name="connsiteY131" fmla="*/ 79924 h 1805330"/>
                <a:gd name="connsiteX132" fmla="*/ 1629088 w 1805389"/>
                <a:gd name="connsiteY132" fmla="*/ 79924 h 1805330"/>
                <a:gd name="connsiteX133" fmla="*/ 1629088 w 1805389"/>
                <a:gd name="connsiteY133" fmla="*/ 394916 h 1805330"/>
                <a:gd name="connsiteX134" fmla="*/ 1314036 w 1805389"/>
                <a:gd name="connsiteY134" fmla="*/ 394916 h 1805330"/>
                <a:gd name="connsiteX135" fmla="*/ 1314036 w 1805389"/>
                <a:gd name="connsiteY135" fmla="*/ 352604 h 1805330"/>
                <a:gd name="connsiteX136" fmla="*/ 1564209 w 1805389"/>
                <a:gd name="connsiteY136" fmla="*/ 352604 h 1805330"/>
                <a:gd name="connsiteX137" fmla="*/ 902665 w 1805389"/>
                <a:gd name="connsiteY137" fmla="*/ 42312 h 1805330"/>
                <a:gd name="connsiteX138" fmla="*/ 42312 w 1805389"/>
                <a:gd name="connsiteY138" fmla="*/ 902665 h 1805330"/>
                <a:gd name="connsiteX0" fmla="*/ 983764 w 1805390"/>
                <a:gd name="connsiteY0" fmla="*/ 1335193 h 1805331"/>
                <a:gd name="connsiteX1" fmla="*/ 821567 w 1805390"/>
                <a:gd name="connsiteY1" fmla="*/ 1335193 h 1805331"/>
                <a:gd name="connsiteX2" fmla="*/ 800410 w 1805390"/>
                <a:gd name="connsiteY2" fmla="*/ 1314036 h 1805331"/>
                <a:gd name="connsiteX3" fmla="*/ 800410 w 1805390"/>
                <a:gd name="connsiteY3" fmla="*/ 1221948 h 1805331"/>
                <a:gd name="connsiteX4" fmla="*/ 749342 w 1805390"/>
                <a:gd name="connsiteY4" fmla="*/ 1200616 h 1805331"/>
                <a:gd name="connsiteX5" fmla="*/ 684051 w 1805390"/>
                <a:gd name="connsiteY5" fmla="*/ 1265906 h 1805331"/>
                <a:gd name="connsiteX6" fmla="*/ 669124 w 1805390"/>
                <a:gd name="connsiteY6" fmla="*/ 1272077 h 1805331"/>
                <a:gd name="connsiteX7" fmla="*/ 669124 w 1805390"/>
                <a:gd name="connsiteY7" fmla="*/ 1272077 h 1805331"/>
                <a:gd name="connsiteX8" fmla="*/ 654197 w 1805390"/>
                <a:gd name="connsiteY8" fmla="*/ 1265906 h 1805331"/>
                <a:gd name="connsiteX9" fmla="*/ 539484 w 1805390"/>
                <a:gd name="connsiteY9" fmla="*/ 1151192 h 1805331"/>
                <a:gd name="connsiteX10" fmla="*/ 539484 w 1805390"/>
                <a:gd name="connsiteY10" fmla="*/ 1121221 h 1805331"/>
                <a:gd name="connsiteX11" fmla="*/ 604598 w 1805390"/>
                <a:gd name="connsiteY11" fmla="*/ 1056166 h 1805331"/>
                <a:gd name="connsiteX12" fmla="*/ 583618 w 1805390"/>
                <a:gd name="connsiteY12" fmla="*/ 1004979 h 1805331"/>
                <a:gd name="connsiteX13" fmla="*/ 491294 w 1805390"/>
                <a:gd name="connsiteY13" fmla="*/ 1004979 h 1805331"/>
                <a:gd name="connsiteX14" fmla="*/ 470138 w 1805390"/>
                <a:gd name="connsiteY14" fmla="*/ 983823 h 1805331"/>
                <a:gd name="connsiteX15" fmla="*/ 470138 w 1805390"/>
                <a:gd name="connsiteY15" fmla="*/ 821625 h 1805331"/>
                <a:gd name="connsiteX16" fmla="*/ 491294 w 1805390"/>
                <a:gd name="connsiteY16" fmla="*/ 800469 h 1805331"/>
                <a:gd name="connsiteX17" fmla="*/ 583383 w 1805390"/>
                <a:gd name="connsiteY17" fmla="*/ 800469 h 1805331"/>
                <a:gd name="connsiteX18" fmla="*/ 604715 w 1805390"/>
                <a:gd name="connsiteY18" fmla="*/ 749400 h 1805331"/>
                <a:gd name="connsiteX19" fmla="*/ 539484 w 1805390"/>
                <a:gd name="connsiteY19" fmla="*/ 684051 h 1805331"/>
                <a:gd name="connsiteX20" fmla="*/ 539484 w 1805390"/>
                <a:gd name="connsiteY20" fmla="*/ 654139 h 1805331"/>
                <a:gd name="connsiteX21" fmla="*/ 654139 w 1805390"/>
                <a:gd name="connsiteY21" fmla="*/ 539425 h 1805331"/>
                <a:gd name="connsiteX22" fmla="*/ 684051 w 1805390"/>
                <a:gd name="connsiteY22" fmla="*/ 539425 h 1805331"/>
                <a:gd name="connsiteX23" fmla="*/ 749165 w 1805390"/>
                <a:gd name="connsiteY23" fmla="*/ 604598 h 1805331"/>
                <a:gd name="connsiteX24" fmla="*/ 800410 w 1805390"/>
                <a:gd name="connsiteY24" fmla="*/ 583618 h 1805331"/>
                <a:gd name="connsiteX25" fmla="*/ 800410 w 1805390"/>
                <a:gd name="connsiteY25" fmla="*/ 491294 h 1805331"/>
                <a:gd name="connsiteX26" fmla="*/ 821567 w 1805390"/>
                <a:gd name="connsiteY26" fmla="*/ 470138 h 1805331"/>
                <a:gd name="connsiteX27" fmla="*/ 983764 w 1805390"/>
                <a:gd name="connsiteY27" fmla="*/ 470138 h 1805331"/>
                <a:gd name="connsiteX28" fmla="*/ 1004921 w 1805390"/>
                <a:gd name="connsiteY28" fmla="*/ 491294 h 1805331"/>
                <a:gd name="connsiteX29" fmla="*/ 1004921 w 1805390"/>
                <a:gd name="connsiteY29" fmla="*/ 583383 h 1805331"/>
                <a:gd name="connsiteX30" fmla="*/ 1055931 w 1805390"/>
                <a:gd name="connsiteY30" fmla="*/ 604715 h 1805331"/>
                <a:gd name="connsiteX31" fmla="*/ 1121162 w 1805390"/>
                <a:gd name="connsiteY31" fmla="*/ 539425 h 1805331"/>
                <a:gd name="connsiteX32" fmla="*/ 1151134 w 1805390"/>
                <a:gd name="connsiteY32" fmla="*/ 539425 h 1805331"/>
                <a:gd name="connsiteX33" fmla="*/ 1265847 w 1805390"/>
                <a:gd name="connsiteY33" fmla="*/ 654139 h 1805331"/>
                <a:gd name="connsiteX34" fmla="*/ 1272018 w 1805390"/>
                <a:gd name="connsiteY34" fmla="*/ 669066 h 1805331"/>
                <a:gd name="connsiteX35" fmla="*/ 1265847 w 1805390"/>
                <a:gd name="connsiteY35" fmla="*/ 683992 h 1805331"/>
                <a:gd name="connsiteX36" fmla="*/ 1200674 w 1805390"/>
                <a:gd name="connsiteY36" fmla="*/ 749107 h 1805331"/>
                <a:gd name="connsiteX37" fmla="*/ 1221654 w 1805390"/>
                <a:gd name="connsiteY37" fmla="*/ 800352 h 1805331"/>
                <a:gd name="connsiteX38" fmla="*/ 1314036 w 1805390"/>
                <a:gd name="connsiteY38" fmla="*/ 800352 h 1805331"/>
                <a:gd name="connsiteX39" fmla="*/ 1335193 w 1805390"/>
                <a:gd name="connsiteY39" fmla="*/ 821508 h 1805331"/>
                <a:gd name="connsiteX40" fmla="*/ 1335193 w 1805390"/>
                <a:gd name="connsiteY40" fmla="*/ 983706 h 1805331"/>
                <a:gd name="connsiteX41" fmla="*/ 1314036 w 1805390"/>
                <a:gd name="connsiteY41" fmla="*/ 1004862 h 1805331"/>
                <a:gd name="connsiteX42" fmla="*/ 1221948 w 1805390"/>
                <a:gd name="connsiteY42" fmla="*/ 1004862 h 1805331"/>
                <a:gd name="connsiteX43" fmla="*/ 1200616 w 1805390"/>
                <a:gd name="connsiteY43" fmla="*/ 1055872 h 1805331"/>
                <a:gd name="connsiteX44" fmla="*/ 1265906 w 1805390"/>
                <a:gd name="connsiteY44" fmla="*/ 1121103 h 1805331"/>
                <a:gd name="connsiteX45" fmla="*/ 1272077 w 1805390"/>
                <a:gd name="connsiteY45" fmla="*/ 1136089 h 1805331"/>
                <a:gd name="connsiteX46" fmla="*/ 1265906 w 1805390"/>
                <a:gd name="connsiteY46" fmla="*/ 1151075 h 1805331"/>
                <a:gd name="connsiteX47" fmla="*/ 1151192 w 1805390"/>
                <a:gd name="connsiteY47" fmla="*/ 1265789 h 1805331"/>
                <a:gd name="connsiteX48" fmla="*/ 1136207 w 1805390"/>
                <a:gd name="connsiteY48" fmla="*/ 1271959 h 1805331"/>
                <a:gd name="connsiteX49" fmla="*/ 1136207 w 1805390"/>
                <a:gd name="connsiteY49" fmla="*/ 1271959 h 1805331"/>
                <a:gd name="connsiteX50" fmla="*/ 1121221 w 1805390"/>
                <a:gd name="connsiteY50" fmla="*/ 1265789 h 1805331"/>
                <a:gd name="connsiteX51" fmla="*/ 1056166 w 1805390"/>
                <a:gd name="connsiteY51" fmla="*/ 1200616 h 1805331"/>
                <a:gd name="connsiteX52" fmla="*/ 1004979 w 1805390"/>
                <a:gd name="connsiteY52" fmla="*/ 1221596 h 1805331"/>
                <a:gd name="connsiteX53" fmla="*/ 1004979 w 1805390"/>
                <a:gd name="connsiteY53" fmla="*/ 1314036 h 1805331"/>
                <a:gd name="connsiteX54" fmla="*/ 983764 w 1805390"/>
                <a:gd name="connsiteY54" fmla="*/ 1335193 h 1805331"/>
                <a:gd name="connsiteX55" fmla="*/ 842723 w 1805390"/>
                <a:gd name="connsiteY55" fmla="*/ 1292880 h 1805331"/>
                <a:gd name="connsiteX56" fmla="*/ 962608 w 1805390"/>
                <a:gd name="connsiteY56" fmla="*/ 1292880 h 1805331"/>
                <a:gd name="connsiteX57" fmla="*/ 962608 w 1805390"/>
                <a:gd name="connsiteY57" fmla="*/ 1207550 h 1805331"/>
                <a:gd name="connsiteX58" fmla="*/ 975772 w 1805390"/>
                <a:gd name="connsiteY58" fmla="*/ 1187981 h 1805331"/>
                <a:gd name="connsiteX59" fmla="*/ 1053110 w 1805390"/>
                <a:gd name="connsiteY59" fmla="*/ 1156246 h 1805331"/>
                <a:gd name="connsiteX60" fmla="*/ 1076146 w 1805390"/>
                <a:gd name="connsiteY60" fmla="*/ 1160830 h 1805331"/>
                <a:gd name="connsiteX61" fmla="*/ 1136207 w 1805390"/>
                <a:gd name="connsiteY61" fmla="*/ 1221008 h 1805331"/>
                <a:gd name="connsiteX62" fmla="*/ 1221008 w 1805390"/>
                <a:gd name="connsiteY62" fmla="*/ 1136207 h 1805331"/>
                <a:gd name="connsiteX63" fmla="*/ 1160595 w 1805390"/>
                <a:gd name="connsiteY63" fmla="*/ 1075911 h 1805331"/>
                <a:gd name="connsiteX64" fmla="*/ 1156070 w 1805390"/>
                <a:gd name="connsiteY64" fmla="*/ 1052757 h 1805331"/>
                <a:gd name="connsiteX65" fmla="*/ 1188392 w 1805390"/>
                <a:gd name="connsiteY65" fmla="*/ 975654 h 1805331"/>
                <a:gd name="connsiteX66" fmla="*/ 1207903 w 1805390"/>
                <a:gd name="connsiteY66" fmla="*/ 962608 h 1805331"/>
                <a:gd name="connsiteX67" fmla="*/ 1292880 w 1805390"/>
                <a:gd name="connsiteY67" fmla="*/ 962608 h 1805331"/>
                <a:gd name="connsiteX68" fmla="*/ 1292880 w 1805390"/>
                <a:gd name="connsiteY68" fmla="*/ 842723 h 1805331"/>
                <a:gd name="connsiteX69" fmla="*/ 1207550 w 1805390"/>
                <a:gd name="connsiteY69" fmla="*/ 842723 h 1805331"/>
                <a:gd name="connsiteX70" fmla="*/ 1187981 w 1805390"/>
                <a:gd name="connsiteY70" fmla="*/ 829618 h 1805331"/>
                <a:gd name="connsiteX71" fmla="*/ 1156246 w 1805390"/>
                <a:gd name="connsiteY71" fmla="*/ 752280 h 1805331"/>
                <a:gd name="connsiteX72" fmla="*/ 1160830 w 1805390"/>
                <a:gd name="connsiteY72" fmla="*/ 729302 h 1805331"/>
                <a:gd name="connsiteX73" fmla="*/ 1221008 w 1805390"/>
                <a:gd name="connsiteY73" fmla="*/ 669183 h 1805331"/>
                <a:gd name="connsiteX74" fmla="*/ 1136207 w 1805390"/>
                <a:gd name="connsiteY74" fmla="*/ 584382 h 1805331"/>
                <a:gd name="connsiteX75" fmla="*/ 1075911 w 1805390"/>
                <a:gd name="connsiteY75" fmla="*/ 644736 h 1805331"/>
                <a:gd name="connsiteX76" fmla="*/ 1052757 w 1805390"/>
                <a:gd name="connsiteY76" fmla="*/ 649320 h 1805331"/>
                <a:gd name="connsiteX77" fmla="*/ 975654 w 1805390"/>
                <a:gd name="connsiteY77" fmla="*/ 617057 h 1805331"/>
                <a:gd name="connsiteX78" fmla="*/ 962608 w 1805390"/>
                <a:gd name="connsiteY78" fmla="*/ 597546 h 1805331"/>
                <a:gd name="connsiteX79" fmla="*/ 962608 w 1805390"/>
                <a:gd name="connsiteY79" fmla="*/ 512451 h 1805331"/>
                <a:gd name="connsiteX80" fmla="*/ 842723 w 1805390"/>
                <a:gd name="connsiteY80" fmla="*/ 512451 h 1805331"/>
                <a:gd name="connsiteX81" fmla="*/ 842723 w 1805390"/>
                <a:gd name="connsiteY81" fmla="*/ 597781 h 1805331"/>
                <a:gd name="connsiteX82" fmla="*/ 829618 w 1805390"/>
                <a:gd name="connsiteY82" fmla="*/ 617350 h 1805331"/>
                <a:gd name="connsiteX83" fmla="*/ 752280 w 1805390"/>
                <a:gd name="connsiteY83" fmla="*/ 649085 h 1805331"/>
                <a:gd name="connsiteX84" fmla="*/ 729302 w 1805390"/>
                <a:gd name="connsiteY84" fmla="*/ 644442 h 1805331"/>
                <a:gd name="connsiteX85" fmla="*/ 669183 w 1805390"/>
                <a:gd name="connsiteY85" fmla="*/ 584323 h 1805331"/>
                <a:gd name="connsiteX86" fmla="*/ 584441 w 1805390"/>
                <a:gd name="connsiteY86" fmla="*/ 669124 h 1805331"/>
                <a:gd name="connsiteX87" fmla="*/ 644795 w 1805390"/>
                <a:gd name="connsiteY87" fmla="*/ 729537 h 1805331"/>
                <a:gd name="connsiteX88" fmla="*/ 649320 w 1805390"/>
                <a:gd name="connsiteY88" fmla="*/ 752691 h 1805331"/>
                <a:gd name="connsiteX89" fmla="*/ 617057 w 1805390"/>
                <a:gd name="connsiteY89" fmla="*/ 829794 h 1805331"/>
                <a:gd name="connsiteX90" fmla="*/ 597546 w 1805390"/>
                <a:gd name="connsiteY90" fmla="*/ 842782 h 1805331"/>
                <a:gd name="connsiteX91" fmla="*/ 512451 w 1805390"/>
                <a:gd name="connsiteY91" fmla="*/ 842782 h 1805331"/>
                <a:gd name="connsiteX92" fmla="*/ 512451 w 1805390"/>
                <a:gd name="connsiteY92" fmla="*/ 962667 h 1805331"/>
                <a:gd name="connsiteX93" fmla="*/ 597781 w 1805390"/>
                <a:gd name="connsiteY93" fmla="*/ 962667 h 1805331"/>
                <a:gd name="connsiteX94" fmla="*/ 617350 w 1805390"/>
                <a:gd name="connsiteY94" fmla="*/ 975831 h 1805331"/>
                <a:gd name="connsiteX95" fmla="*/ 649085 w 1805390"/>
                <a:gd name="connsiteY95" fmla="*/ 1053169 h 1805331"/>
                <a:gd name="connsiteX96" fmla="*/ 644442 w 1805390"/>
                <a:gd name="connsiteY96" fmla="*/ 1076205 h 1805331"/>
                <a:gd name="connsiteX97" fmla="*/ 584382 w 1805390"/>
                <a:gd name="connsiteY97" fmla="*/ 1136265 h 1805331"/>
                <a:gd name="connsiteX98" fmla="*/ 669124 w 1805390"/>
                <a:gd name="connsiteY98" fmla="*/ 1221067 h 1805331"/>
                <a:gd name="connsiteX99" fmla="*/ 729537 w 1805390"/>
                <a:gd name="connsiteY99" fmla="*/ 1160654 h 1805331"/>
                <a:gd name="connsiteX100" fmla="*/ 752691 w 1805390"/>
                <a:gd name="connsiteY100" fmla="*/ 1156129 h 1805331"/>
                <a:gd name="connsiteX101" fmla="*/ 829794 w 1805390"/>
                <a:gd name="connsiteY101" fmla="*/ 1188451 h 1805331"/>
                <a:gd name="connsiteX102" fmla="*/ 842782 w 1805390"/>
                <a:gd name="connsiteY102" fmla="*/ 1207962 h 1805331"/>
                <a:gd name="connsiteX103" fmla="*/ 842723 w 1805390"/>
                <a:gd name="connsiteY103" fmla="*/ 1292880 h 1805331"/>
                <a:gd name="connsiteX104" fmla="*/ 842723 w 1805390"/>
                <a:gd name="connsiteY104" fmla="*/ 1292880 h 1805331"/>
                <a:gd name="connsiteX105" fmla="*/ 902665 w 1805390"/>
                <a:gd name="connsiteY105" fmla="*/ 1100124 h 1805331"/>
                <a:gd name="connsiteX106" fmla="*/ 705207 w 1805390"/>
                <a:gd name="connsiteY106" fmla="*/ 902665 h 1805331"/>
                <a:gd name="connsiteX107" fmla="*/ 902665 w 1805390"/>
                <a:gd name="connsiteY107" fmla="*/ 705207 h 1805331"/>
                <a:gd name="connsiteX108" fmla="*/ 1100124 w 1805390"/>
                <a:gd name="connsiteY108" fmla="*/ 902665 h 1805331"/>
                <a:gd name="connsiteX109" fmla="*/ 902665 w 1805390"/>
                <a:gd name="connsiteY109" fmla="*/ 1100124 h 1805331"/>
                <a:gd name="connsiteX110" fmla="*/ 902665 w 1805390"/>
                <a:gd name="connsiteY110" fmla="*/ 747520 h 1805331"/>
                <a:gd name="connsiteX111" fmla="*/ 747520 w 1805390"/>
                <a:gd name="connsiteY111" fmla="*/ 902665 h 1805331"/>
                <a:gd name="connsiteX112" fmla="*/ 902665 w 1805390"/>
                <a:gd name="connsiteY112" fmla="*/ 1057811 h 1805331"/>
                <a:gd name="connsiteX113" fmla="*/ 1057811 w 1805390"/>
                <a:gd name="connsiteY113" fmla="*/ 902665 h 1805331"/>
                <a:gd name="connsiteX114" fmla="*/ 902665 w 1805390"/>
                <a:gd name="connsiteY114" fmla="*/ 747520 h 1805331"/>
                <a:gd name="connsiteX115" fmla="*/ 902665 w 1805390"/>
                <a:gd name="connsiteY115" fmla="*/ 1805331 h 1805331"/>
                <a:gd name="connsiteX116" fmla="*/ 218614 w 1805390"/>
                <a:gd name="connsiteY116" fmla="*/ 1491631 h 1805331"/>
                <a:gd name="connsiteX117" fmla="*/ 218614 w 1805390"/>
                <a:gd name="connsiteY117" fmla="*/ 1725407 h 1805331"/>
                <a:gd name="connsiteX118" fmla="*/ 176302 w 1805390"/>
                <a:gd name="connsiteY118" fmla="*/ 1725407 h 1805331"/>
                <a:gd name="connsiteX119" fmla="*/ 176302 w 1805390"/>
                <a:gd name="connsiteY119" fmla="*/ 1410415 h 1805331"/>
                <a:gd name="connsiteX120" fmla="*/ 491294 w 1805390"/>
                <a:gd name="connsiteY120" fmla="*/ 1410415 h 1805331"/>
                <a:gd name="connsiteX121" fmla="*/ 491294 w 1805390"/>
                <a:gd name="connsiteY121" fmla="*/ 1452786 h 1805331"/>
                <a:gd name="connsiteX122" fmla="*/ 241122 w 1805390"/>
                <a:gd name="connsiteY122" fmla="*/ 1452786 h 1805331"/>
                <a:gd name="connsiteX123" fmla="*/ 902665 w 1805390"/>
                <a:gd name="connsiteY123" fmla="*/ 1763018 h 1805331"/>
                <a:gd name="connsiteX124" fmla="*/ 1805390 w 1805390"/>
                <a:gd name="connsiteY124" fmla="*/ 902665 h 1805331"/>
                <a:gd name="connsiteX125" fmla="*/ 902665 w 1805390"/>
                <a:gd name="connsiteY125" fmla="*/ 1805331 h 1805331"/>
                <a:gd name="connsiteX126" fmla="*/ 42312 w 1805390"/>
                <a:gd name="connsiteY126" fmla="*/ 902665 h 1805331"/>
                <a:gd name="connsiteX127" fmla="*/ 0 w 1805390"/>
                <a:gd name="connsiteY127" fmla="*/ 902665 h 1805331"/>
                <a:gd name="connsiteX128" fmla="*/ 902665 w 1805390"/>
                <a:gd name="connsiteY128" fmla="*/ 0 h 1805331"/>
                <a:gd name="connsiteX129" fmla="*/ 1586717 w 1805390"/>
                <a:gd name="connsiteY129" fmla="*/ 313641 h 1805331"/>
                <a:gd name="connsiteX130" fmla="*/ 1586717 w 1805390"/>
                <a:gd name="connsiteY130" fmla="*/ 79924 h 1805331"/>
                <a:gd name="connsiteX131" fmla="*/ 1629088 w 1805390"/>
                <a:gd name="connsiteY131" fmla="*/ 79924 h 1805331"/>
                <a:gd name="connsiteX132" fmla="*/ 1629088 w 1805390"/>
                <a:gd name="connsiteY132" fmla="*/ 394916 h 1805331"/>
                <a:gd name="connsiteX133" fmla="*/ 1314036 w 1805390"/>
                <a:gd name="connsiteY133" fmla="*/ 394916 h 1805331"/>
                <a:gd name="connsiteX134" fmla="*/ 1314036 w 1805390"/>
                <a:gd name="connsiteY134" fmla="*/ 352604 h 1805331"/>
                <a:gd name="connsiteX135" fmla="*/ 1564209 w 1805390"/>
                <a:gd name="connsiteY135" fmla="*/ 352604 h 1805331"/>
                <a:gd name="connsiteX136" fmla="*/ 902665 w 1805390"/>
                <a:gd name="connsiteY136" fmla="*/ 42312 h 1805331"/>
                <a:gd name="connsiteX137" fmla="*/ 42312 w 1805390"/>
                <a:gd name="connsiteY137" fmla="*/ 902665 h 1805331"/>
                <a:gd name="connsiteX0" fmla="*/ 983764 w 1629088"/>
                <a:gd name="connsiteY0" fmla="*/ 1335193 h 1827528"/>
                <a:gd name="connsiteX1" fmla="*/ 821567 w 1629088"/>
                <a:gd name="connsiteY1" fmla="*/ 1335193 h 1827528"/>
                <a:gd name="connsiteX2" fmla="*/ 800410 w 1629088"/>
                <a:gd name="connsiteY2" fmla="*/ 1314036 h 1827528"/>
                <a:gd name="connsiteX3" fmla="*/ 800410 w 1629088"/>
                <a:gd name="connsiteY3" fmla="*/ 1221948 h 1827528"/>
                <a:gd name="connsiteX4" fmla="*/ 749342 w 1629088"/>
                <a:gd name="connsiteY4" fmla="*/ 1200616 h 1827528"/>
                <a:gd name="connsiteX5" fmla="*/ 684051 w 1629088"/>
                <a:gd name="connsiteY5" fmla="*/ 1265906 h 1827528"/>
                <a:gd name="connsiteX6" fmla="*/ 669124 w 1629088"/>
                <a:gd name="connsiteY6" fmla="*/ 1272077 h 1827528"/>
                <a:gd name="connsiteX7" fmla="*/ 669124 w 1629088"/>
                <a:gd name="connsiteY7" fmla="*/ 1272077 h 1827528"/>
                <a:gd name="connsiteX8" fmla="*/ 654197 w 1629088"/>
                <a:gd name="connsiteY8" fmla="*/ 1265906 h 1827528"/>
                <a:gd name="connsiteX9" fmla="*/ 539484 w 1629088"/>
                <a:gd name="connsiteY9" fmla="*/ 1151192 h 1827528"/>
                <a:gd name="connsiteX10" fmla="*/ 539484 w 1629088"/>
                <a:gd name="connsiteY10" fmla="*/ 1121221 h 1827528"/>
                <a:gd name="connsiteX11" fmla="*/ 604598 w 1629088"/>
                <a:gd name="connsiteY11" fmla="*/ 1056166 h 1827528"/>
                <a:gd name="connsiteX12" fmla="*/ 583618 w 1629088"/>
                <a:gd name="connsiteY12" fmla="*/ 1004979 h 1827528"/>
                <a:gd name="connsiteX13" fmla="*/ 491294 w 1629088"/>
                <a:gd name="connsiteY13" fmla="*/ 1004979 h 1827528"/>
                <a:gd name="connsiteX14" fmla="*/ 470138 w 1629088"/>
                <a:gd name="connsiteY14" fmla="*/ 983823 h 1827528"/>
                <a:gd name="connsiteX15" fmla="*/ 470138 w 1629088"/>
                <a:gd name="connsiteY15" fmla="*/ 821625 h 1827528"/>
                <a:gd name="connsiteX16" fmla="*/ 491294 w 1629088"/>
                <a:gd name="connsiteY16" fmla="*/ 800469 h 1827528"/>
                <a:gd name="connsiteX17" fmla="*/ 583383 w 1629088"/>
                <a:gd name="connsiteY17" fmla="*/ 800469 h 1827528"/>
                <a:gd name="connsiteX18" fmla="*/ 604715 w 1629088"/>
                <a:gd name="connsiteY18" fmla="*/ 749400 h 1827528"/>
                <a:gd name="connsiteX19" fmla="*/ 539484 w 1629088"/>
                <a:gd name="connsiteY19" fmla="*/ 684051 h 1827528"/>
                <a:gd name="connsiteX20" fmla="*/ 539484 w 1629088"/>
                <a:gd name="connsiteY20" fmla="*/ 654139 h 1827528"/>
                <a:gd name="connsiteX21" fmla="*/ 654139 w 1629088"/>
                <a:gd name="connsiteY21" fmla="*/ 539425 h 1827528"/>
                <a:gd name="connsiteX22" fmla="*/ 684051 w 1629088"/>
                <a:gd name="connsiteY22" fmla="*/ 539425 h 1827528"/>
                <a:gd name="connsiteX23" fmla="*/ 749165 w 1629088"/>
                <a:gd name="connsiteY23" fmla="*/ 604598 h 1827528"/>
                <a:gd name="connsiteX24" fmla="*/ 800410 w 1629088"/>
                <a:gd name="connsiteY24" fmla="*/ 583618 h 1827528"/>
                <a:gd name="connsiteX25" fmla="*/ 800410 w 1629088"/>
                <a:gd name="connsiteY25" fmla="*/ 491294 h 1827528"/>
                <a:gd name="connsiteX26" fmla="*/ 821567 w 1629088"/>
                <a:gd name="connsiteY26" fmla="*/ 470138 h 1827528"/>
                <a:gd name="connsiteX27" fmla="*/ 983764 w 1629088"/>
                <a:gd name="connsiteY27" fmla="*/ 470138 h 1827528"/>
                <a:gd name="connsiteX28" fmla="*/ 1004921 w 1629088"/>
                <a:gd name="connsiteY28" fmla="*/ 491294 h 1827528"/>
                <a:gd name="connsiteX29" fmla="*/ 1004921 w 1629088"/>
                <a:gd name="connsiteY29" fmla="*/ 583383 h 1827528"/>
                <a:gd name="connsiteX30" fmla="*/ 1055931 w 1629088"/>
                <a:gd name="connsiteY30" fmla="*/ 604715 h 1827528"/>
                <a:gd name="connsiteX31" fmla="*/ 1121162 w 1629088"/>
                <a:gd name="connsiteY31" fmla="*/ 539425 h 1827528"/>
                <a:gd name="connsiteX32" fmla="*/ 1151134 w 1629088"/>
                <a:gd name="connsiteY32" fmla="*/ 539425 h 1827528"/>
                <a:gd name="connsiteX33" fmla="*/ 1265847 w 1629088"/>
                <a:gd name="connsiteY33" fmla="*/ 654139 h 1827528"/>
                <a:gd name="connsiteX34" fmla="*/ 1272018 w 1629088"/>
                <a:gd name="connsiteY34" fmla="*/ 669066 h 1827528"/>
                <a:gd name="connsiteX35" fmla="*/ 1265847 w 1629088"/>
                <a:gd name="connsiteY35" fmla="*/ 683992 h 1827528"/>
                <a:gd name="connsiteX36" fmla="*/ 1200674 w 1629088"/>
                <a:gd name="connsiteY36" fmla="*/ 749107 h 1827528"/>
                <a:gd name="connsiteX37" fmla="*/ 1221654 w 1629088"/>
                <a:gd name="connsiteY37" fmla="*/ 800352 h 1827528"/>
                <a:gd name="connsiteX38" fmla="*/ 1314036 w 1629088"/>
                <a:gd name="connsiteY38" fmla="*/ 800352 h 1827528"/>
                <a:gd name="connsiteX39" fmla="*/ 1335193 w 1629088"/>
                <a:gd name="connsiteY39" fmla="*/ 821508 h 1827528"/>
                <a:gd name="connsiteX40" fmla="*/ 1335193 w 1629088"/>
                <a:gd name="connsiteY40" fmla="*/ 983706 h 1827528"/>
                <a:gd name="connsiteX41" fmla="*/ 1314036 w 1629088"/>
                <a:gd name="connsiteY41" fmla="*/ 1004862 h 1827528"/>
                <a:gd name="connsiteX42" fmla="*/ 1221948 w 1629088"/>
                <a:gd name="connsiteY42" fmla="*/ 1004862 h 1827528"/>
                <a:gd name="connsiteX43" fmla="*/ 1200616 w 1629088"/>
                <a:gd name="connsiteY43" fmla="*/ 1055872 h 1827528"/>
                <a:gd name="connsiteX44" fmla="*/ 1265906 w 1629088"/>
                <a:gd name="connsiteY44" fmla="*/ 1121103 h 1827528"/>
                <a:gd name="connsiteX45" fmla="*/ 1272077 w 1629088"/>
                <a:gd name="connsiteY45" fmla="*/ 1136089 h 1827528"/>
                <a:gd name="connsiteX46" fmla="*/ 1265906 w 1629088"/>
                <a:gd name="connsiteY46" fmla="*/ 1151075 h 1827528"/>
                <a:gd name="connsiteX47" fmla="*/ 1151192 w 1629088"/>
                <a:gd name="connsiteY47" fmla="*/ 1265789 h 1827528"/>
                <a:gd name="connsiteX48" fmla="*/ 1136207 w 1629088"/>
                <a:gd name="connsiteY48" fmla="*/ 1271959 h 1827528"/>
                <a:gd name="connsiteX49" fmla="*/ 1136207 w 1629088"/>
                <a:gd name="connsiteY49" fmla="*/ 1271959 h 1827528"/>
                <a:gd name="connsiteX50" fmla="*/ 1121221 w 1629088"/>
                <a:gd name="connsiteY50" fmla="*/ 1265789 h 1827528"/>
                <a:gd name="connsiteX51" fmla="*/ 1056166 w 1629088"/>
                <a:gd name="connsiteY51" fmla="*/ 1200616 h 1827528"/>
                <a:gd name="connsiteX52" fmla="*/ 1004979 w 1629088"/>
                <a:gd name="connsiteY52" fmla="*/ 1221596 h 1827528"/>
                <a:gd name="connsiteX53" fmla="*/ 1004979 w 1629088"/>
                <a:gd name="connsiteY53" fmla="*/ 1314036 h 1827528"/>
                <a:gd name="connsiteX54" fmla="*/ 983764 w 1629088"/>
                <a:gd name="connsiteY54" fmla="*/ 1335193 h 1827528"/>
                <a:gd name="connsiteX55" fmla="*/ 842723 w 1629088"/>
                <a:gd name="connsiteY55" fmla="*/ 1292880 h 1827528"/>
                <a:gd name="connsiteX56" fmla="*/ 962608 w 1629088"/>
                <a:gd name="connsiteY56" fmla="*/ 1292880 h 1827528"/>
                <a:gd name="connsiteX57" fmla="*/ 962608 w 1629088"/>
                <a:gd name="connsiteY57" fmla="*/ 1207550 h 1827528"/>
                <a:gd name="connsiteX58" fmla="*/ 975772 w 1629088"/>
                <a:gd name="connsiteY58" fmla="*/ 1187981 h 1827528"/>
                <a:gd name="connsiteX59" fmla="*/ 1053110 w 1629088"/>
                <a:gd name="connsiteY59" fmla="*/ 1156246 h 1827528"/>
                <a:gd name="connsiteX60" fmla="*/ 1076146 w 1629088"/>
                <a:gd name="connsiteY60" fmla="*/ 1160830 h 1827528"/>
                <a:gd name="connsiteX61" fmla="*/ 1136207 w 1629088"/>
                <a:gd name="connsiteY61" fmla="*/ 1221008 h 1827528"/>
                <a:gd name="connsiteX62" fmla="*/ 1221008 w 1629088"/>
                <a:gd name="connsiteY62" fmla="*/ 1136207 h 1827528"/>
                <a:gd name="connsiteX63" fmla="*/ 1160595 w 1629088"/>
                <a:gd name="connsiteY63" fmla="*/ 1075911 h 1827528"/>
                <a:gd name="connsiteX64" fmla="*/ 1156070 w 1629088"/>
                <a:gd name="connsiteY64" fmla="*/ 1052757 h 1827528"/>
                <a:gd name="connsiteX65" fmla="*/ 1188392 w 1629088"/>
                <a:gd name="connsiteY65" fmla="*/ 975654 h 1827528"/>
                <a:gd name="connsiteX66" fmla="*/ 1207903 w 1629088"/>
                <a:gd name="connsiteY66" fmla="*/ 962608 h 1827528"/>
                <a:gd name="connsiteX67" fmla="*/ 1292880 w 1629088"/>
                <a:gd name="connsiteY67" fmla="*/ 962608 h 1827528"/>
                <a:gd name="connsiteX68" fmla="*/ 1292880 w 1629088"/>
                <a:gd name="connsiteY68" fmla="*/ 842723 h 1827528"/>
                <a:gd name="connsiteX69" fmla="*/ 1207550 w 1629088"/>
                <a:gd name="connsiteY69" fmla="*/ 842723 h 1827528"/>
                <a:gd name="connsiteX70" fmla="*/ 1187981 w 1629088"/>
                <a:gd name="connsiteY70" fmla="*/ 829618 h 1827528"/>
                <a:gd name="connsiteX71" fmla="*/ 1156246 w 1629088"/>
                <a:gd name="connsiteY71" fmla="*/ 752280 h 1827528"/>
                <a:gd name="connsiteX72" fmla="*/ 1160830 w 1629088"/>
                <a:gd name="connsiteY72" fmla="*/ 729302 h 1827528"/>
                <a:gd name="connsiteX73" fmla="*/ 1221008 w 1629088"/>
                <a:gd name="connsiteY73" fmla="*/ 669183 h 1827528"/>
                <a:gd name="connsiteX74" fmla="*/ 1136207 w 1629088"/>
                <a:gd name="connsiteY74" fmla="*/ 584382 h 1827528"/>
                <a:gd name="connsiteX75" fmla="*/ 1075911 w 1629088"/>
                <a:gd name="connsiteY75" fmla="*/ 644736 h 1827528"/>
                <a:gd name="connsiteX76" fmla="*/ 1052757 w 1629088"/>
                <a:gd name="connsiteY76" fmla="*/ 649320 h 1827528"/>
                <a:gd name="connsiteX77" fmla="*/ 975654 w 1629088"/>
                <a:gd name="connsiteY77" fmla="*/ 617057 h 1827528"/>
                <a:gd name="connsiteX78" fmla="*/ 962608 w 1629088"/>
                <a:gd name="connsiteY78" fmla="*/ 597546 h 1827528"/>
                <a:gd name="connsiteX79" fmla="*/ 962608 w 1629088"/>
                <a:gd name="connsiteY79" fmla="*/ 512451 h 1827528"/>
                <a:gd name="connsiteX80" fmla="*/ 842723 w 1629088"/>
                <a:gd name="connsiteY80" fmla="*/ 512451 h 1827528"/>
                <a:gd name="connsiteX81" fmla="*/ 842723 w 1629088"/>
                <a:gd name="connsiteY81" fmla="*/ 597781 h 1827528"/>
                <a:gd name="connsiteX82" fmla="*/ 829618 w 1629088"/>
                <a:gd name="connsiteY82" fmla="*/ 617350 h 1827528"/>
                <a:gd name="connsiteX83" fmla="*/ 752280 w 1629088"/>
                <a:gd name="connsiteY83" fmla="*/ 649085 h 1827528"/>
                <a:gd name="connsiteX84" fmla="*/ 729302 w 1629088"/>
                <a:gd name="connsiteY84" fmla="*/ 644442 h 1827528"/>
                <a:gd name="connsiteX85" fmla="*/ 669183 w 1629088"/>
                <a:gd name="connsiteY85" fmla="*/ 584323 h 1827528"/>
                <a:gd name="connsiteX86" fmla="*/ 584441 w 1629088"/>
                <a:gd name="connsiteY86" fmla="*/ 669124 h 1827528"/>
                <a:gd name="connsiteX87" fmla="*/ 644795 w 1629088"/>
                <a:gd name="connsiteY87" fmla="*/ 729537 h 1827528"/>
                <a:gd name="connsiteX88" fmla="*/ 649320 w 1629088"/>
                <a:gd name="connsiteY88" fmla="*/ 752691 h 1827528"/>
                <a:gd name="connsiteX89" fmla="*/ 617057 w 1629088"/>
                <a:gd name="connsiteY89" fmla="*/ 829794 h 1827528"/>
                <a:gd name="connsiteX90" fmla="*/ 597546 w 1629088"/>
                <a:gd name="connsiteY90" fmla="*/ 842782 h 1827528"/>
                <a:gd name="connsiteX91" fmla="*/ 512451 w 1629088"/>
                <a:gd name="connsiteY91" fmla="*/ 842782 h 1827528"/>
                <a:gd name="connsiteX92" fmla="*/ 512451 w 1629088"/>
                <a:gd name="connsiteY92" fmla="*/ 962667 h 1827528"/>
                <a:gd name="connsiteX93" fmla="*/ 597781 w 1629088"/>
                <a:gd name="connsiteY93" fmla="*/ 962667 h 1827528"/>
                <a:gd name="connsiteX94" fmla="*/ 617350 w 1629088"/>
                <a:gd name="connsiteY94" fmla="*/ 975831 h 1827528"/>
                <a:gd name="connsiteX95" fmla="*/ 649085 w 1629088"/>
                <a:gd name="connsiteY95" fmla="*/ 1053169 h 1827528"/>
                <a:gd name="connsiteX96" fmla="*/ 644442 w 1629088"/>
                <a:gd name="connsiteY96" fmla="*/ 1076205 h 1827528"/>
                <a:gd name="connsiteX97" fmla="*/ 584382 w 1629088"/>
                <a:gd name="connsiteY97" fmla="*/ 1136265 h 1827528"/>
                <a:gd name="connsiteX98" fmla="*/ 669124 w 1629088"/>
                <a:gd name="connsiteY98" fmla="*/ 1221067 h 1827528"/>
                <a:gd name="connsiteX99" fmla="*/ 729537 w 1629088"/>
                <a:gd name="connsiteY99" fmla="*/ 1160654 h 1827528"/>
                <a:gd name="connsiteX100" fmla="*/ 752691 w 1629088"/>
                <a:gd name="connsiteY100" fmla="*/ 1156129 h 1827528"/>
                <a:gd name="connsiteX101" fmla="*/ 829794 w 1629088"/>
                <a:gd name="connsiteY101" fmla="*/ 1188451 h 1827528"/>
                <a:gd name="connsiteX102" fmla="*/ 842782 w 1629088"/>
                <a:gd name="connsiteY102" fmla="*/ 1207962 h 1827528"/>
                <a:gd name="connsiteX103" fmla="*/ 842723 w 1629088"/>
                <a:gd name="connsiteY103" fmla="*/ 1292880 h 1827528"/>
                <a:gd name="connsiteX104" fmla="*/ 842723 w 1629088"/>
                <a:gd name="connsiteY104" fmla="*/ 1292880 h 1827528"/>
                <a:gd name="connsiteX105" fmla="*/ 902665 w 1629088"/>
                <a:gd name="connsiteY105" fmla="*/ 1100124 h 1827528"/>
                <a:gd name="connsiteX106" fmla="*/ 705207 w 1629088"/>
                <a:gd name="connsiteY106" fmla="*/ 902665 h 1827528"/>
                <a:gd name="connsiteX107" fmla="*/ 902665 w 1629088"/>
                <a:gd name="connsiteY107" fmla="*/ 705207 h 1827528"/>
                <a:gd name="connsiteX108" fmla="*/ 1100124 w 1629088"/>
                <a:gd name="connsiteY108" fmla="*/ 902665 h 1827528"/>
                <a:gd name="connsiteX109" fmla="*/ 902665 w 1629088"/>
                <a:gd name="connsiteY109" fmla="*/ 1100124 h 1827528"/>
                <a:gd name="connsiteX110" fmla="*/ 902665 w 1629088"/>
                <a:gd name="connsiteY110" fmla="*/ 747520 h 1827528"/>
                <a:gd name="connsiteX111" fmla="*/ 747520 w 1629088"/>
                <a:gd name="connsiteY111" fmla="*/ 902665 h 1827528"/>
                <a:gd name="connsiteX112" fmla="*/ 902665 w 1629088"/>
                <a:gd name="connsiteY112" fmla="*/ 1057811 h 1827528"/>
                <a:gd name="connsiteX113" fmla="*/ 1057811 w 1629088"/>
                <a:gd name="connsiteY113" fmla="*/ 902665 h 1827528"/>
                <a:gd name="connsiteX114" fmla="*/ 902665 w 1629088"/>
                <a:gd name="connsiteY114" fmla="*/ 747520 h 1827528"/>
                <a:gd name="connsiteX115" fmla="*/ 902665 w 1629088"/>
                <a:gd name="connsiteY115" fmla="*/ 1805331 h 1827528"/>
                <a:gd name="connsiteX116" fmla="*/ 218614 w 1629088"/>
                <a:gd name="connsiteY116" fmla="*/ 1491631 h 1827528"/>
                <a:gd name="connsiteX117" fmla="*/ 218614 w 1629088"/>
                <a:gd name="connsiteY117" fmla="*/ 1725407 h 1827528"/>
                <a:gd name="connsiteX118" fmla="*/ 176302 w 1629088"/>
                <a:gd name="connsiteY118" fmla="*/ 1725407 h 1827528"/>
                <a:gd name="connsiteX119" fmla="*/ 176302 w 1629088"/>
                <a:gd name="connsiteY119" fmla="*/ 1410415 h 1827528"/>
                <a:gd name="connsiteX120" fmla="*/ 491294 w 1629088"/>
                <a:gd name="connsiteY120" fmla="*/ 1410415 h 1827528"/>
                <a:gd name="connsiteX121" fmla="*/ 491294 w 1629088"/>
                <a:gd name="connsiteY121" fmla="*/ 1452786 h 1827528"/>
                <a:gd name="connsiteX122" fmla="*/ 241122 w 1629088"/>
                <a:gd name="connsiteY122" fmla="*/ 1452786 h 1827528"/>
                <a:gd name="connsiteX123" fmla="*/ 902665 w 1629088"/>
                <a:gd name="connsiteY123" fmla="*/ 1763018 h 1827528"/>
                <a:gd name="connsiteX124" fmla="*/ 902665 w 1629088"/>
                <a:gd name="connsiteY124" fmla="*/ 1805331 h 1827528"/>
                <a:gd name="connsiteX125" fmla="*/ 42312 w 1629088"/>
                <a:gd name="connsiteY125" fmla="*/ 902665 h 1827528"/>
                <a:gd name="connsiteX126" fmla="*/ 0 w 1629088"/>
                <a:gd name="connsiteY126" fmla="*/ 902665 h 1827528"/>
                <a:gd name="connsiteX127" fmla="*/ 902665 w 1629088"/>
                <a:gd name="connsiteY127" fmla="*/ 0 h 1827528"/>
                <a:gd name="connsiteX128" fmla="*/ 1586717 w 1629088"/>
                <a:gd name="connsiteY128" fmla="*/ 313641 h 1827528"/>
                <a:gd name="connsiteX129" fmla="*/ 1586717 w 1629088"/>
                <a:gd name="connsiteY129" fmla="*/ 79924 h 1827528"/>
                <a:gd name="connsiteX130" fmla="*/ 1629088 w 1629088"/>
                <a:gd name="connsiteY130" fmla="*/ 79924 h 1827528"/>
                <a:gd name="connsiteX131" fmla="*/ 1629088 w 1629088"/>
                <a:gd name="connsiteY131" fmla="*/ 394916 h 1827528"/>
                <a:gd name="connsiteX132" fmla="*/ 1314036 w 1629088"/>
                <a:gd name="connsiteY132" fmla="*/ 394916 h 1827528"/>
                <a:gd name="connsiteX133" fmla="*/ 1314036 w 1629088"/>
                <a:gd name="connsiteY133" fmla="*/ 352604 h 1827528"/>
                <a:gd name="connsiteX134" fmla="*/ 1564209 w 1629088"/>
                <a:gd name="connsiteY134" fmla="*/ 352604 h 1827528"/>
                <a:gd name="connsiteX135" fmla="*/ 902665 w 1629088"/>
                <a:gd name="connsiteY135" fmla="*/ 42312 h 1827528"/>
                <a:gd name="connsiteX136" fmla="*/ 42312 w 1629088"/>
                <a:gd name="connsiteY136" fmla="*/ 902665 h 1827528"/>
                <a:gd name="connsiteX0" fmla="*/ 983764 w 1629088"/>
                <a:gd name="connsiteY0" fmla="*/ 1335193 h 1763131"/>
                <a:gd name="connsiteX1" fmla="*/ 821567 w 1629088"/>
                <a:gd name="connsiteY1" fmla="*/ 1335193 h 1763131"/>
                <a:gd name="connsiteX2" fmla="*/ 800410 w 1629088"/>
                <a:gd name="connsiteY2" fmla="*/ 1314036 h 1763131"/>
                <a:gd name="connsiteX3" fmla="*/ 800410 w 1629088"/>
                <a:gd name="connsiteY3" fmla="*/ 1221948 h 1763131"/>
                <a:gd name="connsiteX4" fmla="*/ 749342 w 1629088"/>
                <a:gd name="connsiteY4" fmla="*/ 1200616 h 1763131"/>
                <a:gd name="connsiteX5" fmla="*/ 684051 w 1629088"/>
                <a:gd name="connsiteY5" fmla="*/ 1265906 h 1763131"/>
                <a:gd name="connsiteX6" fmla="*/ 669124 w 1629088"/>
                <a:gd name="connsiteY6" fmla="*/ 1272077 h 1763131"/>
                <a:gd name="connsiteX7" fmla="*/ 669124 w 1629088"/>
                <a:gd name="connsiteY7" fmla="*/ 1272077 h 1763131"/>
                <a:gd name="connsiteX8" fmla="*/ 654197 w 1629088"/>
                <a:gd name="connsiteY8" fmla="*/ 1265906 h 1763131"/>
                <a:gd name="connsiteX9" fmla="*/ 539484 w 1629088"/>
                <a:gd name="connsiteY9" fmla="*/ 1151192 h 1763131"/>
                <a:gd name="connsiteX10" fmla="*/ 539484 w 1629088"/>
                <a:gd name="connsiteY10" fmla="*/ 1121221 h 1763131"/>
                <a:gd name="connsiteX11" fmla="*/ 604598 w 1629088"/>
                <a:gd name="connsiteY11" fmla="*/ 1056166 h 1763131"/>
                <a:gd name="connsiteX12" fmla="*/ 583618 w 1629088"/>
                <a:gd name="connsiteY12" fmla="*/ 1004979 h 1763131"/>
                <a:gd name="connsiteX13" fmla="*/ 491294 w 1629088"/>
                <a:gd name="connsiteY13" fmla="*/ 1004979 h 1763131"/>
                <a:gd name="connsiteX14" fmla="*/ 470138 w 1629088"/>
                <a:gd name="connsiteY14" fmla="*/ 983823 h 1763131"/>
                <a:gd name="connsiteX15" fmla="*/ 470138 w 1629088"/>
                <a:gd name="connsiteY15" fmla="*/ 821625 h 1763131"/>
                <a:gd name="connsiteX16" fmla="*/ 491294 w 1629088"/>
                <a:gd name="connsiteY16" fmla="*/ 800469 h 1763131"/>
                <a:gd name="connsiteX17" fmla="*/ 583383 w 1629088"/>
                <a:gd name="connsiteY17" fmla="*/ 800469 h 1763131"/>
                <a:gd name="connsiteX18" fmla="*/ 604715 w 1629088"/>
                <a:gd name="connsiteY18" fmla="*/ 749400 h 1763131"/>
                <a:gd name="connsiteX19" fmla="*/ 539484 w 1629088"/>
                <a:gd name="connsiteY19" fmla="*/ 684051 h 1763131"/>
                <a:gd name="connsiteX20" fmla="*/ 539484 w 1629088"/>
                <a:gd name="connsiteY20" fmla="*/ 654139 h 1763131"/>
                <a:gd name="connsiteX21" fmla="*/ 654139 w 1629088"/>
                <a:gd name="connsiteY21" fmla="*/ 539425 h 1763131"/>
                <a:gd name="connsiteX22" fmla="*/ 684051 w 1629088"/>
                <a:gd name="connsiteY22" fmla="*/ 539425 h 1763131"/>
                <a:gd name="connsiteX23" fmla="*/ 749165 w 1629088"/>
                <a:gd name="connsiteY23" fmla="*/ 604598 h 1763131"/>
                <a:gd name="connsiteX24" fmla="*/ 800410 w 1629088"/>
                <a:gd name="connsiteY24" fmla="*/ 583618 h 1763131"/>
                <a:gd name="connsiteX25" fmla="*/ 800410 w 1629088"/>
                <a:gd name="connsiteY25" fmla="*/ 491294 h 1763131"/>
                <a:gd name="connsiteX26" fmla="*/ 821567 w 1629088"/>
                <a:gd name="connsiteY26" fmla="*/ 470138 h 1763131"/>
                <a:gd name="connsiteX27" fmla="*/ 983764 w 1629088"/>
                <a:gd name="connsiteY27" fmla="*/ 470138 h 1763131"/>
                <a:gd name="connsiteX28" fmla="*/ 1004921 w 1629088"/>
                <a:gd name="connsiteY28" fmla="*/ 491294 h 1763131"/>
                <a:gd name="connsiteX29" fmla="*/ 1004921 w 1629088"/>
                <a:gd name="connsiteY29" fmla="*/ 583383 h 1763131"/>
                <a:gd name="connsiteX30" fmla="*/ 1055931 w 1629088"/>
                <a:gd name="connsiteY30" fmla="*/ 604715 h 1763131"/>
                <a:gd name="connsiteX31" fmla="*/ 1121162 w 1629088"/>
                <a:gd name="connsiteY31" fmla="*/ 539425 h 1763131"/>
                <a:gd name="connsiteX32" fmla="*/ 1151134 w 1629088"/>
                <a:gd name="connsiteY32" fmla="*/ 539425 h 1763131"/>
                <a:gd name="connsiteX33" fmla="*/ 1265847 w 1629088"/>
                <a:gd name="connsiteY33" fmla="*/ 654139 h 1763131"/>
                <a:gd name="connsiteX34" fmla="*/ 1272018 w 1629088"/>
                <a:gd name="connsiteY34" fmla="*/ 669066 h 1763131"/>
                <a:gd name="connsiteX35" fmla="*/ 1265847 w 1629088"/>
                <a:gd name="connsiteY35" fmla="*/ 683992 h 1763131"/>
                <a:gd name="connsiteX36" fmla="*/ 1200674 w 1629088"/>
                <a:gd name="connsiteY36" fmla="*/ 749107 h 1763131"/>
                <a:gd name="connsiteX37" fmla="*/ 1221654 w 1629088"/>
                <a:gd name="connsiteY37" fmla="*/ 800352 h 1763131"/>
                <a:gd name="connsiteX38" fmla="*/ 1314036 w 1629088"/>
                <a:gd name="connsiteY38" fmla="*/ 800352 h 1763131"/>
                <a:gd name="connsiteX39" fmla="*/ 1335193 w 1629088"/>
                <a:gd name="connsiteY39" fmla="*/ 821508 h 1763131"/>
                <a:gd name="connsiteX40" fmla="*/ 1335193 w 1629088"/>
                <a:gd name="connsiteY40" fmla="*/ 983706 h 1763131"/>
                <a:gd name="connsiteX41" fmla="*/ 1314036 w 1629088"/>
                <a:gd name="connsiteY41" fmla="*/ 1004862 h 1763131"/>
                <a:gd name="connsiteX42" fmla="*/ 1221948 w 1629088"/>
                <a:gd name="connsiteY42" fmla="*/ 1004862 h 1763131"/>
                <a:gd name="connsiteX43" fmla="*/ 1200616 w 1629088"/>
                <a:gd name="connsiteY43" fmla="*/ 1055872 h 1763131"/>
                <a:gd name="connsiteX44" fmla="*/ 1265906 w 1629088"/>
                <a:gd name="connsiteY44" fmla="*/ 1121103 h 1763131"/>
                <a:gd name="connsiteX45" fmla="*/ 1272077 w 1629088"/>
                <a:gd name="connsiteY45" fmla="*/ 1136089 h 1763131"/>
                <a:gd name="connsiteX46" fmla="*/ 1265906 w 1629088"/>
                <a:gd name="connsiteY46" fmla="*/ 1151075 h 1763131"/>
                <a:gd name="connsiteX47" fmla="*/ 1151192 w 1629088"/>
                <a:gd name="connsiteY47" fmla="*/ 1265789 h 1763131"/>
                <a:gd name="connsiteX48" fmla="*/ 1136207 w 1629088"/>
                <a:gd name="connsiteY48" fmla="*/ 1271959 h 1763131"/>
                <a:gd name="connsiteX49" fmla="*/ 1136207 w 1629088"/>
                <a:gd name="connsiteY49" fmla="*/ 1271959 h 1763131"/>
                <a:gd name="connsiteX50" fmla="*/ 1121221 w 1629088"/>
                <a:gd name="connsiteY50" fmla="*/ 1265789 h 1763131"/>
                <a:gd name="connsiteX51" fmla="*/ 1056166 w 1629088"/>
                <a:gd name="connsiteY51" fmla="*/ 1200616 h 1763131"/>
                <a:gd name="connsiteX52" fmla="*/ 1004979 w 1629088"/>
                <a:gd name="connsiteY52" fmla="*/ 1221596 h 1763131"/>
                <a:gd name="connsiteX53" fmla="*/ 1004979 w 1629088"/>
                <a:gd name="connsiteY53" fmla="*/ 1314036 h 1763131"/>
                <a:gd name="connsiteX54" fmla="*/ 983764 w 1629088"/>
                <a:gd name="connsiteY54" fmla="*/ 1335193 h 1763131"/>
                <a:gd name="connsiteX55" fmla="*/ 842723 w 1629088"/>
                <a:gd name="connsiteY55" fmla="*/ 1292880 h 1763131"/>
                <a:gd name="connsiteX56" fmla="*/ 962608 w 1629088"/>
                <a:gd name="connsiteY56" fmla="*/ 1292880 h 1763131"/>
                <a:gd name="connsiteX57" fmla="*/ 962608 w 1629088"/>
                <a:gd name="connsiteY57" fmla="*/ 1207550 h 1763131"/>
                <a:gd name="connsiteX58" fmla="*/ 975772 w 1629088"/>
                <a:gd name="connsiteY58" fmla="*/ 1187981 h 1763131"/>
                <a:gd name="connsiteX59" fmla="*/ 1053110 w 1629088"/>
                <a:gd name="connsiteY59" fmla="*/ 1156246 h 1763131"/>
                <a:gd name="connsiteX60" fmla="*/ 1076146 w 1629088"/>
                <a:gd name="connsiteY60" fmla="*/ 1160830 h 1763131"/>
                <a:gd name="connsiteX61" fmla="*/ 1136207 w 1629088"/>
                <a:gd name="connsiteY61" fmla="*/ 1221008 h 1763131"/>
                <a:gd name="connsiteX62" fmla="*/ 1221008 w 1629088"/>
                <a:gd name="connsiteY62" fmla="*/ 1136207 h 1763131"/>
                <a:gd name="connsiteX63" fmla="*/ 1160595 w 1629088"/>
                <a:gd name="connsiteY63" fmla="*/ 1075911 h 1763131"/>
                <a:gd name="connsiteX64" fmla="*/ 1156070 w 1629088"/>
                <a:gd name="connsiteY64" fmla="*/ 1052757 h 1763131"/>
                <a:gd name="connsiteX65" fmla="*/ 1188392 w 1629088"/>
                <a:gd name="connsiteY65" fmla="*/ 975654 h 1763131"/>
                <a:gd name="connsiteX66" fmla="*/ 1207903 w 1629088"/>
                <a:gd name="connsiteY66" fmla="*/ 962608 h 1763131"/>
                <a:gd name="connsiteX67" fmla="*/ 1292880 w 1629088"/>
                <a:gd name="connsiteY67" fmla="*/ 962608 h 1763131"/>
                <a:gd name="connsiteX68" fmla="*/ 1292880 w 1629088"/>
                <a:gd name="connsiteY68" fmla="*/ 842723 h 1763131"/>
                <a:gd name="connsiteX69" fmla="*/ 1207550 w 1629088"/>
                <a:gd name="connsiteY69" fmla="*/ 842723 h 1763131"/>
                <a:gd name="connsiteX70" fmla="*/ 1187981 w 1629088"/>
                <a:gd name="connsiteY70" fmla="*/ 829618 h 1763131"/>
                <a:gd name="connsiteX71" fmla="*/ 1156246 w 1629088"/>
                <a:gd name="connsiteY71" fmla="*/ 752280 h 1763131"/>
                <a:gd name="connsiteX72" fmla="*/ 1160830 w 1629088"/>
                <a:gd name="connsiteY72" fmla="*/ 729302 h 1763131"/>
                <a:gd name="connsiteX73" fmla="*/ 1221008 w 1629088"/>
                <a:gd name="connsiteY73" fmla="*/ 669183 h 1763131"/>
                <a:gd name="connsiteX74" fmla="*/ 1136207 w 1629088"/>
                <a:gd name="connsiteY74" fmla="*/ 584382 h 1763131"/>
                <a:gd name="connsiteX75" fmla="*/ 1075911 w 1629088"/>
                <a:gd name="connsiteY75" fmla="*/ 644736 h 1763131"/>
                <a:gd name="connsiteX76" fmla="*/ 1052757 w 1629088"/>
                <a:gd name="connsiteY76" fmla="*/ 649320 h 1763131"/>
                <a:gd name="connsiteX77" fmla="*/ 975654 w 1629088"/>
                <a:gd name="connsiteY77" fmla="*/ 617057 h 1763131"/>
                <a:gd name="connsiteX78" fmla="*/ 962608 w 1629088"/>
                <a:gd name="connsiteY78" fmla="*/ 597546 h 1763131"/>
                <a:gd name="connsiteX79" fmla="*/ 962608 w 1629088"/>
                <a:gd name="connsiteY79" fmla="*/ 512451 h 1763131"/>
                <a:gd name="connsiteX80" fmla="*/ 842723 w 1629088"/>
                <a:gd name="connsiteY80" fmla="*/ 512451 h 1763131"/>
                <a:gd name="connsiteX81" fmla="*/ 842723 w 1629088"/>
                <a:gd name="connsiteY81" fmla="*/ 597781 h 1763131"/>
                <a:gd name="connsiteX82" fmla="*/ 829618 w 1629088"/>
                <a:gd name="connsiteY82" fmla="*/ 617350 h 1763131"/>
                <a:gd name="connsiteX83" fmla="*/ 752280 w 1629088"/>
                <a:gd name="connsiteY83" fmla="*/ 649085 h 1763131"/>
                <a:gd name="connsiteX84" fmla="*/ 729302 w 1629088"/>
                <a:gd name="connsiteY84" fmla="*/ 644442 h 1763131"/>
                <a:gd name="connsiteX85" fmla="*/ 669183 w 1629088"/>
                <a:gd name="connsiteY85" fmla="*/ 584323 h 1763131"/>
                <a:gd name="connsiteX86" fmla="*/ 584441 w 1629088"/>
                <a:gd name="connsiteY86" fmla="*/ 669124 h 1763131"/>
                <a:gd name="connsiteX87" fmla="*/ 644795 w 1629088"/>
                <a:gd name="connsiteY87" fmla="*/ 729537 h 1763131"/>
                <a:gd name="connsiteX88" fmla="*/ 649320 w 1629088"/>
                <a:gd name="connsiteY88" fmla="*/ 752691 h 1763131"/>
                <a:gd name="connsiteX89" fmla="*/ 617057 w 1629088"/>
                <a:gd name="connsiteY89" fmla="*/ 829794 h 1763131"/>
                <a:gd name="connsiteX90" fmla="*/ 597546 w 1629088"/>
                <a:gd name="connsiteY90" fmla="*/ 842782 h 1763131"/>
                <a:gd name="connsiteX91" fmla="*/ 512451 w 1629088"/>
                <a:gd name="connsiteY91" fmla="*/ 842782 h 1763131"/>
                <a:gd name="connsiteX92" fmla="*/ 512451 w 1629088"/>
                <a:gd name="connsiteY92" fmla="*/ 962667 h 1763131"/>
                <a:gd name="connsiteX93" fmla="*/ 597781 w 1629088"/>
                <a:gd name="connsiteY93" fmla="*/ 962667 h 1763131"/>
                <a:gd name="connsiteX94" fmla="*/ 617350 w 1629088"/>
                <a:gd name="connsiteY94" fmla="*/ 975831 h 1763131"/>
                <a:gd name="connsiteX95" fmla="*/ 649085 w 1629088"/>
                <a:gd name="connsiteY95" fmla="*/ 1053169 h 1763131"/>
                <a:gd name="connsiteX96" fmla="*/ 644442 w 1629088"/>
                <a:gd name="connsiteY96" fmla="*/ 1076205 h 1763131"/>
                <a:gd name="connsiteX97" fmla="*/ 584382 w 1629088"/>
                <a:gd name="connsiteY97" fmla="*/ 1136265 h 1763131"/>
                <a:gd name="connsiteX98" fmla="*/ 669124 w 1629088"/>
                <a:gd name="connsiteY98" fmla="*/ 1221067 h 1763131"/>
                <a:gd name="connsiteX99" fmla="*/ 729537 w 1629088"/>
                <a:gd name="connsiteY99" fmla="*/ 1160654 h 1763131"/>
                <a:gd name="connsiteX100" fmla="*/ 752691 w 1629088"/>
                <a:gd name="connsiteY100" fmla="*/ 1156129 h 1763131"/>
                <a:gd name="connsiteX101" fmla="*/ 829794 w 1629088"/>
                <a:gd name="connsiteY101" fmla="*/ 1188451 h 1763131"/>
                <a:gd name="connsiteX102" fmla="*/ 842782 w 1629088"/>
                <a:gd name="connsiteY102" fmla="*/ 1207962 h 1763131"/>
                <a:gd name="connsiteX103" fmla="*/ 842723 w 1629088"/>
                <a:gd name="connsiteY103" fmla="*/ 1292880 h 1763131"/>
                <a:gd name="connsiteX104" fmla="*/ 842723 w 1629088"/>
                <a:gd name="connsiteY104" fmla="*/ 1292880 h 1763131"/>
                <a:gd name="connsiteX105" fmla="*/ 902665 w 1629088"/>
                <a:gd name="connsiteY105" fmla="*/ 1100124 h 1763131"/>
                <a:gd name="connsiteX106" fmla="*/ 705207 w 1629088"/>
                <a:gd name="connsiteY106" fmla="*/ 902665 h 1763131"/>
                <a:gd name="connsiteX107" fmla="*/ 902665 w 1629088"/>
                <a:gd name="connsiteY107" fmla="*/ 705207 h 1763131"/>
                <a:gd name="connsiteX108" fmla="*/ 1100124 w 1629088"/>
                <a:gd name="connsiteY108" fmla="*/ 902665 h 1763131"/>
                <a:gd name="connsiteX109" fmla="*/ 902665 w 1629088"/>
                <a:gd name="connsiteY109" fmla="*/ 1100124 h 1763131"/>
                <a:gd name="connsiteX110" fmla="*/ 902665 w 1629088"/>
                <a:gd name="connsiteY110" fmla="*/ 747520 h 1763131"/>
                <a:gd name="connsiteX111" fmla="*/ 747520 w 1629088"/>
                <a:gd name="connsiteY111" fmla="*/ 902665 h 1763131"/>
                <a:gd name="connsiteX112" fmla="*/ 902665 w 1629088"/>
                <a:gd name="connsiteY112" fmla="*/ 1057811 h 1763131"/>
                <a:gd name="connsiteX113" fmla="*/ 1057811 w 1629088"/>
                <a:gd name="connsiteY113" fmla="*/ 902665 h 1763131"/>
                <a:gd name="connsiteX114" fmla="*/ 902665 w 1629088"/>
                <a:gd name="connsiteY114" fmla="*/ 747520 h 1763131"/>
                <a:gd name="connsiteX115" fmla="*/ 902665 w 1629088"/>
                <a:gd name="connsiteY115" fmla="*/ 1763018 h 1763131"/>
                <a:gd name="connsiteX116" fmla="*/ 218614 w 1629088"/>
                <a:gd name="connsiteY116" fmla="*/ 1491631 h 1763131"/>
                <a:gd name="connsiteX117" fmla="*/ 218614 w 1629088"/>
                <a:gd name="connsiteY117" fmla="*/ 1725407 h 1763131"/>
                <a:gd name="connsiteX118" fmla="*/ 176302 w 1629088"/>
                <a:gd name="connsiteY118" fmla="*/ 1725407 h 1763131"/>
                <a:gd name="connsiteX119" fmla="*/ 176302 w 1629088"/>
                <a:gd name="connsiteY119" fmla="*/ 1410415 h 1763131"/>
                <a:gd name="connsiteX120" fmla="*/ 491294 w 1629088"/>
                <a:gd name="connsiteY120" fmla="*/ 1410415 h 1763131"/>
                <a:gd name="connsiteX121" fmla="*/ 491294 w 1629088"/>
                <a:gd name="connsiteY121" fmla="*/ 1452786 h 1763131"/>
                <a:gd name="connsiteX122" fmla="*/ 241122 w 1629088"/>
                <a:gd name="connsiteY122" fmla="*/ 1452786 h 1763131"/>
                <a:gd name="connsiteX123" fmla="*/ 902665 w 1629088"/>
                <a:gd name="connsiteY123" fmla="*/ 1763018 h 1763131"/>
                <a:gd name="connsiteX124" fmla="*/ 42312 w 1629088"/>
                <a:gd name="connsiteY124" fmla="*/ 902665 h 1763131"/>
                <a:gd name="connsiteX125" fmla="*/ 0 w 1629088"/>
                <a:gd name="connsiteY125" fmla="*/ 902665 h 1763131"/>
                <a:gd name="connsiteX126" fmla="*/ 902665 w 1629088"/>
                <a:gd name="connsiteY126" fmla="*/ 0 h 1763131"/>
                <a:gd name="connsiteX127" fmla="*/ 1586717 w 1629088"/>
                <a:gd name="connsiteY127" fmla="*/ 313641 h 1763131"/>
                <a:gd name="connsiteX128" fmla="*/ 1586717 w 1629088"/>
                <a:gd name="connsiteY128" fmla="*/ 79924 h 1763131"/>
                <a:gd name="connsiteX129" fmla="*/ 1629088 w 1629088"/>
                <a:gd name="connsiteY129" fmla="*/ 79924 h 1763131"/>
                <a:gd name="connsiteX130" fmla="*/ 1629088 w 1629088"/>
                <a:gd name="connsiteY130" fmla="*/ 394916 h 1763131"/>
                <a:gd name="connsiteX131" fmla="*/ 1314036 w 1629088"/>
                <a:gd name="connsiteY131" fmla="*/ 394916 h 1763131"/>
                <a:gd name="connsiteX132" fmla="*/ 1314036 w 1629088"/>
                <a:gd name="connsiteY132" fmla="*/ 352604 h 1763131"/>
                <a:gd name="connsiteX133" fmla="*/ 1564209 w 1629088"/>
                <a:gd name="connsiteY133" fmla="*/ 352604 h 1763131"/>
                <a:gd name="connsiteX134" fmla="*/ 902665 w 1629088"/>
                <a:gd name="connsiteY134" fmla="*/ 42312 h 1763131"/>
                <a:gd name="connsiteX135" fmla="*/ 42312 w 1629088"/>
                <a:gd name="connsiteY135" fmla="*/ 902665 h 1763131"/>
                <a:gd name="connsiteX0" fmla="*/ 983764 w 1629088"/>
                <a:gd name="connsiteY0" fmla="*/ 1335193 h 1725407"/>
                <a:gd name="connsiteX1" fmla="*/ 821567 w 1629088"/>
                <a:gd name="connsiteY1" fmla="*/ 1335193 h 1725407"/>
                <a:gd name="connsiteX2" fmla="*/ 800410 w 1629088"/>
                <a:gd name="connsiteY2" fmla="*/ 1314036 h 1725407"/>
                <a:gd name="connsiteX3" fmla="*/ 800410 w 1629088"/>
                <a:gd name="connsiteY3" fmla="*/ 1221948 h 1725407"/>
                <a:gd name="connsiteX4" fmla="*/ 749342 w 1629088"/>
                <a:gd name="connsiteY4" fmla="*/ 1200616 h 1725407"/>
                <a:gd name="connsiteX5" fmla="*/ 684051 w 1629088"/>
                <a:gd name="connsiteY5" fmla="*/ 1265906 h 1725407"/>
                <a:gd name="connsiteX6" fmla="*/ 669124 w 1629088"/>
                <a:gd name="connsiteY6" fmla="*/ 1272077 h 1725407"/>
                <a:gd name="connsiteX7" fmla="*/ 669124 w 1629088"/>
                <a:gd name="connsiteY7" fmla="*/ 1272077 h 1725407"/>
                <a:gd name="connsiteX8" fmla="*/ 654197 w 1629088"/>
                <a:gd name="connsiteY8" fmla="*/ 1265906 h 1725407"/>
                <a:gd name="connsiteX9" fmla="*/ 539484 w 1629088"/>
                <a:gd name="connsiteY9" fmla="*/ 1151192 h 1725407"/>
                <a:gd name="connsiteX10" fmla="*/ 539484 w 1629088"/>
                <a:gd name="connsiteY10" fmla="*/ 1121221 h 1725407"/>
                <a:gd name="connsiteX11" fmla="*/ 604598 w 1629088"/>
                <a:gd name="connsiteY11" fmla="*/ 1056166 h 1725407"/>
                <a:gd name="connsiteX12" fmla="*/ 583618 w 1629088"/>
                <a:gd name="connsiteY12" fmla="*/ 1004979 h 1725407"/>
                <a:gd name="connsiteX13" fmla="*/ 491294 w 1629088"/>
                <a:gd name="connsiteY13" fmla="*/ 1004979 h 1725407"/>
                <a:gd name="connsiteX14" fmla="*/ 470138 w 1629088"/>
                <a:gd name="connsiteY14" fmla="*/ 983823 h 1725407"/>
                <a:gd name="connsiteX15" fmla="*/ 470138 w 1629088"/>
                <a:gd name="connsiteY15" fmla="*/ 821625 h 1725407"/>
                <a:gd name="connsiteX16" fmla="*/ 491294 w 1629088"/>
                <a:gd name="connsiteY16" fmla="*/ 800469 h 1725407"/>
                <a:gd name="connsiteX17" fmla="*/ 583383 w 1629088"/>
                <a:gd name="connsiteY17" fmla="*/ 800469 h 1725407"/>
                <a:gd name="connsiteX18" fmla="*/ 604715 w 1629088"/>
                <a:gd name="connsiteY18" fmla="*/ 749400 h 1725407"/>
                <a:gd name="connsiteX19" fmla="*/ 539484 w 1629088"/>
                <a:gd name="connsiteY19" fmla="*/ 684051 h 1725407"/>
                <a:gd name="connsiteX20" fmla="*/ 539484 w 1629088"/>
                <a:gd name="connsiteY20" fmla="*/ 654139 h 1725407"/>
                <a:gd name="connsiteX21" fmla="*/ 654139 w 1629088"/>
                <a:gd name="connsiteY21" fmla="*/ 539425 h 1725407"/>
                <a:gd name="connsiteX22" fmla="*/ 684051 w 1629088"/>
                <a:gd name="connsiteY22" fmla="*/ 539425 h 1725407"/>
                <a:gd name="connsiteX23" fmla="*/ 749165 w 1629088"/>
                <a:gd name="connsiteY23" fmla="*/ 604598 h 1725407"/>
                <a:gd name="connsiteX24" fmla="*/ 800410 w 1629088"/>
                <a:gd name="connsiteY24" fmla="*/ 583618 h 1725407"/>
                <a:gd name="connsiteX25" fmla="*/ 800410 w 1629088"/>
                <a:gd name="connsiteY25" fmla="*/ 491294 h 1725407"/>
                <a:gd name="connsiteX26" fmla="*/ 821567 w 1629088"/>
                <a:gd name="connsiteY26" fmla="*/ 470138 h 1725407"/>
                <a:gd name="connsiteX27" fmla="*/ 983764 w 1629088"/>
                <a:gd name="connsiteY27" fmla="*/ 470138 h 1725407"/>
                <a:gd name="connsiteX28" fmla="*/ 1004921 w 1629088"/>
                <a:gd name="connsiteY28" fmla="*/ 491294 h 1725407"/>
                <a:gd name="connsiteX29" fmla="*/ 1004921 w 1629088"/>
                <a:gd name="connsiteY29" fmla="*/ 583383 h 1725407"/>
                <a:gd name="connsiteX30" fmla="*/ 1055931 w 1629088"/>
                <a:gd name="connsiteY30" fmla="*/ 604715 h 1725407"/>
                <a:gd name="connsiteX31" fmla="*/ 1121162 w 1629088"/>
                <a:gd name="connsiteY31" fmla="*/ 539425 h 1725407"/>
                <a:gd name="connsiteX32" fmla="*/ 1151134 w 1629088"/>
                <a:gd name="connsiteY32" fmla="*/ 539425 h 1725407"/>
                <a:gd name="connsiteX33" fmla="*/ 1265847 w 1629088"/>
                <a:gd name="connsiteY33" fmla="*/ 654139 h 1725407"/>
                <a:gd name="connsiteX34" fmla="*/ 1272018 w 1629088"/>
                <a:gd name="connsiteY34" fmla="*/ 669066 h 1725407"/>
                <a:gd name="connsiteX35" fmla="*/ 1265847 w 1629088"/>
                <a:gd name="connsiteY35" fmla="*/ 683992 h 1725407"/>
                <a:gd name="connsiteX36" fmla="*/ 1200674 w 1629088"/>
                <a:gd name="connsiteY36" fmla="*/ 749107 h 1725407"/>
                <a:gd name="connsiteX37" fmla="*/ 1221654 w 1629088"/>
                <a:gd name="connsiteY37" fmla="*/ 800352 h 1725407"/>
                <a:gd name="connsiteX38" fmla="*/ 1314036 w 1629088"/>
                <a:gd name="connsiteY38" fmla="*/ 800352 h 1725407"/>
                <a:gd name="connsiteX39" fmla="*/ 1335193 w 1629088"/>
                <a:gd name="connsiteY39" fmla="*/ 821508 h 1725407"/>
                <a:gd name="connsiteX40" fmla="*/ 1335193 w 1629088"/>
                <a:gd name="connsiteY40" fmla="*/ 983706 h 1725407"/>
                <a:gd name="connsiteX41" fmla="*/ 1314036 w 1629088"/>
                <a:gd name="connsiteY41" fmla="*/ 1004862 h 1725407"/>
                <a:gd name="connsiteX42" fmla="*/ 1221948 w 1629088"/>
                <a:gd name="connsiteY42" fmla="*/ 1004862 h 1725407"/>
                <a:gd name="connsiteX43" fmla="*/ 1200616 w 1629088"/>
                <a:gd name="connsiteY43" fmla="*/ 1055872 h 1725407"/>
                <a:gd name="connsiteX44" fmla="*/ 1265906 w 1629088"/>
                <a:gd name="connsiteY44" fmla="*/ 1121103 h 1725407"/>
                <a:gd name="connsiteX45" fmla="*/ 1272077 w 1629088"/>
                <a:gd name="connsiteY45" fmla="*/ 1136089 h 1725407"/>
                <a:gd name="connsiteX46" fmla="*/ 1265906 w 1629088"/>
                <a:gd name="connsiteY46" fmla="*/ 1151075 h 1725407"/>
                <a:gd name="connsiteX47" fmla="*/ 1151192 w 1629088"/>
                <a:gd name="connsiteY47" fmla="*/ 1265789 h 1725407"/>
                <a:gd name="connsiteX48" fmla="*/ 1136207 w 1629088"/>
                <a:gd name="connsiteY48" fmla="*/ 1271959 h 1725407"/>
                <a:gd name="connsiteX49" fmla="*/ 1136207 w 1629088"/>
                <a:gd name="connsiteY49" fmla="*/ 1271959 h 1725407"/>
                <a:gd name="connsiteX50" fmla="*/ 1121221 w 1629088"/>
                <a:gd name="connsiteY50" fmla="*/ 1265789 h 1725407"/>
                <a:gd name="connsiteX51" fmla="*/ 1056166 w 1629088"/>
                <a:gd name="connsiteY51" fmla="*/ 1200616 h 1725407"/>
                <a:gd name="connsiteX52" fmla="*/ 1004979 w 1629088"/>
                <a:gd name="connsiteY52" fmla="*/ 1221596 h 1725407"/>
                <a:gd name="connsiteX53" fmla="*/ 1004979 w 1629088"/>
                <a:gd name="connsiteY53" fmla="*/ 1314036 h 1725407"/>
                <a:gd name="connsiteX54" fmla="*/ 983764 w 1629088"/>
                <a:gd name="connsiteY54" fmla="*/ 1335193 h 1725407"/>
                <a:gd name="connsiteX55" fmla="*/ 842723 w 1629088"/>
                <a:gd name="connsiteY55" fmla="*/ 1292880 h 1725407"/>
                <a:gd name="connsiteX56" fmla="*/ 962608 w 1629088"/>
                <a:gd name="connsiteY56" fmla="*/ 1292880 h 1725407"/>
                <a:gd name="connsiteX57" fmla="*/ 962608 w 1629088"/>
                <a:gd name="connsiteY57" fmla="*/ 1207550 h 1725407"/>
                <a:gd name="connsiteX58" fmla="*/ 975772 w 1629088"/>
                <a:gd name="connsiteY58" fmla="*/ 1187981 h 1725407"/>
                <a:gd name="connsiteX59" fmla="*/ 1053110 w 1629088"/>
                <a:gd name="connsiteY59" fmla="*/ 1156246 h 1725407"/>
                <a:gd name="connsiteX60" fmla="*/ 1076146 w 1629088"/>
                <a:gd name="connsiteY60" fmla="*/ 1160830 h 1725407"/>
                <a:gd name="connsiteX61" fmla="*/ 1136207 w 1629088"/>
                <a:gd name="connsiteY61" fmla="*/ 1221008 h 1725407"/>
                <a:gd name="connsiteX62" fmla="*/ 1221008 w 1629088"/>
                <a:gd name="connsiteY62" fmla="*/ 1136207 h 1725407"/>
                <a:gd name="connsiteX63" fmla="*/ 1160595 w 1629088"/>
                <a:gd name="connsiteY63" fmla="*/ 1075911 h 1725407"/>
                <a:gd name="connsiteX64" fmla="*/ 1156070 w 1629088"/>
                <a:gd name="connsiteY64" fmla="*/ 1052757 h 1725407"/>
                <a:gd name="connsiteX65" fmla="*/ 1188392 w 1629088"/>
                <a:gd name="connsiteY65" fmla="*/ 975654 h 1725407"/>
                <a:gd name="connsiteX66" fmla="*/ 1207903 w 1629088"/>
                <a:gd name="connsiteY66" fmla="*/ 962608 h 1725407"/>
                <a:gd name="connsiteX67" fmla="*/ 1292880 w 1629088"/>
                <a:gd name="connsiteY67" fmla="*/ 962608 h 1725407"/>
                <a:gd name="connsiteX68" fmla="*/ 1292880 w 1629088"/>
                <a:gd name="connsiteY68" fmla="*/ 842723 h 1725407"/>
                <a:gd name="connsiteX69" fmla="*/ 1207550 w 1629088"/>
                <a:gd name="connsiteY69" fmla="*/ 842723 h 1725407"/>
                <a:gd name="connsiteX70" fmla="*/ 1187981 w 1629088"/>
                <a:gd name="connsiteY70" fmla="*/ 829618 h 1725407"/>
                <a:gd name="connsiteX71" fmla="*/ 1156246 w 1629088"/>
                <a:gd name="connsiteY71" fmla="*/ 752280 h 1725407"/>
                <a:gd name="connsiteX72" fmla="*/ 1160830 w 1629088"/>
                <a:gd name="connsiteY72" fmla="*/ 729302 h 1725407"/>
                <a:gd name="connsiteX73" fmla="*/ 1221008 w 1629088"/>
                <a:gd name="connsiteY73" fmla="*/ 669183 h 1725407"/>
                <a:gd name="connsiteX74" fmla="*/ 1136207 w 1629088"/>
                <a:gd name="connsiteY74" fmla="*/ 584382 h 1725407"/>
                <a:gd name="connsiteX75" fmla="*/ 1075911 w 1629088"/>
                <a:gd name="connsiteY75" fmla="*/ 644736 h 1725407"/>
                <a:gd name="connsiteX76" fmla="*/ 1052757 w 1629088"/>
                <a:gd name="connsiteY76" fmla="*/ 649320 h 1725407"/>
                <a:gd name="connsiteX77" fmla="*/ 975654 w 1629088"/>
                <a:gd name="connsiteY77" fmla="*/ 617057 h 1725407"/>
                <a:gd name="connsiteX78" fmla="*/ 962608 w 1629088"/>
                <a:gd name="connsiteY78" fmla="*/ 597546 h 1725407"/>
                <a:gd name="connsiteX79" fmla="*/ 962608 w 1629088"/>
                <a:gd name="connsiteY79" fmla="*/ 512451 h 1725407"/>
                <a:gd name="connsiteX80" fmla="*/ 842723 w 1629088"/>
                <a:gd name="connsiteY80" fmla="*/ 512451 h 1725407"/>
                <a:gd name="connsiteX81" fmla="*/ 842723 w 1629088"/>
                <a:gd name="connsiteY81" fmla="*/ 597781 h 1725407"/>
                <a:gd name="connsiteX82" fmla="*/ 829618 w 1629088"/>
                <a:gd name="connsiteY82" fmla="*/ 617350 h 1725407"/>
                <a:gd name="connsiteX83" fmla="*/ 752280 w 1629088"/>
                <a:gd name="connsiteY83" fmla="*/ 649085 h 1725407"/>
                <a:gd name="connsiteX84" fmla="*/ 729302 w 1629088"/>
                <a:gd name="connsiteY84" fmla="*/ 644442 h 1725407"/>
                <a:gd name="connsiteX85" fmla="*/ 669183 w 1629088"/>
                <a:gd name="connsiteY85" fmla="*/ 584323 h 1725407"/>
                <a:gd name="connsiteX86" fmla="*/ 584441 w 1629088"/>
                <a:gd name="connsiteY86" fmla="*/ 669124 h 1725407"/>
                <a:gd name="connsiteX87" fmla="*/ 644795 w 1629088"/>
                <a:gd name="connsiteY87" fmla="*/ 729537 h 1725407"/>
                <a:gd name="connsiteX88" fmla="*/ 649320 w 1629088"/>
                <a:gd name="connsiteY88" fmla="*/ 752691 h 1725407"/>
                <a:gd name="connsiteX89" fmla="*/ 617057 w 1629088"/>
                <a:gd name="connsiteY89" fmla="*/ 829794 h 1725407"/>
                <a:gd name="connsiteX90" fmla="*/ 597546 w 1629088"/>
                <a:gd name="connsiteY90" fmla="*/ 842782 h 1725407"/>
                <a:gd name="connsiteX91" fmla="*/ 512451 w 1629088"/>
                <a:gd name="connsiteY91" fmla="*/ 842782 h 1725407"/>
                <a:gd name="connsiteX92" fmla="*/ 512451 w 1629088"/>
                <a:gd name="connsiteY92" fmla="*/ 962667 h 1725407"/>
                <a:gd name="connsiteX93" fmla="*/ 597781 w 1629088"/>
                <a:gd name="connsiteY93" fmla="*/ 962667 h 1725407"/>
                <a:gd name="connsiteX94" fmla="*/ 617350 w 1629088"/>
                <a:gd name="connsiteY94" fmla="*/ 975831 h 1725407"/>
                <a:gd name="connsiteX95" fmla="*/ 649085 w 1629088"/>
                <a:gd name="connsiteY95" fmla="*/ 1053169 h 1725407"/>
                <a:gd name="connsiteX96" fmla="*/ 644442 w 1629088"/>
                <a:gd name="connsiteY96" fmla="*/ 1076205 h 1725407"/>
                <a:gd name="connsiteX97" fmla="*/ 584382 w 1629088"/>
                <a:gd name="connsiteY97" fmla="*/ 1136265 h 1725407"/>
                <a:gd name="connsiteX98" fmla="*/ 669124 w 1629088"/>
                <a:gd name="connsiteY98" fmla="*/ 1221067 h 1725407"/>
                <a:gd name="connsiteX99" fmla="*/ 729537 w 1629088"/>
                <a:gd name="connsiteY99" fmla="*/ 1160654 h 1725407"/>
                <a:gd name="connsiteX100" fmla="*/ 752691 w 1629088"/>
                <a:gd name="connsiteY100" fmla="*/ 1156129 h 1725407"/>
                <a:gd name="connsiteX101" fmla="*/ 829794 w 1629088"/>
                <a:gd name="connsiteY101" fmla="*/ 1188451 h 1725407"/>
                <a:gd name="connsiteX102" fmla="*/ 842782 w 1629088"/>
                <a:gd name="connsiteY102" fmla="*/ 1207962 h 1725407"/>
                <a:gd name="connsiteX103" fmla="*/ 842723 w 1629088"/>
                <a:gd name="connsiteY103" fmla="*/ 1292880 h 1725407"/>
                <a:gd name="connsiteX104" fmla="*/ 842723 w 1629088"/>
                <a:gd name="connsiteY104" fmla="*/ 1292880 h 1725407"/>
                <a:gd name="connsiteX105" fmla="*/ 902665 w 1629088"/>
                <a:gd name="connsiteY105" fmla="*/ 1100124 h 1725407"/>
                <a:gd name="connsiteX106" fmla="*/ 705207 w 1629088"/>
                <a:gd name="connsiteY106" fmla="*/ 902665 h 1725407"/>
                <a:gd name="connsiteX107" fmla="*/ 902665 w 1629088"/>
                <a:gd name="connsiteY107" fmla="*/ 705207 h 1725407"/>
                <a:gd name="connsiteX108" fmla="*/ 1100124 w 1629088"/>
                <a:gd name="connsiteY108" fmla="*/ 902665 h 1725407"/>
                <a:gd name="connsiteX109" fmla="*/ 902665 w 1629088"/>
                <a:gd name="connsiteY109" fmla="*/ 1100124 h 1725407"/>
                <a:gd name="connsiteX110" fmla="*/ 902665 w 1629088"/>
                <a:gd name="connsiteY110" fmla="*/ 747520 h 1725407"/>
                <a:gd name="connsiteX111" fmla="*/ 747520 w 1629088"/>
                <a:gd name="connsiteY111" fmla="*/ 902665 h 1725407"/>
                <a:gd name="connsiteX112" fmla="*/ 902665 w 1629088"/>
                <a:gd name="connsiteY112" fmla="*/ 1057811 h 1725407"/>
                <a:gd name="connsiteX113" fmla="*/ 1057811 w 1629088"/>
                <a:gd name="connsiteY113" fmla="*/ 902665 h 1725407"/>
                <a:gd name="connsiteX114" fmla="*/ 902665 w 1629088"/>
                <a:gd name="connsiteY114" fmla="*/ 747520 h 1725407"/>
                <a:gd name="connsiteX115" fmla="*/ 241122 w 1629088"/>
                <a:gd name="connsiteY115" fmla="*/ 1452786 h 1725407"/>
                <a:gd name="connsiteX116" fmla="*/ 218614 w 1629088"/>
                <a:gd name="connsiteY116" fmla="*/ 1491631 h 1725407"/>
                <a:gd name="connsiteX117" fmla="*/ 218614 w 1629088"/>
                <a:gd name="connsiteY117" fmla="*/ 1725407 h 1725407"/>
                <a:gd name="connsiteX118" fmla="*/ 176302 w 1629088"/>
                <a:gd name="connsiteY118" fmla="*/ 1725407 h 1725407"/>
                <a:gd name="connsiteX119" fmla="*/ 176302 w 1629088"/>
                <a:gd name="connsiteY119" fmla="*/ 1410415 h 1725407"/>
                <a:gd name="connsiteX120" fmla="*/ 491294 w 1629088"/>
                <a:gd name="connsiteY120" fmla="*/ 1410415 h 1725407"/>
                <a:gd name="connsiteX121" fmla="*/ 491294 w 1629088"/>
                <a:gd name="connsiteY121" fmla="*/ 1452786 h 1725407"/>
                <a:gd name="connsiteX122" fmla="*/ 241122 w 1629088"/>
                <a:gd name="connsiteY122" fmla="*/ 1452786 h 1725407"/>
                <a:gd name="connsiteX123" fmla="*/ 42312 w 1629088"/>
                <a:gd name="connsiteY123" fmla="*/ 902665 h 1725407"/>
                <a:gd name="connsiteX124" fmla="*/ 0 w 1629088"/>
                <a:gd name="connsiteY124" fmla="*/ 902665 h 1725407"/>
                <a:gd name="connsiteX125" fmla="*/ 902665 w 1629088"/>
                <a:gd name="connsiteY125" fmla="*/ 0 h 1725407"/>
                <a:gd name="connsiteX126" fmla="*/ 1586717 w 1629088"/>
                <a:gd name="connsiteY126" fmla="*/ 313641 h 1725407"/>
                <a:gd name="connsiteX127" fmla="*/ 1586717 w 1629088"/>
                <a:gd name="connsiteY127" fmla="*/ 79924 h 1725407"/>
                <a:gd name="connsiteX128" fmla="*/ 1629088 w 1629088"/>
                <a:gd name="connsiteY128" fmla="*/ 79924 h 1725407"/>
                <a:gd name="connsiteX129" fmla="*/ 1629088 w 1629088"/>
                <a:gd name="connsiteY129" fmla="*/ 394916 h 1725407"/>
                <a:gd name="connsiteX130" fmla="*/ 1314036 w 1629088"/>
                <a:gd name="connsiteY130" fmla="*/ 394916 h 1725407"/>
                <a:gd name="connsiteX131" fmla="*/ 1314036 w 1629088"/>
                <a:gd name="connsiteY131" fmla="*/ 352604 h 1725407"/>
                <a:gd name="connsiteX132" fmla="*/ 1564209 w 1629088"/>
                <a:gd name="connsiteY132" fmla="*/ 352604 h 1725407"/>
                <a:gd name="connsiteX133" fmla="*/ 902665 w 1629088"/>
                <a:gd name="connsiteY133" fmla="*/ 42312 h 1725407"/>
                <a:gd name="connsiteX134" fmla="*/ 42312 w 1629088"/>
                <a:gd name="connsiteY134" fmla="*/ 902665 h 1725407"/>
                <a:gd name="connsiteX0" fmla="*/ 983764 w 1629088"/>
                <a:gd name="connsiteY0" fmla="*/ 1335193 h 1725407"/>
                <a:gd name="connsiteX1" fmla="*/ 821567 w 1629088"/>
                <a:gd name="connsiteY1" fmla="*/ 1335193 h 1725407"/>
                <a:gd name="connsiteX2" fmla="*/ 800410 w 1629088"/>
                <a:gd name="connsiteY2" fmla="*/ 1314036 h 1725407"/>
                <a:gd name="connsiteX3" fmla="*/ 800410 w 1629088"/>
                <a:gd name="connsiteY3" fmla="*/ 1221948 h 1725407"/>
                <a:gd name="connsiteX4" fmla="*/ 749342 w 1629088"/>
                <a:gd name="connsiteY4" fmla="*/ 1200616 h 1725407"/>
                <a:gd name="connsiteX5" fmla="*/ 684051 w 1629088"/>
                <a:gd name="connsiteY5" fmla="*/ 1265906 h 1725407"/>
                <a:gd name="connsiteX6" fmla="*/ 669124 w 1629088"/>
                <a:gd name="connsiteY6" fmla="*/ 1272077 h 1725407"/>
                <a:gd name="connsiteX7" fmla="*/ 669124 w 1629088"/>
                <a:gd name="connsiteY7" fmla="*/ 1272077 h 1725407"/>
                <a:gd name="connsiteX8" fmla="*/ 654197 w 1629088"/>
                <a:gd name="connsiteY8" fmla="*/ 1265906 h 1725407"/>
                <a:gd name="connsiteX9" fmla="*/ 539484 w 1629088"/>
                <a:gd name="connsiteY9" fmla="*/ 1151192 h 1725407"/>
                <a:gd name="connsiteX10" fmla="*/ 539484 w 1629088"/>
                <a:gd name="connsiteY10" fmla="*/ 1121221 h 1725407"/>
                <a:gd name="connsiteX11" fmla="*/ 604598 w 1629088"/>
                <a:gd name="connsiteY11" fmla="*/ 1056166 h 1725407"/>
                <a:gd name="connsiteX12" fmla="*/ 583618 w 1629088"/>
                <a:gd name="connsiteY12" fmla="*/ 1004979 h 1725407"/>
                <a:gd name="connsiteX13" fmla="*/ 491294 w 1629088"/>
                <a:gd name="connsiteY13" fmla="*/ 1004979 h 1725407"/>
                <a:gd name="connsiteX14" fmla="*/ 470138 w 1629088"/>
                <a:gd name="connsiteY14" fmla="*/ 983823 h 1725407"/>
                <a:gd name="connsiteX15" fmla="*/ 470138 w 1629088"/>
                <a:gd name="connsiteY15" fmla="*/ 821625 h 1725407"/>
                <a:gd name="connsiteX16" fmla="*/ 491294 w 1629088"/>
                <a:gd name="connsiteY16" fmla="*/ 800469 h 1725407"/>
                <a:gd name="connsiteX17" fmla="*/ 583383 w 1629088"/>
                <a:gd name="connsiteY17" fmla="*/ 800469 h 1725407"/>
                <a:gd name="connsiteX18" fmla="*/ 604715 w 1629088"/>
                <a:gd name="connsiteY18" fmla="*/ 749400 h 1725407"/>
                <a:gd name="connsiteX19" fmla="*/ 539484 w 1629088"/>
                <a:gd name="connsiteY19" fmla="*/ 684051 h 1725407"/>
                <a:gd name="connsiteX20" fmla="*/ 539484 w 1629088"/>
                <a:gd name="connsiteY20" fmla="*/ 654139 h 1725407"/>
                <a:gd name="connsiteX21" fmla="*/ 654139 w 1629088"/>
                <a:gd name="connsiteY21" fmla="*/ 539425 h 1725407"/>
                <a:gd name="connsiteX22" fmla="*/ 684051 w 1629088"/>
                <a:gd name="connsiteY22" fmla="*/ 539425 h 1725407"/>
                <a:gd name="connsiteX23" fmla="*/ 749165 w 1629088"/>
                <a:gd name="connsiteY23" fmla="*/ 604598 h 1725407"/>
                <a:gd name="connsiteX24" fmla="*/ 800410 w 1629088"/>
                <a:gd name="connsiteY24" fmla="*/ 583618 h 1725407"/>
                <a:gd name="connsiteX25" fmla="*/ 800410 w 1629088"/>
                <a:gd name="connsiteY25" fmla="*/ 491294 h 1725407"/>
                <a:gd name="connsiteX26" fmla="*/ 821567 w 1629088"/>
                <a:gd name="connsiteY26" fmla="*/ 470138 h 1725407"/>
                <a:gd name="connsiteX27" fmla="*/ 983764 w 1629088"/>
                <a:gd name="connsiteY27" fmla="*/ 470138 h 1725407"/>
                <a:gd name="connsiteX28" fmla="*/ 1004921 w 1629088"/>
                <a:gd name="connsiteY28" fmla="*/ 491294 h 1725407"/>
                <a:gd name="connsiteX29" fmla="*/ 1004921 w 1629088"/>
                <a:gd name="connsiteY29" fmla="*/ 583383 h 1725407"/>
                <a:gd name="connsiteX30" fmla="*/ 1055931 w 1629088"/>
                <a:gd name="connsiteY30" fmla="*/ 604715 h 1725407"/>
                <a:gd name="connsiteX31" fmla="*/ 1121162 w 1629088"/>
                <a:gd name="connsiteY31" fmla="*/ 539425 h 1725407"/>
                <a:gd name="connsiteX32" fmla="*/ 1151134 w 1629088"/>
                <a:gd name="connsiteY32" fmla="*/ 539425 h 1725407"/>
                <a:gd name="connsiteX33" fmla="*/ 1265847 w 1629088"/>
                <a:gd name="connsiteY33" fmla="*/ 654139 h 1725407"/>
                <a:gd name="connsiteX34" fmla="*/ 1272018 w 1629088"/>
                <a:gd name="connsiteY34" fmla="*/ 669066 h 1725407"/>
                <a:gd name="connsiteX35" fmla="*/ 1265847 w 1629088"/>
                <a:gd name="connsiteY35" fmla="*/ 683992 h 1725407"/>
                <a:gd name="connsiteX36" fmla="*/ 1200674 w 1629088"/>
                <a:gd name="connsiteY36" fmla="*/ 749107 h 1725407"/>
                <a:gd name="connsiteX37" fmla="*/ 1221654 w 1629088"/>
                <a:gd name="connsiteY37" fmla="*/ 800352 h 1725407"/>
                <a:gd name="connsiteX38" fmla="*/ 1314036 w 1629088"/>
                <a:gd name="connsiteY38" fmla="*/ 800352 h 1725407"/>
                <a:gd name="connsiteX39" fmla="*/ 1335193 w 1629088"/>
                <a:gd name="connsiteY39" fmla="*/ 821508 h 1725407"/>
                <a:gd name="connsiteX40" fmla="*/ 1335193 w 1629088"/>
                <a:gd name="connsiteY40" fmla="*/ 983706 h 1725407"/>
                <a:gd name="connsiteX41" fmla="*/ 1314036 w 1629088"/>
                <a:gd name="connsiteY41" fmla="*/ 1004862 h 1725407"/>
                <a:gd name="connsiteX42" fmla="*/ 1221948 w 1629088"/>
                <a:gd name="connsiteY42" fmla="*/ 1004862 h 1725407"/>
                <a:gd name="connsiteX43" fmla="*/ 1200616 w 1629088"/>
                <a:gd name="connsiteY43" fmla="*/ 1055872 h 1725407"/>
                <a:gd name="connsiteX44" fmla="*/ 1265906 w 1629088"/>
                <a:gd name="connsiteY44" fmla="*/ 1121103 h 1725407"/>
                <a:gd name="connsiteX45" fmla="*/ 1272077 w 1629088"/>
                <a:gd name="connsiteY45" fmla="*/ 1136089 h 1725407"/>
                <a:gd name="connsiteX46" fmla="*/ 1265906 w 1629088"/>
                <a:gd name="connsiteY46" fmla="*/ 1151075 h 1725407"/>
                <a:gd name="connsiteX47" fmla="*/ 1151192 w 1629088"/>
                <a:gd name="connsiteY47" fmla="*/ 1265789 h 1725407"/>
                <a:gd name="connsiteX48" fmla="*/ 1136207 w 1629088"/>
                <a:gd name="connsiteY48" fmla="*/ 1271959 h 1725407"/>
                <a:gd name="connsiteX49" fmla="*/ 1136207 w 1629088"/>
                <a:gd name="connsiteY49" fmla="*/ 1271959 h 1725407"/>
                <a:gd name="connsiteX50" fmla="*/ 1121221 w 1629088"/>
                <a:gd name="connsiteY50" fmla="*/ 1265789 h 1725407"/>
                <a:gd name="connsiteX51" fmla="*/ 1056166 w 1629088"/>
                <a:gd name="connsiteY51" fmla="*/ 1200616 h 1725407"/>
                <a:gd name="connsiteX52" fmla="*/ 1004979 w 1629088"/>
                <a:gd name="connsiteY52" fmla="*/ 1221596 h 1725407"/>
                <a:gd name="connsiteX53" fmla="*/ 1004979 w 1629088"/>
                <a:gd name="connsiteY53" fmla="*/ 1314036 h 1725407"/>
                <a:gd name="connsiteX54" fmla="*/ 983764 w 1629088"/>
                <a:gd name="connsiteY54" fmla="*/ 1335193 h 1725407"/>
                <a:gd name="connsiteX55" fmla="*/ 842723 w 1629088"/>
                <a:gd name="connsiteY55" fmla="*/ 1292880 h 1725407"/>
                <a:gd name="connsiteX56" fmla="*/ 962608 w 1629088"/>
                <a:gd name="connsiteY56" fmla="*/ 1292880 h 1725407"/>
                <a:gd name="connsiteX57" fmla="*/ 962608 w 1629088"/>
                <a:gd name="connsiteY57" fmla="*/ 1207550 h 1725407"/>
                <a:gd name="connsiteX58" fmla="*/ 975772 w 1629088"/>
                <a:gd name="connsiteY58" fmla="*/ 1187981 h 1725407"/>
                <a:gd name="connsiteX59" fmla="*/ 1053110 w 1629088"/>
                <a:gd name="connsiteY59" fmla="*/ 1156246 h 1725407"/>
                <a:gd name="connsiteX60" fmla="*/ 1076146 w 1629088"/>
                <a:gd name="connsiteY60" fmla="*/ 1160830 h 1725407"/>
                <a:gd name="connsiteX61" fmla="*/ 1136207 w 1629088"/>
                <a:gd name="connsiteY61" fmla="*/ 1221008 h 1725407"/>
                <a:gd name="connsiteX62" fmla="*/ 1221008 w 1629088"/>
                <a:gd name="connsiteY62" fmla="*/ 1136207 h 1725407"/>
                <a:gd name="connsiteX63" fmla="*/ 1160595 w 1629088"/>
                <a:gd name="connsiteY63" fmla="*/ 1075911 h 1725407"/>
                <a:gd name="connsiteX64" fmla="*/ 1156070 w 1629088"/>
                <a:gd name="connsiteY64" fmla="*/ 1052757 h 1725407"/>
                <a:gd name="connsiteX65" fmla="*/ 1188392 w 1629088"/>
                <a:gd name="connsiteY65" fmla="*/ 975654 h 1725407"/>
                <a:gd name="connsiteX66" fmla="*/ 1207903 w 1629088"/>
                <a:gd name="connsiteY66" fmla="*/ 962608 h 1725407"/>
                <a:gd name="connsiteX67" fmla="*/ 1292880 w 1629088"/>
                <a:gd name="connsiteY67" fmla="*/ 962608 h 1725407"/>
                <a:gd name="connsiteX68" fmla="*/ 1292880 w 1629088"/>
                <a:gd name="connsiteY68" fmla="*/ 842723 h 1725407"/>
                <a:gd name="connsiteX69" fmla="*/ 1207550 w 1629088"/>
                <a:gd name="connsiteY69" fmla="*/ 842723 h 1725407"/>
                <a:gd name="connsiteX70" fmla="*/ 1187981 w 1629088"/>
                <a:gd name="connsiteY70" fmla="*/ 829618 h 1725407"/>
                <a:gd name="connsiteX71" fmla="*/ 1156246 w 1629088"/>
                <a:gd name="connsiteY71" fmla="*/ 752280 h 1725407"/>
                <a:gd name="connsiteX72" fmla="*/ 1160830 w 1629088"/>
                <a:gd name="connsiteY72" fmla="*/ 729302 h 1725407"/>
                <a:gd name="connsiteX73" fmla="*/ 1221008 w 1629088"/>
                <a:gd name="connsiteY73" fmla="*/ 669183 h 1725407"/>
                <a:gd name="connsiteX74" fmla="*/ 1136207 w 1629088"/>
                <a:gd name="connsiteY74" fmla="*/ 584382 h 1725407"/>
                <a:gd name="connsiteX75" fmla="*/ 1075911 w 1629088"/>
                <a:gd name="connsiteY75" fmla="*/ 644736 h 1725407"/>
                <a:gd name="connsiteX76" fmla="*/ 1052757 w 1629088"/>
                <a:gd name="connsiteY76" fmla="*/ 649320 h 1725407"/>
                <a:gd name="connsiteX77" fmla="*/ 975654 w 1629088"/>
                <a:gd name="connsiteY77" fmla="*/ 617057 h 1725407"/>
                <a:gd name="connsiteX78" fmla="*/ 962608 w 1629088"/>
                <a:gd name="connsiteY78" fmla="*/ 597546 h 1725407"/>
                <a:gd name="connsiteX79" fmla="*/ 962608 w 1629088"/>
                <a:gd name="connsiteY79" fmla="*/ 512451 h 1725407"/>
                <a:gd name="connsiteX80" fmla="*/ 842723 w 1629088"/>
                <a:gd name="connsiteY80" fmla="*/ 512451 h 1725407"/>
                <a:gd name="connsiteX81" fmla="*/ 842723 w 1629088"/>
                <a:gd name="connsiteY81" fmla="*/ 597781 h 1725407"/>
                <a:gd name="connsiteX82" fmla="*/ 829618 w 1629088"/>
                <a:gd name="connsiteY82" fmla="*/ 617350 h 1725407"/>
                <a:gd name="connsiteX83" fmla="*/ 752280 w 1629088"/>
                <a:gd name="connsiteY83" fmla="*/ 649085 h 1725407"/>
                <a:gd name="connsiteX84" fmla="*/ 729302 w 1629088"/>
                <a:gd name="connsiteY84" fmla="*/ 644442 h 1725407"/>
                <a:gd name="connsiteX85" fmla="*/ 669183 w 1629088"/>
                <a:gd name="connsiteY85" fmla="*/ 584323 h 1725407"/>
                <a:gd name="connsiteX86" fmla="*/ 584441 w 1629088"/>
                <a:gd name="connsiteY86" fmla="*/ 669124 h 1725407"/>
                <a:gd name="connsiteX87" fmla="*/ 644795 w 1629088"/>
                <a:gd name="connsiteY87" fmla="*/ 729537 h 1725407"/>
                <a:gd name="connsiteX88" fmla="*/ 649320 w 1629088"/>
                <a:gd name="connsiteY88" fmla="*/ 752691 h 1725407"/>
                <a:gd name="connsiteX89" fmla="*/ 617057 w 1629088"/>
                <a:gd name="connsiteY89" fmla="*/ 829794 h 1725407"/>
                <a:gd name="connsiteX90" fmla="*/ 597546 w 1629088"/>
                <a:gd name="connsiteY90" fmla="*/ 842782 h 1725407"/>
                <a:gd name="connsiteX91" fmla="*/ 512451 w 1629088"/>
                <a:gd name="connsiteY91" fmla="*/ 842782 h 1725407"/>
                <a:gd name="connsiteX92" fmla="*/ 512451 w 1629088"/>
                <a:gd name="connsiteY92" fmla="*/ 962667 h 1725407"/>
                <a:gd name="connsiteX93" fmla="*/ 597781 w 1629088"/>
                <a:gd name="connsiteY93" fmla="*/ 962667 h 1725407"/>
                <a:gd name="connsiteX94" fmla="*/ 617350 w 1629088"/>
                <a:gd name="connsiteY94" fmla="*/ 975831 h 1725407"/>
                <a:gd name="connsiteX95" fmla="*/ 649085 w 1629088"/>
                <a:gd name="connsiteY95" fmla="*/ 1053169 h 1725407"/>
                <a:gd name="connsiteX96" fmla="*/ 644442 w 1629088"/>
                <a:gd name="connsiteY96" fmla="*/ 1076205 h 1725407"/>
                <a:gd name="connsiteX97" fmla="*/ 584382 w 1629088"/>
                <a:gd name="connsiteY97" fmla="*/ 1136265 h 1725407"/>
                <a:gd name="connsiteX98" fmla="*/ 669124 w 1629088"/>
                <a:gd name="connsiteY98" fmla="*/ 1221067 h 1725407"/>
                <a:gd name="connsiteX99" fmla="*/ 729537 w 1629088"/>
                <a:gd name="connsiteY99" fmla="*/ 1160654 h 1725407"/>
                <a:gd name="connsiteX100" fmla="*/ 752691 w 1629088"/>
                <a:gd name="connsiteY100" fmla="*/ 1156129 h 1725407"/>
                <a:gd name="connsiteX101" fmla="*/ 829794 w 1629088"/>
                <a:gd name="connsiteY101" fmla="*/ 1188451 h 1725407"/>
                <a:gd name="connsiteX102" fmla="*/ 842782 w 1629088"/>
                <a:gd name="connsiteY102" fmla="*/ 1207962 h 1725407"/>
                <a:gd name="connsiteX103" fmla="*/ 842723 w 1629088"/>
                <a:gd name="connsiteY103" fmla="*/ 1292880 h 1725407"/>
                <a:gd name="connsiteX104" fmla="*/ 842723 w 1629088"/>
                <a:gd name="connsiteY104" fmla="*/ 1292880 h 1725407"/>
                <a:gd name="connsiteX105" fmla="*/ 902665 w 1629088"/>
                <a:gd name="connsiteY105" fmla="*/ 1100124 h 1725407"/>
                <a:gd name="connsiteX106" fmla="*/ 705207 w 1629088"/>
                <a:gd name="connsiteY106" fmla="*/ 902665 h 1725407"/>
                <a:gd name="connsiteX107" fmla="*/ 902665 w 1629088"/>
                <a:gd name="connsiteY107" fmla="*/ 705207 h 1725407"/>
                <a:gd name="connsiteX108" fmla="*/ 1100124 w 1629088"/>
                <a:gd name="connsiteY108" fmla="*/ 902665 h 1725407"/>
                <a:gd name="connsiteX109" fmla="*/ 902665 w 1629088"/>
                <a:gd name="connsiteY109" fmla="*/ 1100124 h 1725407"/>
                <a:gd name="connsiteX110" fmla="*/ 902665 w 1629088"/>
                <a:gd name="connsiteY110" fmla="*/ 747520 h 1725407"/>
                <a:gd name="connsiteX111" fmla="*/ 747520 w 1629088"/>
                <a:gd name="connsiteY111" fmla="*/ 902665 h 1725407"/>
                <a:gd name="connsiteX112" fmla="*/ 902665 w 1629088"/>
                <a:gd name="connsiteY112" fmla="*/ 1057811 h 1725407"/>
                <a:gd name="connsiteX113" fmla="*/ 1057811 w 1629088"/>
                <a:gd name="connsiteY113" fmla="*/ 902665 h 1725407"/>
                <a:gd name="connsiteX114" fmla="*/ 902665 w 1629088"/>
                <a:gd name="connsiteY114" fmla="*/ 747520 h 1725407"/>
                <a:gd name="connsiteX115" fmla="*/ 241122 w 1629088"/>
                <a:gd name="connsiteY115" fmla="*/ 1452786 h 1725407"/>
                <a:gd name="connsiteX116" fmla="*/ 218614 w 1629088"/>
                <a:gd name="connsiteY116" fmla="*/ 1725407 h 1725407"/>
                <a:gd name="connsiteX117" fmla="*/ 176302 w 1629088"/>
                <a:gd name="connsiteY117" fmla="*/ 1725407 h 1725407"/>
                <a:gd name="connsiteX118" fmla="*/ 176302 w 1629088"/>
                <a:gd name="connsiteY118" fmla="*/ 1410415 h 1725407"/>
                <a:gd name="connsiteX119" fmla="*/ 491294 w 1629088"/>
                <a:gd name="connsiteY119" fmla="*/ 1410415 h 1725407"/>
                <a:gd name="connsiteX120" fmla="*/ 491294 w 1629088"/>
                <a:gd name="connsiteY120" fmla="*/ 1452786 h 1725407"/>
                <a:gd name="connsiteX121" fmla="*/ 241122 w 1629088"/>
                <a:gd name="connsiteY121" fmla="*/ 1452786 h 1725407"/>
                <a:gd name="connsiteX122" fmla="*/ 42312 w 1629088"/>
                <a:gd name="connsiteY122" fmla="*/ 902665 h 1725407"/>
                <a:gd name="connsiteX123" fmla="*/ 0 w 1629088"/>
                <a:gd name="connsiteY123" fmla="*/ 902665 h 1725407"/>
                <a:gd name="connsiteX124" fmla="*/ 902665 w 1629088"/>
                <a:gd name="connsiteY124" fmla="*/ 0 h 1725407"/>
                <a:gd name="connsiteX125" fmla="*/ 1586717 w 1629088"/>
                <a:gd name="connsiteY125" fmla="*/ 313641 h 1725407"/>
                <a:gd name="connsiteX126" fmla="*/ 1586717 w 1629088"/>
                <a:gd name="connsiteY126" fmla="*/ 79924 h 1725407"/>
                <a:gd name="connsiteX127" fmla="*/ 1629088 w 1629088"/>
                <a:gd name="connsiteY127" fmla="*/ 79924 h 1725407"/>
                <a:gd name="connsiteX128" fmla="*/ 1629088 w 1629088"/>
                <a:gd name="connsiteY128" fmla="*/ 394916 h 1725407"/>
                <a:gd name="connsiteX129" fmla="*/ 1314036 w 1629088"/>
                <a:gd name="connsiteY129" fmla="*/ 394916 h 1725407"/>
                <a:gd name="connsiteX130" fmla="*/ 1314036 w 1629088"/>
                <a:gd name="connsiteY130" fmla="*/ 352604 h 1725407"/>
                <a:gd name="connsiteX131" fmla="*/ 1564209 w 1629088"/>
                <a:gd name="connsiteY131" fmla="*/ 352604 h 1725407"/>
                <a:gd name="connsiteX132" fmla="*/ 902665 w 1629088"/>
                <a:gd name="connsiteY132" fmla="*/ 42312 h 1725407"/>
                <a:gd name="connsiteX133" fmla="*/ 42312 w 1629088"/>
                <a:gd name="connsiteY133" fmla="*/ 902665 h 1725407"/>
                <a:gd name="connsiteX0" fmla="*/ 983764 w 1629088"/>
                <a:gd name="connsiteY0" fmla="*/ 1335193 h 1725407"/>
                <a:gd name="connsiteX1" fmla="*/ 821567 w 1629088"/>
                <a:gd name="connsiteY1" fmla="*/ 1335193 h 1725407"/>
                <a:gd name="connsiteX2" fmla="*/ 800410 w 1629088"/>
                <a:gd name="connsiteY2" fmla="*/ 1314036 h 1725407"/>
                <a:gd name="connsiteX3" fmla="*/ 800410 w 1629088"/>
                <a:gd name="connsiteY3" fmla="*/ 1221948 h 1725407"/>
                <a:gd name="connsiteX4" fmla="*/ 749342 w 1629088"/>
                <a:gd name="connsiteY4" fmla="*/ 1200616 h 1725407"/>
                <a:gd name="connsiteX5" fmla="*/ 684051 w 1629088"/>
                <a:gd name="connsiteY5" fmla="*/ 1265906 h 1725407"/>
                <a:gd name="connsiteX6" fmla="*/ 669124 w 1629088"/>
                <a:gd name="connsiteY6" fmla="*/ 1272077 h 1725407"/>
                <a:gd name="connsiteX7" fmla="*/ 669124 w 1629088"/>
                <a:gd name="connsiteY7" fmla="*/ 1272077 h 1725407"/>
                <a:gd name="connsiteX8" fmla="*/ 654197 w 1629088"/>
                <a:gd name="connsiteY8" fmla="*/ 1265906 h 1725407"/>
                <a:gd name="connsiteX9" fmla="*/ 539484 w 1629088"/>
                <a:gd name="connsiteY9" fmla="*/ 1151192 h 1725407"/>
                <a:gd name="connsiteX10" fmla="*/ 539484 w 1629088"/>
                <a:gd name="connsiteY10" fmla="*/ 1121221 h 1725407"/>
                <a:gd name="connsiteX11" fmla="*/ 604598 w 1629088"/>
                <a:gd name="connsiteY11" fmla="*/ 1056166 h 1725407"/>
                <a:gd name="connsiteX12" fmla="*/ 583618 w 1629088"/>
                <a:gd name="connsiteY12" fmla="*/ 1004979 h 1725407"/>
                <a:gd name="connsiteX13" fmla="*/ 491294 w 1629088"/>
                <a:gd name="connsiteY13" fmla="*/ 1004979 h 1725407"/>
                <a:gd name="connsiteX14" fmla="*/ 470138 w 1629088"/>
                <a:gd name="connsiteY14" fmla="*/ 983823 h 1725407"/>
                <a:gd name="connsiteX15" fmla="*/ 470138 w 1629088"/>
                <a:gd name="connsiteY15" fmla="*/ 821625 h 1725407"/>
                <a:gd name="connsiteX16" fmla="*/ 491294 w 1629088"/>
                <a:gd name="connsiteY16" fmla="*/ 800469 h 1725407"/>
                <a:gd name="connsiteX17" fmla="*/ 583383 w 1629088"/>
                <a:gd name="connsiteY17" fmla="*/ 800469 h 1725407"/>
                <a:gd name="connsiteX18" fmla="*/ 604715 w 1629088"/>
                <a:gd name="connsiteY18" fmla="*/ 749400 h 1725407"/>
                <a:gd name="connsiteX19" fmla="*/ 539484 w 1629088"/>
                <a:gd name="connsiteY19" fmla="*/ 684051 h 1725407"/>
                <a:gd name="connsiteX20" fmla="*/ 539484 w 1629088"/>
                <a:gd name="connsiteY20" fmla="*/ 654139 h 1725407"/>
                <a:gd name="connsiteX21" fmla="*/ 654139 w 1629088"/>
                <a:gd name="connsiteY21" fmla="*/ 539425 h 1725407"/>
                <a:gd name="connsiteX22" fmla="*/ 684051 w 1629088"/>
                <a:gd name="connsiteY22" fmla="*/ 539425 h 1725407"/>
                <a:gd name="connsiteX23" fmla="*/ 749165 w 1629088"/>
                <a:gd name="connsiteY23" fmla="*/ 604598 h 1725407"/>
                <a:gd name="connsiteX24" fmla="*/ 800410 w 1629088"/>
                <a:gd name="connsiteY24" fmla="*/ 583618 h 1725407"/>
                <a:gd name="connsiteX25" fmla="*/ 800410 w 1629088"/>
                <a:gd name="connsiteY25" fmla="*/ 491294 h 1725407"/>
                <a:gd name="connsiteX26" fmla="*/ 821567 w 1629088"/>
                <a:gd name="connsiteY26" fmla="*/ 470138 h 1725407"/>
                <a:gd name="connsiteX27" fmla="*/ 983764 w 1629088"/>
                <a:gd name="connsiteY27" fmla="*/ 470138 h 1725407"/>
                <a:gd name="connsiteX28" fmla="*/ 1004921 w 1629088"/>
                <a:gd name="connsiteY28" fmla="*/ 491294 h 1725407"/>
                <a:gd name="connsiteX29" fmla="*/ 1004921 w 1629088"/>
                <a:gd name="connsiteY29" fmla="*/ 583383 h 1725407"/>
                <a:gd name="connsiteX30" fmla="*/ 1055931 w 1629088"/>
                <a:gd name="connsiteY30" fmla="*/ 604715 h 1725407"/>
                <a:gd name="connsiteX31" fmla="*/ 1121162 w 1629088"/>
                <a:gd name="connsiteY31" fmla="*/ 539425 h 1725407"/>
                <a:gd name="connsiteX32" fmla="*/ 1151134 w 1629088"/>
                <a:gd name="connsiteY32" fmla="*/ 539425 h 1725407"/>
                <a:gd name="connsiteX33" fmla="*/ 1265847 w 1629088"/>
                <a:gd name="connsiteY33" fmla="*/ 654139 h 1725407"/>
                <a:gd name="connsiteX34" fmla="*/ 1272018 w 1629088"/>
                <a:gd name="connsiteY34" fmla="*/ 669066 h 1725407"/>
                <a:gd name="connsiteX35" fmla="*/ 1265847 w 1629088"/>
                <a:gd name="connsiteY35" fmla="*/ 683992 h 1725407"/>
                <a:gd name="connsiteX36" fmla="*/ 1200674 w 1629088"/>
                <a:gd name="connsiteY36" fmla="*/ 749107 h 1725407"/>
                <a:gd name="connsiteX37" fmla="*/ 1221654 w 1629088"/>
                <a:gd name="connsiteY37" fmla="*/ 800352 h 1725407"/>
                <a:gd name="connsiteX38" fmla="*/ 1314036 w 1629088"/>
                <a:gd name="connsiteY38" fmla="*/ 800352 h 1725407"/>
                <a:gd name="connsiteX39" fmla="*/ 1335193 w 1629088"/>
                <a:gd name="connsiteY39" fmla="*/ 821508 h 1725407"/>
                <a:gd name="connsiteX40" fmla="*/ 1335193 w 1629088"/>
                <a:gd name="connsiteY40" fmla="*/ 983706 h 1725407"/>
                <a:gd name="connsiteX41" fmla="*/ 1314036 w 1629088"/>
                <a:gd name="connsiteY41" fmla="*/ 1004862 h 1725407"/>
                <a:gd name="connsiteX42" fmla="*/ 1221948 w 1629088"/>
                <a:gd name="connsiteY42" fmla="*/ 1004862 h 1725407"/>
                <a:gd name="connsiteX43" fmla="*/ 1200616 w 1629088"/>
                <a:gd name="connsiteY43" fmla="*/ 1055872 h 1725407"/>
                <a:gd name="connsiteX44" fmla="*/ 1265906 w 1629088"/>
                <a:gd name="connsiteY44" fmla="*/ 1121103 h 1725407"/>
                <a:gd name="connsiteX45" fmla="*/ 1272077 w 1629088"/>
                <a:gd name="connsiteY45" fmla="*/ 1136089 h 1725407"/>
                <a:gd name="connsiteX46" fmla="*/ 1265906 w 1629088"/>
                <a:gd name="connsiteY46" fmla="*/ 1151075 h 1725407"/>
                <a:gd name="connsiteX47" fmla="*/ 1151192 w 1629088"/>
                <a:gd name="connsiteY47" fmla="*/ 1265789 h 1725407"/>
                <a:gd name="connsiteX48" fmla="*/ 1136207 w 1629088"/>
                <a:gd name="connsiteY48" fmla="*/ 1271959 h 1725407"/>
                <a:gd name="connsiteX49" fmla="*/ 1136207 w 1629088"/>
                <a:gd name="connsiteY49" fmla="*/ 1271959 h 1725407"/>
                <a:gd name="connsiteX50" fmla="*/ 1121221 w 1629088"/>
                <a:gd name="connsiteY50" fmla="*/ 1265789 h 1725407"/>
                <a:gd name="connsiteX51" fmla="*/ 1056166 w 1629088"/>
                <a:gd name="connsiteY51" fmla="*/ 1200616 h 1725407"/>
                <a:gd name="connsiteX52" fmla="*/ 1004979 w 1629088"/>
                <a:gd name="connsiteY52" fmla="*/ 1221596 h 1725407"/>
                <a:gd name="connsiteX53" fmla="*/ 1004979 w 1629088"/>
                <a:gd name="connsiteY53" fmla="*/ 1314036 h 1725407"/>
                <a:gd name="connsiteX54" fmla="*/ 983764 w 1629088"/>
                <a:gd name="connsiteY54" fmla="*/ 1335193 h 1725407"/>
                <a:gd name="connsiteX55" fmla="*/ 842723 w 1629088"/>
                <a:gd name="connsiteY55" fmla="*/ 1292880 h 1725407"/>
                <a:gd name="connsiteX56" fmla="*/ 962608 w 1629088"/>
                <a:gd name="connsiteY56" fmla="*/ 1292880 h 1725407"/>
                <a:gd name="connsiteX57" fmla="*/ 962608 w 1629088"/>
                <a:gd name="connsiteY57" fmla="*/ 1207550 h 1725407"/>
                <a:gd name="connsiteX58" fmla="*/ 975772 w 1629088"/>
                <a:gd name="connsiteY58" fmla="*/ 1187981 h 1725407"/>
                <a:gd name="connsiteX59" fmla="*/ 1053110 w 1629088"/>
                <a:gd name="connsiteY59" fmla="*/ 1156246 h 1725407"/>
                <a:gd name="connsiteX60" fmla="*/ 1076146 w 1629088"/>
                <a:gd name="connsiteY60" fmla="*/ 1160830 h 1725407"/>
                <a:gd name="connsiteX61" fmla="*/ 1136207 w 1629088"/>
                <a:gd name="connsiteY61" fmla="*/ 1221008 h 1725407"/>
                <a:gd name="connsiteX62" fmla="*/ 1221008 w 1629088"/>
                <a:gd name="connsiteY62" fmla="*/ 1136207 h 1725407"/>
                <a:gd name="connsiteX63" fmla="*/ 1160595 w 1629088"/>
                <a:gd name="connsiteY63" fmla="*/ 1075911 h 1725407"/>
                <a:gd name="connsiteX64" fmla="*/ 1156070 w 1629088"/>
                <a:gd name="connsiteY64" fmla="*/ 1052757 h 1725407"/>
                <a:gd name="connsiteX65" fmla="*/ 1188392 w 1629088"/>
                <a:gd name="connsiteY65" fmla="*/ 975654 h 1725407"/>
                <a:gd name="connsiteX66" fmla="*/ 1207903 w 1629088"/>
                <a:gd name="connsiteY66" fmla="*/ 962608 h 1725407"/>
                <a:gd name="connsiteX67" fmla="*/ 1292880 w 1629088"/>
                <a:gd name="connsiteY67" fmla="*/ 962608 h 1725407"/>
                <a:gd name="connsiteX68" fmla="*/ 1292880 w 1629088"/>
                <a:gd name="connsiteY68" fmla="*/ 842723 h 1725407"/>
                <a:gd name="connsiteX69" fmla="*/ 1207550 w 1629088"/>
                <a:gd name="connsiteY69" fmla="*/ 842723 h 1725407"/>
                <a:gd name="connsiteX70" fmla="*/ 1187981 w 1629088"/>
                <a:gd name="connsiteY70" fmla="*/ 829618 h 1725407"/>
                <a:gd name="connsiteX71" fmla="*/ 1156246 w 1629088"/>
                <a:gd name="connsiteY71" fmla="*/ 752280 h 1725407"/>
                <a:gd name="connsiteX72" fmla="*/ 1160830 w 1629088"/>
                <a:gd name="connsiteY72" fmla="*/ 729302 h 1725407"/>
                <a:gd name="connsiteX73" fmla="*/ 1221008 w 1629088"/>
                <a:gd name="connsiteY73" fmla="*/ 669183 h 1725407"/>
                <a:gd name="connsiteX74" fmla="*/ 1136207 w 1629088"/>
                <a:gd name="connsiteY74" fmla="*/ 584382 h 1725407"/>
                <a:gd name="connsiteX75" fmla="*/ 1075911 w 1629088"/>
                <a:gd name="connsiteY75" fmla="*/ 644736 h 1725407"/>
                <a:gd name="connsiteX76" fmla="*/ 1052757 w 1629088"/>
                <a:gd name="connsiteY76" fmla="*/ 649320 h 1725407"/>
                <a:gd name="connsiteX77" fmla="*/ 975654 w 1629088"/>
                <a:gd name="connsiteY77" fmla="*/ 617057 h 1725407"/>
                <a:gd name="connsiteX78" fmla="*/ 962608 w 1629088"/>
                <a:gd name="connsiteY78" fmla="*/ 597546 h 1725407"/>
                <a:gd name="connsiteX79" fmla="*/ 962608 w 1629088"/>
                <a:gd name="connsiteY79" fmla="*/ 512451 h 1725407"/>
                <a:gd name="connsiteX80" fmla="*/ 842723 w 1629088"/>
                <a:gd name="connsiteY80" fmla="*/ 512451 h 1725407"/>
                <a:gd name="connsiteX81" fmla="*/ 842723 w 1629088"/>
                <a:gd name="connsiteY81" fmla="*/ 597781 h 1725407"/>
                <a:gd name="connsiteX82" fmla="*/ 829618 w 1629088"/>
                <a:gd name="connsiteY82" fmla="*/ 617350 h 1725407"/>
                <a:gd name="connsiteX83" fmla="*/ 752280 w 1629088"/>
                <a:gd name="connsiteY83" fmla="*/ 649085 h 1725407"/>
                <a:gd name="connsiteX84" fmla="*/ 729302 w 1629088"/>
                <a:gd name="connsiteY84" fmla="*/ 644442 h 1725407"/>
                <a:gd name="connsiteX85" fmla="*/ 669183 w 1629088"/>
                <a:gd name="connsiteY85" fmla="*/ 584323 h 1725407"/>
                <a:gd name="connsiteX86" fmla="*/ 584441 w 1629088"/>
                <a:gd name="connsiteY86" fmla="*/ 669124 h 1725407"/>
                <a:gd name="connsiteX87" fmla="*/ 644795 w 1629088"/>
                <a:gd name="connsiteY87" fmla="*/ 729537 h 1725407"/>
                <a:gd name="connsiteX88" fmla="*/ 649320 w 1629088"/>
                <a:gd name="connsiteY88" fmla="*/ 752691 h 1725407"/>
                <a:gd name="connsiteX89" fmla="*/ 617057 w 1629088"/>
                <a:gd name="connsiteY89" fmla="*/ 829794 h 1725407"/>
                <a:gd name="connsiteX90" fmla="*/ 597546 w 1629088"/>
                <a:gd name="connsiteY90" fmla="*/ 842782 h 1725407"/>
                <a:gd name="connsiteX91" fmla="*/ 512451 w 1629088"/>
                <a:gd name="connsiteY91" fmla="*/ 842782 h 1725407"/>
                <a:gd name="connsiteX92" fmla="*/ 512451 w 1629088"/>
                <a:gd name="connsiteY92" fmla="*/ 962667 h 1725407"/>
                <a:gd name="connsiteX93" fmla="*/ 597781 w 1629088"/>
                <a:gd name="connsiteY93" fmla="*/ 962667 h 1725407"/>
                <a:gd name="connsiteX94" fmla="*/ 617350 w 1629088"/>
                <a:gd name="connsiteY94" fmla="*/ 975831 h 1725407"/>
                <a:gd name="connsiteX95" fmla="*/ 649085 w 1629088"/>
                <a:gd name="connsiteY95" fmla="*/ 1053169 h 1725407"/>
                <a:gd name="connsiteX96" fmla="*/ 644442 w 1629088"/>
                <a:gd name="connsiteY96" fmla="*/ 1076205 h 1725407"/>
                <a:gd name="connsiteX97" fmla="*/ 584382 w 1629088"/>
                <a:gd name="connsiteY97" fmla="*/ 1136265 h 1725407"/>
                <a:gd name="connsiteX98" fmla="*/ 669124 w 1629088"/>
                <a:gd name="connsiteY98" fmla="*/ 1221067 h 1725407"/>
                <a:gd name="connsiteX99" fmla="*/ 729537 w 1629088"/>
                <a:gd name="connsiteY99" fmla="*/ 1160654 h 1725407"/>
                <a:gd name="connsiteX100" fmla="*/ 752691 w 1629088"/>
                <a:gd name="connsiteY100" fmla="*/ 1156129 h 1725407"/>
                <a:gd name="connsiteX101" fmla="*/ 829794 w 1629088"/>
                <a:gd name="connsiteY101" fmla="*/ 1188451 h 1725407"/>
                <a:gd name="connsiteX102" fmla="*/ 842782 w 1629088"/>
                <a:gd name="connsiteY102" fmla="*/ 1207962 h 1725407"/>
                <a:gd name="connsiteX103" fmla="*/ 842723 w 1629088"/>
                <a:gd name="connsiteY103" fmla="*/ 1292880 h 1725407"/>
                <a:gd name="connsiteX104" fmla="*/ 842723 w 1629088"/>
                <a:gd name="connsiteY104" fmla="*/ 1292880 h 1725407"/>
                <a:gd name="connsiteX105" fmla="*/ 902665 w 1629088"/>
                <a:gd name="connsiteY105" fmla="*/ 1100124 h 1725407"/>
                <a:gd name="connsiteX106" fmla="*/ 705207 w 1629088"/>
                <a:gd name="connsiteY106" fmla="*/ 902665 h 1725407"/>
                <a:gd name="connsiteX107" fmla="*/ 902665 w 1629088"/>
                <a:gd name="connsiteY107" fmla="*/ 705207 h 1725407"/>
                <a:gd name="connsiteX108" fmla="*/ 1100124 w 1629088"/>
                <a:gd name="connsiteY108" fmla="*/ 902665 h 1725407"/>
                <a:gd name="connsiteX109" fmla="*/ 902665 w 1629088"/>
                <a:gd name="connsiteY109" fmla="*/ 1100124 h 1725407"/>
                <a:gd name="connsiteX110" fmla="*/ 902665 w 1629088"/>
                <a:gd name="connsiteY110" fmla="*/ 747520 h 1725407"/>
                <a:gd name="connsiteX111" fmla="*/ 747520 w 1629088"/>
                <a:gd name="connsiteY111" fmla="*/ 902665 h 1725407"/>
                <a:gd name="connsiteX112" fmla="*/ 902665 w 1629088"/>
                <a:gd name="connsiteY112" fmla="*/ 1057811 h 1725407"/>
                <a:gd name="connsiteX113" fmla="*/ 1057811 w 1629088"/>
                <a:gd name="connsiteY113" fmla="*/ 902665 h 1725407"/>
                <a:gd name="connsiteX114" fmla="*/ 902665 w 1629088"/>
                <a:gd name="connsiteY114" fmla="*/ 747520 h 1725407"/>
                <a:gd name="connsiteX115" fmla="*/ 491294 w 1629088"/>
                <a:gd name="connsiteY115" fmla="*/ 1452786 h 1725407"/>
                <a:gd name="connsiteX116" fmla="*/ 218614 w 1629088"/>
                <a:gd name="connsiteY116" fmla="*/ 1725407 h 1725407"/>
                <a:gd name="connsiteX117" fmla="*/ 176302 w 1629088"/>
                <a:gd name="connsiteY117" fmla="*/ 1725407 h 1725407"/>
                <a:gd name="connsiteX118" fmla="*/ 176302 w 1629088"/>
                <a:gd name="connsiteY118" fmla="*/ 1410415 h 1725407"/>
                <a:gd name="connsiteX119" fmla="*/ 491294 w 1629088"/>
                <a:gd name="connsiteY119" fmla="*/ 1410415 h 1725407"/>
                <a:gd name="connsiteX120" fmla="*/ 491294 w 1629088"/>
                <a:gd name="connsiteY120" fmla="*/ 1452786 h 1725407"/>
                <a:gd name="connsiteX121" fmla="*/ 42312 w 1629088"/>
                <a:gd name="connsiteY121" fmla="*/ 902665 h 1725407"/>
                <a:gd name="connsiteX122" fmla="*/ 0 w 1629088"/>
                <a:gd name="connsiteY122" fmla="*/ 902665 h 1725407"/>
                <a:gd name="connsiteX123" fmla="*/ 902665 w 1629088"/>
                <a:gd name="connsiteY123" fmla="*/ 0 h 1725407"/>
                <a:gd name="connsiteX124" fmla="*/ 1586717 w 1629088"/>
                <a:gd name="connsiteY124" fmla="*/ 313641 h 1725407"/>
                <a:gd name="connsiteX125" fmla="*/ 1586717 w 1629088"/>
                <a:gd name="connsiteY125" fmla="*/ 79924 h 1725407"/>
                <a:gd name="connsiteX126" fmla="*/ 1629088 w 1629088"/>
                <a:gd name="connsiteY126" fmla="*/ 79924 h 1725407"/>
                <a:gd name="connsiteX127" fmla="*/ 1629088 w 1629088"/>
                <a:gd name="connsiteY127" fmla="*/ 394916 h 1725407"/>
                <a:gd name="connsiteX128" fmla="*/ 1314036 w 1629088"/>
                <a:gd name="connsiteY128" fmla="*/ 394916 h 1725407"/>
                <a:gd name="connsiteX129" fmla="*/ 1314036 w 1629088"/>
                <a:gd name="connsiteY129" fmla="*/ 352604 h 1725407"/>
                <a:gd name="connsiteX130" fmla="*/ 1564209 w 1629088"/>
                <a:gd name="connsiteY130" fmla="*/ 352604 h 1725407"/>
                <a:gd name="connsiteX131" fmla="*/ 902665 w 1629088"/>
                <a:gd name="connsiteY131" fmla="*/ 42312 h 1725407"/>
                <a:gd name="connsiteX132" fmla="*/ 42312 w 1629088"/>
                <a:gd name="connsiteY132" fmla="*/ 902665 h 1725407"/>
                <a:gd name="connsiteX0" fmla="*/ 983764 w 1629088"/>
                <a:gd name="connsiteY0" fmla="*/ 1335193 h 1725407"/>
                <a:gd name="connsiteX1" fmla="*/ 821567 w 1629088"/>
                <a:gd name="connsiteY1" fmla="*/ 1335193 h 1725407"/>
                <a:gd name="connsiteX2" fmla="*/ 800410 w 1629088"/>
                <a:gd name="connsiteY2" fmla="*/ 1314036 h 1725407"/>
                <a:gd name="connsiteX3" fmla="*/ 800410 w 1629088"/>
                <a:gd name="connsiteY3" fmla="*/ 1221948 h 1725407"/>
                <a:gd name="connsiteX4" fmla="*/ 749342 w 1629088"/>
                <a:gd name="connsiteY4" fmla="*/ 1200616 h 1725407"/>
                <a:gd name="connsiteX5" fmla="*/ 684051 w 1629088"/>
                <a:gd name="connsiteY5" fmla="*/ 1265906 h 1725407"/>
                <a:gd name="connsiteX6" fmla="*/ 669124 w 1629088"/>
                <a:gd name="connsiteY6" fmla="*/ 1272077 h 1725407"/>
                <a:gd name="connsiteX7" fmla="*/ 669124 w 1629088"/>
                <a:gd name="connsiteY7" fmla="*/ 1272077 h 1725407"/>
                <a:gd name="connsiteX8" fmla="*/ 654197 w 1629088"/>
                <a:gd name="connsiteY8" fmla="*/ 1265906 h 1725407"/>
                <a:gd name="connsiteX9" fmla="*/ 539484 w 1629088"/>
                <a:gd name="connsiteY9" fmla="*/ 1151192 h 1725407"/>
                <a:gd name="connsiteX10" fmla="*/ 539484 w 1629088"/>
                <a:gd name="connsiteY10" fmla="*/ 1121221 h 1725407"/>
                <a:gd name="connsiteX11" fmla="*/ 604598 w 1629088"/>
                <a:gd name="connsiteY11" fmla="*/ 1056166 h 1725407"/>
                <a:gd name="connsiteX12" fmla="*/ 583618 w 1629088"/>
                <a:gd name="connsiteY12" fmla="*/ 1004979 h 1725407"/>
                <a:gd name="connsiteX13" fmla="*/ 491294 w 1629088"/>
                <a:gd name="connsiteY13" fmla="*/ 1004979 h 1725407"/>
                <a:gd name="connsiteX14" fmla="*/ 470138 w 1629088"/>
                <a:gd name="connsiteY14" fmla="*/ 983823 h 1725407"/>
                <a:gd name="connsiteX15" fmla="*/ 470138 w 1629088"/>
                <a:gd name="connsiteY15" fmla="*/ 821625 h 1725407"/>
                <a:gd name="connsiteX16" fmla="*/ 491294 w 1629088"/>
                <a:gd name="connsiteY16" fmla="*/ 800469 h 1725407"/>
                <a:gd name="connsiteX17" fmla="*/ 583383 w 1629088"/>
                <a:gd name="connsiteY17" fmla="*/ 800469 h 1725407"/>
                <a:gd name="connsiteX18" fmla="*/ 604715 w 1629088"/>
                <a:gd name="connsiteY18" fmla="*/ 749400 h 1725407"/>
                <a:gd name="connsiteX19" fmla="*/ 539484 w 1629088"/>
                <a:gd name="connsiteY19" fmla="*/ 684051 h 1725407"/>
                <a:gd name="connsiteX20" fmla="*/ 539484 w 1629088"/>
                <a:gd name="connsiteY20" fmla="*/ 654139 h 1725407"/>
                <a:gd name="connsiteX21" fmla="*/ 654139 w 1629088"/>
                <a:gd name="connsiteY21" fmla="*/ 539425 h 1725407"/>
                <a:gd name="connsiteX22" fmla="*/ 684051 w 1629088"/>
                <a:gd name="connsiteY22" fmla="*/ 539425 h 1725407"/>
                <a:gd name="connsiteX23" fmla="*/ 749165 w 1629088"/>
                <a:gd name="connsiteY23" fmla="*/ 604598 h 1725407"/>
                <a:gd name="connsiteX24" fmla="*/ 800410 w 1629088"/>
                <a:gd name="connsiteY24" fmla="*/ 583618 h 1725407"/>
                <a:gd name="connsiteX25" fmla="*/ 800410 w 1629088"/>
                <a:gd name="connsiteY25" fmla="*/ 491294 h 1725407"/>
                <a:gd name="connsiteX26" fmla="*/ 821567 w 1629088"/>
                <a:gd name="connsiteY26" fmla="*/ 470138 h 1725407"/>
                <a:gd name="connsiteX27" fmla="*/ 983764 w 1629088"/>
                <a:gd name="connsiteY27" fmla="*/ 470138 h 1725407"/>
                <a:gd name="connsiteX28" fmla="*/ 1004921 w 1629088"/>
                <a:gd name="connsiteY28" fmla="*/ 491294 h 1725407"/>
                <a:gd name="connsiteX29" fmla="*/ 1004921 w 1629088"/>
                <a:gd name="connsiteY29" fmla="*/ 583383 h 1725407"/>
                <a:gd name="connsiteX30" fmla="*/ 1055931 w 1629088"/>
                <a:gd name="connsiteY30" fmla="*/ 604715 h 1725407"/>
                <a:gd name="connsiteX31" fmla="*/ 1121162 w 1629088"/>
                <a:gd name="connsiteY31" fmla="*/ 539425 h 1725407"/>
                <a:gd name="connsiteX32" fmla="*/ 1151134 w 1629088"/>
                <a:gd name="connsiteY32" fmla="*/ 539425 h 1725407"/>
                <a:gd name="connsiteX33" fmla="*/ 1265847 w 1629088"/>
                <a:gd name="connsiteY33" fmla="*/ 654139 h 1725407"/>
                <a:gd name="connsiteX34" fmla="*/ 1272018 w 1629088"/>
                <a:gd name="connsiteY34" fmla="*/ 669066 h 1725407"/>
                <a:gd name="connsiteX35" fmla="*/ 1265847 w 1629088"/>
                <a:gd name="connsiteY35" fmla="*/ 683992 h 1725407"/>
                <a:gd name="connsiteX36" fmla="*/ 1200674 w 1629088"/>
                <a:gd name="connsiteY36" fmla="*/ 749107 h 1725407"/>
                <a:gd name="connsiteX37" fmla="*/ 1221654 w 1629088"/>
                <a:gd name="connsiteY37" fmla="*/ 800352 h 1725407"/>
                <a:gd name="connsiteX38" fmla="*/ 1314036 w 1629088"/>
                <a:gd name="connsiteY38" fmla="*/ 800352 h 1725407"/>
                <a:gd name="connsiteX39" fmla="*/ 1335193 w 1629088"/>
                <a:gd name="connsiteY39" fmla="*/ 821508 h 1725407"/>
                <a:gd name="connsiteX40" fmla="*/ 1335193 w 1629088"/>
                <a:gd name="connsiteY40" fmla="*/ 983706 h 1725407"/>
                <a:gd name="connsiteX41" fmla="*/ 1314036 w 1629088"/>
                <a:gd name="connsiteY41" fmla="*/ 1004862 h 1725407"/>
                <a:gd name="connsiteX42" fmla="*/ 1221948 w 1629088"/>
                <a:gd name="connsiteY42" fmla="*/ 1004862 h 1725407"/>
                <a:gd name="connsiteX43" fmla="*/ 1200616 w 1629088"/>
                <a:gd name="connsiteY43" fmla="*/ 1055872 h 1725407"/>
                <a:gd name="connsiteX44" fmla="*/ 1265906 w 1629088"/>
                <a:gd name="connsiteY44" fmla="*/ 1121103 h 1725407"/>
                <a:gd name="connsiteX45" fmla="*/ 1272077 w 1629088"/>
                <a:gd name="connsiteY45" fmla="*/ 1136089 h 1725407"/>
                <a:gd name="connsiteX46" fmla="*/ 1265906 w 1629088"/>
                <a:gd name="connsiteY46" fmla="*/ 1151075 h 1725407"/>
                <a:gd name="connsiteX47" fmla="*/ 1151192 w 1629088"/>
                <a:gd name="connsiteY47" fmla="*/ 1265789 h 1725407"/>
                <a:gd name="connsiteX48" fmla="*/ 1136207 w 1629088"/>
                <a:gd name="connsiteY48" fmla="*/ 1271959 h 1725407"/>
                <a:gd name="connsiteX49" fmla="*/ 1136207 w 1629088"/>
                <a:gd name="connsiteY49" fmla="*/ 1271959 h 1725407"/>
                <a:gd name="connsiteX50" fmla="*/ 1121221 w 1629088"/>
                <a:gd name="connsiteY50" fmla="*/ 1265789 h 1725407"/>
                <a:gd name="connsiteX51" fmla="*/ 1056166 w 1629088"/>
                <a:gd name="connsiteY51" fmla="*/ 1200616 h 1725407"/>
                <a:gd name="connsiteX52" fmla="*/ 1004979 w 1629088"/>
                <a:gd name="connsiteY52" fmla="*/ 1221596 h 1725407"/>
                <a:gd name="connsiteX53" fmla="*/ 1004979 w 1629088"/>
                <a:gd name="connsiteY53" fmla="*/ 1314036 h 1725407"/>
                <a:gd name="connsiteX54" fmla="*/ 983764 w 1629088"/>
                <a:gd name="connsiteY54" fmla="*/ 1335193 h 1725407"/>
                <a:gd name="connsiteX55" fmla="*/ 842723 w 1629088"/>
                <a:gd name="connsiteY55" fmla="*/ 1292880 h 1725407"/>
                <a:gd name="connsiteX56" fmla="*/ 962608 w 1629088"/>
                <a:gd name="connsiteY56" fmla="*/ 1292880 h 1725407"/>
                <a:gd name="connsiteX57" fmla="*/ 962608 w 1629088"/>
                <a:gd name="connsiteY57" fmla="*/ 1207550 h 1725407"/>
                <a:gd name="connsiteX58" fmla="*/ 975772 w 1629088"/>
                <a:gd name="connsiteY58" fmla="*/ 1187981 h 1725407"/>
                <a:gd name="connsiteX59" fmla="*/ 1053110 w 1629088"/>
                <a:gd name="connsiteY59" fmla="*/ 1156246 h 1725407"/>
                <a:gd name="connsiteX60" fmla="*/ 1076146 w 1629088"/>
                <a:gd name="connsiteY60" fmla="*/ 1160830 h 1725407"/>
                <a:gd name="connsiteX61" fmla="*/ 1136207 w 1629088"/>
                <a:gd name="connsiteY61" fmla="*/ 1221008 h 1725407"/>
                <a:gd name="connsiteX62" fmla="*/ 1221008 w 1629088"/>
                <a:gd name="connsiteY62" fmla="*/ 1136207 h 1725407"/>
                <a:gd name="connsiteX63" fmla="*/ 1160595 w 1629088"/>
                <a:gd name="connsiteY63" fmla="*/ 1075911 h 1725407"/>
                <a:gd name="connsiteX64" fmla="*/ 1156070 w 1629088"/>
                <a:gd name="connsiteY64" fmla="*/ 1052757 h 1725407"/>
                <a:gd name="connsiteX65" fmla="*/ 1188392 w 1629088"/>
                <a:gd name="connsiteY65" fmla="*/ 975654 h 1725407"/>
                <a:gd name="connsiteX66" fmla="*/ 1207903 w 1629088"/>
                <a:gd name="connsiteY66" fmla="*/ 962608 h 1725407"/>
                <a:gd name="connsiteX67" fmla="*/ 1292880 w 1629088"/>
                <a:gd name="connsiteY67" fmla="*/ 962608 h 1725407"/>
                <a:gd name="connsiteX68" fmla="*/ 1292880 w 1629088"/>
                <a:gd name="connsiteY68" fmla="*/ 842723 h 1725407"/>
                <a:gd name="connsiteX69" fmla="*/ 1207550 w 1629088"/>
                <a:gd name="connsiteY69" fmla="*/ 842723 h 1725407"/>
                <a:gd name="connsiteX70" fmla="*/ 1187981 w 1629088"/>
                <a:gd name="connsiteY70" fmla="*/ 829618 h 1725407"/>
                <a:gd name="connsiteX71" fmla="*/ 1156246 w 1629088"/>
                <a:gd name="connsiteY71" fmla="*/ 752280 h 1725407"/>
                <a:gd name="connsiteX72" fmla="*/ 1160830 w 1629088"/>
                <a:gd name="connsiteY72" fmla="*/ 729302 h 1725407"/>
                <a:gd name="connsiteX73" fmla="*/ 1221008 w 1629088"/>
                <a:gd name="connsiteY73" fmla="*/ 669183 h 1725407"/>
                <a:gd name="connsiteX74" fmla="*/ 1136207 w 1629088"/>
                <a:gd name="connsiteY74" fmla="*/ 584382 h 1725407"/>
                <a:gd name="connsiteX75" fmla="*/ 1075911 w 1629088"/>
                <a:gd name="connsiteY75" fmla="*/ 644736 h 1725407"/>
                <a:gd name="connsiteX76" fmla="*/ 1052757 w 1629088"/>
                <a:gd name="connsiteY76" fmla="*/ 649320 h 1725407"/>
                <a:gd name="connsiteX77" fmla="*/ 975654 w 1629088"/>
                <a:gd name="connsiteY77" fmla="*/ 617057 h 1725407"/>
                <a:gd name="connsiteX78" fmla="*/ 962608 w 1629088"/>
                <a:gd name="connsiteY78" fmla="*/ 597546 h 1725407"/>
                <a:gd name="connsiteX79" fmla="*/ 962608 w 1629088"/>
                <a:gd name="connsiteY79" fmla="*/ 512451 h 1725407"/>
                <a:gd name="connsiteX80" fmla="*/ 842723 w 1629088"/>
                <a:gd name="connsiteY80" fmla="*/ 512451 h 1725407"/>
                <a:gd name="connsiteX81" fmla="*/ 842723 w 1629088"/>
                <a:gd name="connsiteY81" fmla="*/ 597781 h 1725407"/>
                <a:gd name="connsiteX82" fmla="*/ 829618 w 1629088"/>
                <a:gd name="connsiteY82" fmla="*/ 617350 h 1725407"/>
                <a:gd name="connsiteX83" fmla="*/ 752280 w 1629088"/>
                <a:gd name="connsiteY83" fmla="*/ 649085 h 1725407"/>
                <a:gd name="connsiteX84" fmla="*/ 729302 w 1629088"/>
                <a:gd name="connsiteY84" fmla="*/ 644442 h 1725407"/>
                <a:gd name="connsiteX85" fmla="*/ 669183 w 1629088"/>
                <a:gd name="connsiteY85" fmla="*/ 584323 h 1725407"/>
                <a:gd name="connsiteX86" fmla="*/ 584441 w 1629088"/>
                <a:gd name="connsiteY86" fmla="*/ 669124 h 1725407"/>
                <a:gd name="connsiteX87" fmla="*/ 644795 w 1629088"/>
                <a:gd name="connsiteY87" fmla="*/ 729537 h 1725407"/>
                <a:gd name="connsiteX88" fmla="*/ 649320 w 1629088"/>
                <a:gd name="connsiteY88" fmla="*/ 752691 h 1725407"/>
                <a:gd name="connsiteX89" fmla="*/ 617057 w 1629088"/>
                <a:gd name="connsiteY89" fmla="*/ 829794 h 1725407"/>
                <a:gd name="connsiteX90" fmla="*/ 597546 w 1629088"/>
                <a:gd name="connsiteY90" fmla="*/ 842782 h 1725407"/>
                <a:gd name="connsiteX91" fmla="*/ 512451 w 1629088"/>
                <a:gd name="connsiteY91" fmla="*/ 842782 h 1725407"/>
                <a:gd name="connsiteX92" fmla="*/ 512451 w 1629088"/>
                <a:gd name="connsiteY92" fmla="*/ 962667 h 1725407"/>
                <a:gd name="connsiteX93" fmla="*/ 597781 w 1629088"/>
                <a:gd name="connsiteY93" fmla="*/ 962667 h 1725407"/>
                <a:gd name="connsiteX94" fmla="*/ 617350 w 1629088"/>
                <a:gd name="connsiteY94" fmla="*/ 975831 h 1725407"/>
                <a:gd name="connsiteX95" fmla="*/ 649085 w 1629088"/>
                <a:gd name="connsiteY95" fmla="*/ 1053169 h 1725407"/>
                <a:gd name="connsiteX96" fmla="*/ 644442 w 1629088"/>
                <a:gd name="connsiteY96" fmla="*/ 1076205 h 1725407"/>
                <a:gd name="connsiteX97" fmla="*/ 584382 w 1629088"/>
                <a:gd name="connsiteY97" fmla="*/ 1136265 h 1725407"/>
                <a:gd name="connsiteX98" fmla="*/ 669124 w 1629088"/>
                <a:gd name="connsiteY98" fmla="*/ 1221067 h 1725407"/>
                <a:gd name="connsiteX99" fmla="*/ 729537 w 1629088"/>
                <a:gd name="connsiteY99" fmla="*/ 1160654 h 1725407"/>
                <a:gd name="connsiteX100" fmla="*/ 752691 w 1629088"/>
                <a:gd name="connsiteY100" fmla="*/ 1156129 h 1725407"/>
                <a:gd name="connsiteX101" fmla="*/ 829794 w 1629088"/>
                <a:gd name="connsiteY101" fmla="*/ 1188451 h 1725407"/>
                <a:gd name="connsiteX102" fmla="*/ 842782 w 1629088"/>
                <a:gd name="connsiteY102" fmla="*/ 1207962 h 1725407"/>
                <a:gd name="connsiteX103" fmla="*/ 842723 w 1629088"/>
                <a:gd name="connsiteY103" fmla="*/ 1292880 h 1725407"/>
                <a:gd name="connsiteX104" fmla="*/ 842723 w 1629088"/>
                <a:gd name="connsiteY104" fmla="*/ 1292880 h 1725407"/>
                <a:gd name="connsiteX105" fmla="*/ 902665 w 1629088"/>
                <a:gd name="connsiteY105" fmla="*/ 1100124 h 1725407"/>
                <a:gd name="connsiteX106" fmla="*/ 705207 w 1629088"/>
                <a:gd name="connsiteY106" fmla="*/ 902665 h 1725407"/>
                <a:gd name="connsiteX107" fmla="*/ 902665 w 1629088"/>
                <a:gd name="connsiteY107" fmla="*/ 705207 h 1725407"/>
                <a:gd name="connsiteX108" fmla="*/ 1100124 w 1629088"/>
                <a:gd name="connsiteY108" fmla="*/ 902665 h 1725407"/>
                <a:gd name="connsiteX109" fmla="*/ 902665 w 1629088"/>
                <a:gd name="connsiteY109" fmla="*/ 1100124 h 1725407"/>
                <a:gd name="connsiteX110" fmla="*/ 902665 w 1629088"/>
                <a:gd name="connsiteY110" fmla="*/ 747520 h 1725407"/>
                <a:gd name="connsiteX111" fmla="*/ 747520 w 1629088"/>
                <a:gd name="connsiteY111" fmla="*/ 902665 h 1725407"/>
                <a:gd name="connsiteX112" fmla="*/ 902665 w 1629088"/>
                <a:gd name="connsiteY112" fmla="*/ 1057811 h 1725407"/>
                <a:gd name="connsiteX113" fmla="*/ 1057811 w 1629088"/>
                <a:gd name="connsiteY113" fmla="*/ 902665 h 1725407"/>
                <a:gd name="connsiteX114" fmla="*/ 902665 w 1629088"/>
                <a:gd name="connsiteY114" fmla="*/ 747520 h 1725407"/>
                <a:gd name="connsiteX115" fmla="*/ 491294 w 1629088"/>
                <a:gd name="connsiteY115" fmla="*/ 1410415 h 1725407"/>
                <a:gd name="connsiteX116" fmla="*/ 218614 w 1629088"/>
                <a:gd name="connsiteY116" fmla="*/ 1725407 h 1725407"/>
                <a:gd name="connsiteX117" fmla="*/ 176302 w 1629088"/>
                <a:gd name="connsiteY117" fmla="*/ 1725407 h 1725407"/>
                <a:gd name="connsiteX118" fmla="*/ 176302 w 1629088"/>
                <a:gd name="connsiteY118" fmla="*/ 1410415 h 1725407"/>
                <a:gd name="connsiteX119" fmla="*/ 491294 w 1629088"/>
                <a:gd name="connsiteY119" fmla="*/ 1410415 h 1725407"/>
                <a:gd name="connsiteX120" fmla="*/ 42312 w 1629088"/>
                <a:gd name="connsiteY120" fmla="*/ 902665 h 1725407"/>
                <a:gd name="connsiteX121" fmla="*/ 0 w 1629088"/>
                <a:gd name="connsiteY121" fmla="*/ 902665 h 1725407"/>
                <a:gd name="connsiteX122" fmla="*/ 902665 w 1629088"/>
                <a:gd name="connsiteY122" fmla="*/ 0 h 1725407"/>
                <a:gd name="connsiteX123" fmla="*/ 1586717 w 1629088"/>
                <a:gd name="connsiteY123" fmla="*/ 313641 h 1725407"/>
                <a:gd name="connsiteX124" fmla="*/ 1586717 w 1629088"/>
                <a:gd name="connsiteY124" fmla="*/ 79924 h 1725407"/>
                <a:gd name="connsiteX125" fmla="*/ 1629088 w 1629088"/>
                <a:gd name="connsiteY125" fmla="*/ 79924 h 1725407"/>
                <a:gd name="connsiteX126" fmla="*/ 1629088 w 1629088"/>
                <a:gd name="connsiteY126" fmla="*/ 394916 h 1725407"/>
                <a:gd name="connsiteX127" fmla="*/ 1314036 w 1629088"/>
                <a:gd name="connsiteY127" fmla="*/ 394916 h 1725407"/>
                <a:gd name="connsiteX128" fmla="*/ 1314036 w 1629088"/>
                <a:gd name="connsiteY128" fmla="*/ 352604 h 1725407"/>
                <a:gd name="connsiteX129" fmla="*/ 1564209 w 1629088"/>
                <a:gd name="connsiteY129" fmla="*/ 352604 h 1725407"/>
                <a:gd name="connsiteX130" fmla="*/ 902665 w 1629088"/>
                <a:gd name="connsiteY130" fmla="*/ 42312 h 1725407"/>
                <a:gd name="connsiteX131" fmla="*/ 42312 w 1629088"/>
                <a:gd name="connsiteY131" fmla="*/ 902665 h 1725407"/>
                <a:gd name="connsiteX0" fmla="*/ 983764 w 1629088"/>
                <a:gd name="connsiteY0" fmla="*/ 1335193 h 1725407"/>
                <a:gd name="connsiteX1" fmla="*/ 821567 w 1629088"/>
                <a:gd name="connsiteY1" fmla="*/ 1335193 h 1725407"/>
                <a:gd name="connsiteX2" fmla="*/ 800410 w 1629088"/>
                <a:gd name="connsiteY2" fmla="*/ 1314036 h 1725407"/>
                <a:gd name="connsiteX3" fmla="*/ 800410 w 1629088"/>
                <a:gd name="connsiteY3" fmla="*/ 1221948 h 1725407"/>
                <a:gd name="connsiteX4" fmla="*/ 749342 w 1629088"/>
                <a:gd name="connsiteY4" fmla="*/ 1200616 h 1725407"/>
                <a:gd name="connsiteX5" fmla="*/ 684051 w 1629088"/>
                <a:gd name="connsiteY5" fmla="*/ 1265906 h 1725407"/>
                <a:gd name="connsiteX6" fmla="*/ 669124 w 1629088"/>
                <a:gd name="connsiteY6" fmla="*/ 1272077 h 1725407"/>
                <a:gd name="connsiteX7" fmla="*/ 669124 w 1629088"/>
                <a:gd name="connsiteY7" fmla="*/ 1272077 h 1725407"/>
                <a:gd name="connsiteX8" fmla="*/ 654197 w 1629088"/>
                <a:gd name="connsiteY8" fmla="*/ 1265906 h 1725407"/>
                <a:gd name="connsiteX9" fmla="*/ 539484 w 1629088"/>
                <a:gd name="connsiteY9" fmla="*/ 1151192 h 1725407"/>
                <a:gd name="connsiteX10" fmla="*/ 539484 w 1629088"/>
                <a:gd name="connsiteY10" fmla="*/ 1121221 h 1725407"/>
                <a:gd name="connsiteX11" fmla="*/ 604598 w 1629088"/>
                <a:gd name="connsiteY11" fmla="*/ 1056166 h 1725407"/>
                <a:gd name="connsiteX12" fmla="*/ 583618 w 1629088"/>
                <a:gd name="connsiteY12" fmla="*/ 1004979 h 1725407"/>
                <a:gd name="connsiteX13" fmla="*/ 491294 w 1629088"/>
                <a:gd name="connsiteY13" fmla="*/ 1004979 h 1725407"/>
                <a:gd name="connsiteX14" fmla="*/ 470138 w 1629088"/>
                <a:gd name="connsiteY14" fmla="*/ 983823 h 1725407"/>
                <a:gd name="connsiteX15" fmla="*/ 470138 w 1629088"/>
                <a:gd name="connsiteY15" fmla="*/ 821625 h 1725407"/>
                <a:gd name="connsiteX16" fmla="*/ 491294 w 1629088"/>
                <a:gd name="connsiteY16" fmla="*/ 800469 h 1725407"/>
                <a:gd name="connsiteX17" fmla="*/ 583383 w 1629088"/>
                <a:gd name="connsiteY17" fmla="*/ 800469 h 1725407"/>
                <a:gd name="connsiteX18" fmla="*/ 604715 w 1629088"/>
                <a:gd name="connsiteY18" fmla="*/ 749400 h 1725407"/>
                <a:gd name="connsiteX19" fmla="*/ 539484 w 1629088"/>
                <a:gd name="connsiteY19" fmla="*/ 684051 h 1725407"/>
                <a:gd name="connsiteX20" fmla="*/ 539484 w 1629088"/>
                <a:gd name="connsiteY20" fmla="*/ 654139 h 1725407"/>
                <a:gd name="connsiteX21" fmla="*/ 654139 w 1629088"/>
                <a:gd name="connsiteY21" fmla="*/ 539425 h 1725407"/>
                <a:gd name="connsiteX22" fmla="*/ 684051 w 1629088"/>
                <a:gd name="connsiteY22" fmla="*/ 539425 h 1725407"/>
                <a:gd name="connsiteX23" fmla="*/ 749165 w 1629088"/>
                <a:gd name="connsiteY23" fmla="*/ 604598 h 1725407"/>
                <a:gd name="connsiteX24" fmla="*/ 800410 w 1629088"/>
                <a:gd name="connsiteY24" fmla="*/ 583618 h 1725407"/>
                <a:gd name="connsiteX25" fmla="*/ 800410 w 1629088"/>
                <a:gd name="connsiteY25" fmla="*/ 491294 h 1725407"/>
                <a:gd name="connsiteX26" fmla="*/ 821567 w 1629088"/>
                <a:gd name="connsiteY26" fmla="*/ 470138 h 1725407"/>
                <a:gd name="connsiteX27" fmla="*/ 983764 w 1629088"/>
                <a:gd name="connsiteY27" fmla="*/ 470138 h 1725407"/>
                <a:gd name="connsiteX28" fmla="*/ 1004921 w 1629088"/>
                <a:gd name="connsiteY28" fmla="*/ 491294 h 1725407"/>
                <a:gd name="connsiteX29" fmla="*/ 1004921 w 1629088"/>
                <a:gd name="connsiteY29" fmla="*/ 583383 h 1725407"/>
                <a:gd name="connsiteX30" fmla="*/ 1055931 w 1629088"/>
                <a:gd name="connsiteY30" fmla="*/ 604715 h 1725407"/>
                <a:gd name="connsiteX31" fmla="*/ 1121162 w 1629088"/>
                <a:gd name="connsiteY31" fmla="*/ 539425 h 1725407"/>
                <a:gd name="connsiteX32" fmla="*/ 1151134 w 1629088"/>
                <a:gd name="connsiteY32" fmla="*/ 539425 h 1725407"/>
                <a:gd name="connsiteX33" fmla="*/ 1265847 w 1629088"/>
                <a:gd name="connsiteY33" fmla="*/ 654139 h 1725407"/>
                <a:gd name="connsiteX34" fmla="*/ 1272018 w 1629088"/>
                <a:gd name="connsiteY34" fmla="*/ 669066 h 1725407"/>
                <a:gd name="connsiteX35" fmla="*/ 1265847 w 1629088"/>
                <a:gd name="connsiteY35" fmla="*/ 683992 h 1725407"/>
                <a:gd name="connsiteX36" fmla="*/ 1200674 w 1629088"/>
                <a:gd name="connsiteY36" fmla="*/ 749107 h 1725407"/>
                <a:gd name="connsiteX37" fmla="*/ 1221654 w 1629088"/>
                <a:gd name="connsiteY37" fmla="*/ 800352 h 1725407"/>
                <a:gd name="connsiteX38" fmla="*/ 1314036 w 1629088"/>
                <a:gd name="connsiteY38" fmla="*/ 800352 h 1725407"/>
                <a:gd name="connsiteX39" fmla="*/ 1335193 w 1629088"/>
                <a:gd name="connsiteY39" fmla="*/ 821508 h 1725407"/>
                <a:gd name="connsiteX40" fmla="*/ 1335193 w 1629088"/>
                <a:gd name="connsiteY40" fmla="*/ 983706 h 1725407"/>
                <a:gd name="connsiteX41" fmla="*/ 1314036 w 1629088"/>
                <a:gd name="connsiteY41" fmla="*/ 1004862 h 1725407"/>
                <a:gd name="connsiteX42" fmla="*/ 1221948 w 1629088"/>
                <a:gd name="connsiteY42" fmla="*/ 1004862 h 1725407"/>
                <a:gd name="connsiteX43" fmla="*/ 1200616 w 1629088"/>
                <a:gd name="connsiteY43" fmla="*/ 1055872 h 1725407"/>
                <a:gd name="connsiteX44" fmla="*/ 1265906 w 1629088"/>
                <a:gd name="connsiteY44" fmla="*/ 1121103 h 1725407"/>
                <a:gd name="connsiteX45" fmla="*/ 1272077 w 1629088"/>
                <a:gd name="connsiteY45" fmla="*/ 1136089 h 1725407"/>
                <a:gd name="connsiteX46" fmla="*/ 1265906 w 1629088"/>
                <a:gd name="connsiteY46" fmla="*/ 1151075 h 1725407"/>
                <a:gd name="connsiteX47" fmla="*/ 1151192 w 1629088"/>
                <a:gd name="connsiteY47" fmla="*/ 1265789 h 1725407"/>
                <a:gd name="connsiteX48" fmla="*/ 1136207 w 1629088"/>
                <a:gd name="connsiteY48" fmla="*/ 1271959 h 1725407"/>
                <a:gd name="connsiteX49" fmla="*/ 1136207 w 1629088"/>
                <a:gd name="connsiteY49" fmla="*/ 1271959 h 1725407"/>
                <a:gd name="connsiteX50" fmla="*/ 1121221 w 1629088"/>
                <a:gd name="connsiteY50" fmla="*/ 1265789 h 1725407"/>
                <a:gd name="connsiteX51" fmla="*/ 1056166 w 1629088"/>
                <a:gd name="connsiteY51" fmla="*/ 1200616 h 1725407"/>
                <a:gd name="connsiteX52" fmla="*/ 1004979 w 1629088"/>
                <a:gd name="connsiteY52" fmla="*/ 1221596 h 1725407"/>
                <a:gd name="connsiteX53" fmla="*/ 1004979 w 1629088"/>
                <a:gd name="connsiteY53" fmla="*/ 1314036 h 1725407"/>
                <a:gd name="connsiteX54" fmla="*/ 983764 w 1629088"/>
                <a:gd name="connsiteY54" fmla="*/ 1335193 h 1725407"/>
                <a:gd name="connsiteX55" fmla="*/ 842723 w 1629088"/>
                <a:gd name="connsiteY55" fmla="*/ 1292880 h 1725407"/>
                <a:gd name="connsiteX56" fmla="*/ 962608 w 1629088"/>
                <a:gd name="connsiteY56" fmla="*/ 1292880 h 1725407"/>
                <a:gd name="connsiteX57" fmla="*/ 962608 w 1629088"/>
                <a:gd name="connsiteY57" fmla="*/ 1207550 h 1725407"/>
                <a:gd name="connsiteX58" fmla="*/ 975772 w 1629088"/>
                <a:gd name="connsiteY58" fmla="*/ 1187981 h 1725407"/>
                <a:gd name="connsiteX59" fmla="*/ 1053110 w 1629088"/>
                <a:gd name="connsiteY59" fmla="*/ 1156246 h 1725407"/>
                <a:gd name="connsiteX60" fmla="*/ 1076146 w 1629088"/>
                <a:gd name="connsiteY60" fmla="*/ 1160830 h 1725407"/>
                <a:gd name="connsiteX61" fmla="*/ 1136207 w 1629088"/>
                <a:gd name="connsiteY61" fmla="*/ 1221008 h 1725407"/>
                <a:gd name="connsiteX62" fmla="*/ 1221008 w 1629088"/>
                <a:gd name="connsiteY62" fmla="*/ 1136207 h 1725407"/>
                <a:gd name="connsiteX63" fmla="*/ 1160595 w 1629088"/>
                <a:gd name="connsiteY63" fmla="*/ 1075911 h 1725407"/>
                <a:gd name="connsiteX64" fmla="*/ 1156070 w 1629088"/>
                <a:gd name="connsiteY64" fmla="*/ 1052757 h 1725407"/>
                <a:gd name="connsiteX65" fmla="*/ 1188392 w 1629088"/>
                <a:gd name="connsiteY65" fmla="*/ 975654 h 1725407"/>
                <a:gd name="connsiteX66" fmla="*/ 1207903 w 1629088"/>
                <a:gd name="connsiteY66" fmla="*/ 962608 h 1725407"/>
                <a:gd name="connsiteX67" fmla="*/ 1292880 w 1629088"/>
                <a:gd name="connsiteY67" fmla="*/ 962608 h 1725407"/>
                <a:gd name="connsiteX68" fmla="*/ 1292880 w 1629088"/>
                <a:gd name="connsiteY68" fmla="*/ 842723 h 1725407"/>
                <a:gd name="connsiteX69" fmla="*/ 1207550 w 1629088"/>
                <a:gd name="connsiteY69" fmla="*/ 842723 h 1725407"/>
                <a:gd name="connsiteX70" fmla="*/ 1187981 w 1629088"/>
                <a:gd name="connsiteY70" fmla="*/ 829618 h 1725407"/>
                <a:gd name="connsiteX71" fmla="*/ 1156246 w 1629088"/>
                <a:gd name="connsiteY71" fmla="*/ 752280 h 1725407"/>
                <a:gd name="connsiteX72" fmla="*/ 1160830 w 1629088"/>
                <a:gd name="connsiteY72" fmla="*/ 729302 h 1725407"/>
                <a:gd name="connsiteX73" fmla="*/ 1221008 w 1629088"/>
                <a:gd name="connsiteY73" fmla="*/ 669183 h 1725407"/>
                <a:gd name="connsiteX74" fmla="*/ 1136207 w 1629088"/>
                <a:gd name="connsiteY74" fmla="*/ 584382 h 1725407"/>
                <a:gd name="connsiteX75" fmla="*/ 1075911 w 1629088"/>
                <a:gd name="connsiteY75" fmla="*/ 644736 h 1725407"/>
                <a:gd name="connsiteX76" fmla="*/ 1052757 w 1629088"/>
                <a:gd name="connsiteY76" fmla="*/ 649320 h 1725407"/>
                <a:gd name="connsiteX77" fmla="*/ 975654 w 1629088"/>
                <a:gd name="connsiteY77" fmla="*/ 617057 h 1725407"/>
                <a:gd name="connsiteX78" fmla="*/ 962608 w 1629088"/>
                <a:gd name="connsiteY78" fmla="*/ 597546 h 1725407"/>
                <a:gd name="connsiteX79" fmla="*/ 962608 w 1629088"/>
                <a:gd name="connsiteY79" fmla="*/ 512451 h 1725407"/>
                <a:gd name="connsiteX80" fmla="*/ 842723 w 1629088"/>
                <a:gd name="connsiteY80" fmla="*/ 512451 h 1725407"/>
                <a:gd name="connsiteX81" fmla="*/ 842723 w 1629088"/>
                <a:gd name="connsiteY81" fmla="*/ 597781 h 1725407"/>
                <a:gd name="connsiteX82" fmla="*/ 829618 w 1629088"/>
                <a:gd name="connsiteY82" fmla="*/ 617350 h 1725407"/>
                <a:gd name="connsiteX83" fmla="*/ 752280 w 1629088"/>
                <a:gd name="connsiteY83" fmla="*/ 649085 h 1725407"/>
                <a:gd name="connsiteX84" fmla="*/ 729302 w 1629088"/>
                <a:gd name="connsiteY84" fmla="*/ 644442 h 1725407"/>
                <a:gd name="connsiteX85" fmla="*/ 669183 w 1629088"/>
                <a:gd name="connsiteY85" fmla="*/ 584323 h 1725407"/>
                <a:gd name="connsiteX86" fmla="*/ 584441 w 1629088"/>
                <a:gd name="connsiteY86" fmla="*/ 669124 h 1725407"/>
                <a:gd name="connsiteX87" fmla="*/ 644795 w 1629088"/>
                <a:gd name="connsiteY87" fmla="*/ 729537 h 1725407"/>
                <a:gd name="connsiteX88" fmla="*/ 649320 w 1629088"/>
                <a:gd name="connsiteY88" fmla="*/ 752691 h 1725407"/>
                <a:gd name="connsiteX89" fmla="*/ 617057 w 1629088"/>
                <a:gd name="connsiteY89" fmla="*/ 829794 h 1725407"/>
                <a:gd name="connsiteX90" fmla="*/ 597546 w 1629088"/>
                <a:gd name="connsiteY90" fmla="*/ 842782 h 1725407"/>
                <a:gd name="connsiteX91" fmla="*/ 512451 w 1629088"/>
                <a:gd name="connsiteY91" fmla="*/ 842782 h 1725407"/>
                <a:gd name="connsiteX92" fmla="*/ 512451 w 1629088"/>
                <a:gd name="connsiteY92" fmla="*/ 962667 h 1725407"/>
                <a:gd name="connsiteX93" fmla="*/ 597781 w 1629088"/>
                <a:gd name="connsiteY93" fmla="*/ 962667 h 1725407"/>
                <a:gd name="connsiteX94" fmla="*/ 617350 w 1629088"/>
                <a:gd name="connsiteY94" fmla="*/ 975831 h 1725407"/>
                <a:gd name="connsiteX95" fmla="*/ 649085 w 1629088"/>
                <a:gd name="connsiteY95" fmla="*/ 1053169 h 1725407"/>
                <a:gd name="connsiteX96" fmla="*/ 644442 w 1629088"/>
                <a:gd name="connsiteY96" fmla="*/ 1076205 h 1725407"/>
                <a:gd name="connsiteX97" fmla="*/ 584382 w 1629088"/>
                <a:gd name="connsiteY97" fmla="*/ 1136265 h 1725407"/>
                <a:gd name="connsiteX98" fmla="*/ 669124 w 1629088"/>
                <a:gd name="connsiteY98" fmla="*/ 1221067 h 1725407"/>
                <a:gd name="connsiteX99" fmla="*/ 729537 w 1629088"/>
                <a:gd name="connsiteY99" fmla="*/ 1160654 h 1725407"/>
                <a:gd name="connsiteX100" fmla="*/ 752691 w 1629088"/>
                <a:gd name="connsiteY100" fmla="*/ 1156129 h 1725407"/>
                <a:gd name="connsiteX101" fmla="*/ 829794 w 1629088"/>
                <a:gd name="connsiteY101" fmla="*/ 1188451 h 1725407"/>
                <a:gd name="connsiteX102" fmla="*/ 842782 w 1629088"/>
                <a:gd name="connsiteY102" fmla="*/ 1207962 h 1725407"/>
                <a:gd name="connsiteX103" fmla="*/ 842723 w 1629088"/>
                <a:gd name="connsiteY103" fmla="*/ 1292880 h 1725407"/>
                <a:gd name="connsiteX104" fmla="*/ 842723 w 1629088"/>
                <a:gd name="connsiteY104" fmla="*/ 1292880 h 1725407"/>
                <a:gd name="connsiteX105" fmla="*/ 902665 w 1629088"/>
                <a:gd name="connsiteY105" fmla="*/ 1100124 h 1725407"/>
                <a:gd name="connsiteX106" fmla="*/ 705207 w 1629088"/>
                <a:gd name="connsiteY106" fmla="*/ 902665 h 1725407"/>
                <a:gd name="connsiteX107" fmla="*/ 902665 w 1629088"/>
                <a:gd name="connsiteY107" fmla="*/ 705207 h 1725407"/>
                <a:gd name="connsiteX108" fmla="*/ 1100124 w 1629088"/>
                <a:gd name="connsiteY108" fmla="*/ 902665 h 1725407"/>
                <a:gd name="connsiteX109" fmla="*/ 902665 w 1629088"/>
                <a:gd name="connsiteY109" fmla="*/ 1100124 h 1725407"/>
                <a:gd name="connsiteX110" fmla="*/ 902665 w 1629088"/>
                <a:gd name="connsiteY110" fmla="*/ 747520 h 1725407"/>
                <a:gd name="connsiteX111" fmla="*/ 747520 w 1629088"/>
                <a:gd name="connsiteY111" fmla="*/ 902665 h 1725407"/>
                <a:gd name="connsiteX112" fmla="*/ 902665 w 1629088"/>
                <a:gd name="connsiteY112" fmla="*/ 1057811 h 1725407"/>
                <a:gd name="connsiteX113" fmla="*/ 1057811 w 1629088"/>
                <a:gd name="connsiteY113" fmla="*/ 902665 h 1725407"/>
                <a:gd name="connsiteX114" fmla="*/ 902665 w 1629088"/>
                <a:gd name="connsiteY114" fmla="*/ 747520 h 1725407"/>
                <a:gd name="connsiteX115" fmla="*/ 176302 w 1629088"/>
                <a:gd name="connsiteY115" fmla="*/ 1410415 h 1725407"/>
                <a:gd name="connsiteX116" fmla="*/ 218614 w 1629088"/>
                <a:gd name="connsiteY116" fmla="*/ 1725407 h 1725407"/>
                <a:gd name="connsiteX117" fmla="*/ 176302 w 1629088"/>
                <a:gd name="connsiteY117" fmla="*/ 1725407 h 1725407"/>
                <a:gd name="connsiteX118" fmla="*/ 176302 w 1629088"/>
                <a:gd name="connsiteY118" fmla="*/ 1410415 h 1725407"/>
                <a:gd name="connsiteX119" fmla="*/ 42312 w 1629088"/>
                <a:gd name="connsiteY119" fmla="*/ 902665 h 1725407"/>
                <a:gd name="connsiteX120" fmla="*/ 0 w 1629088"/>
                <a:gd name="connsiteY120" fmla="*/ 902665 h 1725407"/>
                <a:gd name="connsiteX121" fmla="*/ 902665 w 1629088"/>
                <a:gd name="connsiteY121" fmla="*/ 0 h 1725407"/>
                <a:gd name="connsiteX122" fmla="*/ 1586717 w 1629088"/>
                <a:gd name="connsiteY122" fmla="*/ 313641 h 1725407"/>
                <a:gd name="connsiteX123" fmla="*/ 1586717 w 1629088"/>
                <a:gd name="connsiteY123" fmla="*/ 79924 h 1725407"/>
                <a:gd name="connsiteX124" fmla="*/ 1629088 w 1629088"/>
                <a:gd name="connsiteY124" fmla="*/ 79924 h 1725407"/>
                <a:gd name="connsiteX125" fmla="*/ 1629088 w 1629088"/>
                <a:gd name="connsiteY125" fmla="*/ 394916 h 1725407"/>
                <a:gd name="connsiteX126" fmla="*/ 1314036 w 1629088"/>
                <a:gd name="connsiteY126" fmla="*/ 394916 h 1725407"/>
                <a:gd name="connsiteX127" fmla="*/ 1314036 w 1629088"/>
                <a:gd name="connsiteY127" fmla="*/ 352604 h 1725407"/>
                <a:gd name="connsiteX128" fmla="*/ 1564209 w 1629088"/>
                <a:gd name="connsiteY128" fmla="*/ 352604 h 1725407"/>
                <a:gd name="connsiteX129" fmla="*/ 902665 w 1629088"/>
                <a:gd name="connsiteY129" fmla="*/ 42312 h 1725407"/>
                <a:gd name="connsiteX130" fmla="*/ 42312 w 1629088"/>
                <a:gd name="connsiteY130" fmla="*/ 902665 h 1725407"/>
                <a:gd name="connsiteX0" fmla="*/ 983764 w 1629088"/>
                <a:gd name="connsiteY0" fmla="*/ 1335193 h 1725407"/>
                <a:gd name="connsiteX1" fmla="*/ 821567 w 1629088"/>
                <a:gd name="connsiteY1" fmla="*/ 1335193 h 1725407"/>
                <a:gd name="connsiteX2" fmla="*/ 800410 w 1629088"/>
                <a:gd name="connsiteY2" fmla="*/ 1314036 h 1725407"/>
                <a:gd name="connsiteX3" fmla="*/ 800410 w 1629088"/>
                <a:gd name="connsiteY3" fmla="*/ 1221948 h 1725407"/>
                <a:gd name="connsiteX4" fmla="*/ 749342 w 1629088"/>
                <a:gd name="connsiteY4" fmla="*/ 1200616 h 1725407"/>
                <a:gd name="connsiteX5" fmla="*/ 684051 w 1629088"/>
                <a:gd name="connsiteY5" fmla="*/ 1265906 h 1725407"/>
                <a:gd name="connsiteX6" fmla="*/ 669124 w 1629088"/>
                <a:gd name="connsiteY6" fmla="*/ 1272077 h 1725407"/>
                <a:gd name="connsiteX7" fmla="*/ 669124 w 1629088"/>
                <a:gd name="connsiteY7" fmla="*/ 1272077 h 1725407"/>
                <a:gd name="connsiteX8" fmla="*/ 654197 w 1629088"/>
                <a:gd name="connsiteY8" fmla="*/ 1265906 h 1725407"/>
                <a:gd name="connsiteX9" fmla="*/ 539484 w 1629088"/>
                <a:gd name="connsiteY9" fmla="*/ 1151192 h 1725407"/>
                <a:gd name="connsiteX10" fmla="*/ 539484 w 1629088"/>
                <a:gd name="connsiteY10" fmla="*/ 1121221 h 1725407"/>
                <a:gd name="connsiteX11" fmla="*/ 604598 w 1629088"/>
                <a:gd name="connsiteY11" fmla="*/ 1056166 h 1725407"/>
                <a:gd name="connsiteX12" fmla="*/ 583618 w 1629088"/>
                <a:gd name="connsiteY12" fmla="*/ 1004979 h 1725407"/>
                <a:gd name="connsiteX13" fmla="*/ 491294 w 1629088"/>
                <a:gd name="connsiteY13" fmla="*/ 1004979 h 1725407"/>
                <a:gd name="connsiteX14" fmla="*/ 470138 w 1629088"/>
                <a:gd name="connsiteY14" fmla="*/ 983823 h 1725407"/>
                <a:gd name="connsiteX15" fmla="*/ 470138 w 1629088"/>
                <a:gd name="connsiteY15" fmla="*/ 821625 h 1725407"/>
                <a:gd name="connsiteX16" fmla="*/ 491294 w 1629088"/>
                <a:gd name="connsiteY16" fmla="*/ 800469 h 1725407"/>
                <a:gd name="connsiteX17" fmla="*/ 583383 w 1629088"/>
                <a:gd name="connsiteY17" fmla="*/ 800469 h 1725407"/>
                <a:gd name="connsiteX18" fmla="*/ 604715 w 1629088"/>
                <a:gd name="connsiteY18" fmla="*/ 749400 h 1725407"/>
                <a:gd name="connsiteX19" fmla="*/ 539484 w 1629088"/>
                <a:gd name="connsiteY19" fmla="*/ 684051 h 1725407"/>
                <a:gd name="connsiteX20" fmla="*/ 539484 w 1629088"/>
                <a:gd name="connsiteY20" fmla="*/ 654139 h 1725407"/>
                <a:gd name="connsiteX21" fmla="*/ 654139 w 1629088"/>
                <a:gd name="connsiteY21" fmla="*/ 539425 h 1725407"/>
                <a:gd name="connsiteX22" fmla="*/ 684051 w 1629088"/>
                <a:gd name="connsiteY22" fmla="*/ 539425 h 1725407"/>
                <a:gd name="connsiteX23" fmla="*/ 749165 w 1629088"/>
                <a:gd name="connsiteY23" fmla="*/ 604598 h 1725407"/>
                <a:gd name="connsiteX24" fmla="*/ 800410 w 1629088"/>
                <a:gd name="connsiteY24" fmla="*/ 583618 h 1725407"/>
                <a:gd name="connsiteX25" fmla="*/ 800410 w 1629088"/>
                <a:gd name="connsiteY25" fmla="*/ 491294 h 1725407"/>
                <a:gd name="connsiteX26" fmla="*/ 821567 w 1629088"/>
                <a:gd name="connsiteY26" fmla="*/ 470138 h 1725407"/>
                <a:gd name="connsiteX27" fmla="*/ 983764 w 1629088"/>
                <a:gd name="connsiteY27" fmla="*/ 470138 h 1725407"/>
                <a:gd name="connsiteX28" fmla="*/ 1004921 w 1629088"/>
                <a:gd name="connsiteY28" fmla="*/ 491294 h 1725407"/>
                <a:gd name="connsiteX29" fmla="*/ 1004921 w 1629088"/>
                <a:gd name="connsiteY29" fmla="*/ 583383 h 1725407"/>
                <a:gd name="connsiteX30" fmla="*/ 1055931 w 1629088"/>
                <a:gd name="connsiteY30" fmla="*/ 604715 h 1725407"/>
                <a:gd name="connsiteX31" fmla="*/ 1121162 w 1629088"/>
                <a:gd name="connsiteY31" fmla="*/ 539425 h 1725407"/>
                <a:gd name="connsiteX32" fmla="*/ 1151134 w 1629088"/>
                <a:gd name="connsiteY32" fmla="*/ 539425 h 1725407"/>
                <a:gd name="connsiteX33" fmla="*/ 1265847 w 1629088"/>
                <a:gd name="connsiteY33" fmla="*/ 654139 h 1725407"/>
                <a:gd name="connsiteX34" fmla="*/ 1272018 w 1629088"/>
                <a:gd name="connsiteY34" fmla="*/ 669066 h 1725407"/>
                <a:gd name="connsiteX35" fmla="*/ 1265847 w 1629088"/>
                <a:gd name="connsiteY35" fmla="*/ 683992 h 1725407"/>
                <a:gd name="connsiteX36" fmla="*/ 1200674 w 1629088"/>
                <a:gd name="connsiteY36" fmla="*/ 749107 h 1725407"/>
                <a:gd name="connsiteX37" fmla="*/ 1221654 w 1629088"/>
                <a:gd name="connsiteY37" fmla="*/ 800352 h 1725407"/>
                <a:gd name="connsiteX38" fmla="*/ 1314036 w 1629088"/>
                <a:gd name="connsiteY38" fmla="*/ 800352 h 1725407"/>
                <a:gd name="connsiteX39" fmla="*/ 1335193 w 1629088"/>
                <a:gd name="connsiteY39" fmla="*/ 821508 h 1725407"/>
                <a:gd name="connsiteX40" fmla="*/ 1335193 w 1629088"/>
                <a:gd name="connsiteY40" fmla="*/ 983706 h 1725407"/>
                <a:gd name="connsiteX41" fmla="*/ 1314036 w 1629088"/>
                <a:gd name="connsiteY41" fmla="*/ 1004862 h 1725407"/>
                <a:gd name="connsiteX42" fmla="*/ 1221948 w 1629088"/>
                <a:gd name="connsiteY42" fmla="*/ 1004862 h 1725407"/>
                <a:gd name="connsiteX43" fmla="*/ 1200616 w 1629088"/>
                <a:gd name="connsiteY43" fmla="*/ 1055872 h 1725407"/>
                <a:gd name="connsiteX44" fmla="*/ 1265906 w 1629088"/>
                <a:gd name="connsiteY44" fmla="*/ 1121103 h 1725407"/>
                <a:gd name="connsiteX45" fmla="*/ 1272077 w 1629088"/>
                <a:gd name="connsiteY45" fmla="*/ 1136089 h 1725407"/>
                <a:gd name="connsiteX46" fmla="*/ 1265906 w 1629088"/>
                <a:gd name="connsiteY46" fmla="*/ 1151075 h 1725407"/>
                <a:gd name="connsiteX47" fmla="*/ 1151192 w 1629088"/>
                <a:gd name="connsiteY47" fmla="*/ 1265789 h 1725407"/>
                <a:gd name="connsiteX48" fmla="*/ 1136207 w 1629088"/>
                <a:gd name="connsiteY48" fmla="*/ 1271959 h 1725407"/>
                <a:gd name="connsiteX49" fmla="*/ 1136207 w 1629088"/>
                <a:gd name="connsiteY49" fmla="*/ 1271959 h 1725407"/>
                <a:gd name="connsiteX50" fmla="*/ 1121221 w 1629088"/>
                <a:gd name="connsiteY50" fmla="*/ 1265789 h 1725407"/>
                <a:gd name="connsiteX51" fmla="*/ 1056166 w 1629088"/>
                <a:gd name="connsiteY51" fmla="*/ 1200616 h 1725407"/>
                <a:gd name="connsiteX52" fmla="*/ 1004979 w 1629088"/>
                <a:gd name="connsiteY52" fmla="*/ 1221596 h 1725407"/>
                <a:gd name="connsiteX53" fmla="*/ 1004979 w 1629088"/>
                <a:gd name="connsiteY53" fmla="*/ 1314036 h 1725407"/>
                <a:gd name="connsiteX54" fmla="*/ 983764 w 1629088"/>
                <a:gd name="connsiteY54" fmla="*/ 1335193 h 1725407"/>
                <a:gd name="connsiteX55" fmla="*/ 842723 w 1629088"/>
                <a:gd name="connsiteY55" fmla="*/ 1292880 h 1725407"/>
                <a:gd name="connsiteX56" fmla="*/ 962608 w 1629088"/>
                <a:gd name="connsiteY56" fmla="*/ 1292880 h 1725407"/>
                <a:gd name="connsiteX57" fmla="*/ 962608 w 1629088"/>
                <a:gd name="connsiteY57" fmla="*/ 1207550 h 1725407"/>
                <a:gd name="connsiteX58" fmla="*/ 975772 w 1629088"/>
                <a:gd name="connsiteY58" fmla="*/ 1187981 h 1725407"/>
                <a:gd name="connsiteX59" fmla="*/ 1053110 w 1629088"/>
                <a:gd name="connsiteY59" fmla="*/ 1156246 h 1725407"/>
                <a:gd name="connsiteX60" fmla="*/ 1076146 w 1629088"/>
                <a:gd name="connsiteY60" fmla="*/ 1160830 h 1725407"/>
                <a:gd name="connsiteX61" fmla="*/ 1136207 w 1629088"/>
                <a:gd name="connsiteY61" fmla="*/ 1221008 h 1725407"/>
                <a:gd name="connsiteX62" fmla="*/ 1221008 w 1629088"/>
                <a:gd name="connsiteY62" fmla="*/ 1136207 h 1725407"/>
                <a:gd name="connsiteX63" fmla="*/ 1160595 w 1629088"/>
                <a:gd name="connsiteY63" fmla="*/ 1075911 h 1725407"/>
                <a:gd name="connsiteX64" fmla="*/ 1156070 w 1629088"/>
                <a:gd name="connsiteY64" fmla="*/ 1052757 h 1725407"/>
                <a:gd name="connsiteX65" fmla="*/ 1188392 w 1629088"/>
                <a:gd name="connsiteY65" fmla="*/ 975654 h 1725407"/>
                <a:gd name="connsiteX66" fmla="*/ 1207903 w 1629088"/>
                <a:gd name="connsiteY66" fmla="*/ 962608 h 1725407"/>
                <a:gd name="connsiteX67" fmla="*/ 1292880 w 1629088"/>
                <a:gd name="connsiteY67" fmla="*/ 962608 h 1725407"/>
                <a:gd name="connsiteX68" fmla="*/ 1292880 w 1629088"/>
                <a:gd name="connsiteY68" fmla="*/ 842723 h 1725407"/>
                <a:gd name="connsiteX69" fmla="*/ 1207550 w 1629088"/>
                <a:gd name="connsiteY69" fmla="*/ 842723 h 1725407"/>
                <a:gd name="connsiteX70" fmla="*/ 1187981 w 1629088"/>
                <a:gd name="connsiteY70" fmla="*/ 829618 h 1725407"/>
                <a:gd name="connsiteX71" fmla="*/ 1156246 w 1629088"/>
                <a:gd name="connsiteY71" fmla="*/ 752280 h 1725407"/>
                <a:gd name="connsiteX72" fmla="*/ 1160830 w 1629088"/>
                <a:gd name="connsiteY72" fmla="*/ 729302 h 1725407"/>
                <a:gd name="connsiteX73" fmla="*/ 1221008 w 1629088"/>
                <a:gd name="connsiteY73" fmla="*/ 669183 h 1725407"/>
                <a:gd name="connsiteX74" fmla="*/ 1136207 w 1629088"/>
                <a:gd name="connsiteY74" fmla="*/ 584382 h 1725407"/>
                <a:gd name="connsiteX75" fmla="*/ 1075911 w 1629088"/>
                <a:gd name="connsiteY75" fmla="*/ 644736 h 1725407"/>
                <a:gd name="connsiteX76" fmla="*/ 1052757 w 1629088"/>
                <a:gd name="connsiteY76" fmla="*/ 649320 h 1725407"/>
                <a:gd name="connsiteX77" fmla="*/ 975654 w 1629088"/>
                <a:gd name="connsiteY77" fmla="*/ 617057 h 1725407"/>
                <a:gd name="connsiteX78" fmla="*/ 962608 w 1629088"/>
                <a:gd name="connsiteY78" fmla="*/ 597546 h 1725407"/>
                <a:gd name="connsiteX79" fmla="*/ 962608 w 1629088"/>
                <a:gd name="connsiteY79" fmla="*/ 512451 h 1725407"/>
                <a:gd name="connsiteX80" fmla="*/ 842723 w 1629088"/>
                <a:gd name="connsiteY80" fmla="*/ 512451 h 1725407"/>
                <a:gd name="connsiteX81" fmla="*/ 842723 w 1629088"/>
                <a:gd name="connsiteY81" fmla="*/ 597781 h 1725407"/>
                <a:gd name="connsiteX82" fmla="*/ 829618 w 1629088"/>
                <a:gd name="connsiteY82" fmla="*/ 617350 h 1725407"/>
                <a:gd name="connsiteX83" fmla="*/ 752280 w 1629088"/>
                <a:gd name="connsiteY83" fmla="*/ 649085 h 1725407"/>
                <a:gd name="connsiteX84" fmla="*/ 729302 w 1629088"/>
                <a:gd name="connsiteY84" fmla="*/ 644442 h 1725407"/>
                <a:gd name="connsiteX85" fmla="*/ 669183 w 1629088"/>
                <a:gd name="connsiteY85" fmla="*/ 584323 h 1725407"/>
                <a:gd name="connsiteX86" fmla="*/ 584441 w 1629088"/>
                <a:gd name="connsiteY86" fmla="*/ 669124 h 1725407"/>
                <a:gd name="connsiteX87" fmla="*/ 644795 w 1629088"/>
                <a:gd name="connsiteY87" fmla="*/ 729537 h 1725407"/>
                <a:gd name="connsiteX88" fmla="*/ 649320 w 1629088"/>
                <a:gd name="connsiteY88" fmla="*/ 752691 h 1725407"/>
                <a:gd name="connsiteX89" fmla="*/ 617057 w 1629088"/>
                <a:gd name="connsiteY89" fmla="*/ 829794 h 1725407"/>
                <a:gd name="connsiteX90" fmla="*/ 597546 w 1629088"/>
                <a:gd name="connsiteY90" fmla="*/ 842782 h 1725407"/>
                <a:gd name="connsiteX91" fmla="*/ 512451 w 1629088"/>
                <a:gd name="connsiteY91" fmla="*/ 842782 h 1725407"/>
                <a:gd name="connsiteX92" fmla="*/ 512451 w 1629088"/>
                <a:gd name="connsiteY92" fmla="*/ 962667 h 1725407"/>
                <a:gd name="connsiteX93" fmla="*/ 597781 w 1629088"/>
                <a:gd name="connsiteY93" fmla="*/ 962667 h 1725407"/>
                <a:gd name="connsiteX94" fmla="*/ 617350 w 1629088"/>
                <a:gd name="connsiteY94" fmla="*/ 975831 h 1725407"/>
                <a:gd name="connsiteX95" fmla="*/ 649085 w 1629088"/>
                <a:gd name="connsiteY95" fmla="*/ 1053169 h 1725407"/>
                <a:gd name="connsiteX96" fmla="*/ 644442 w 1629088"/>
                <a:gd name="connsiteY96" fmla="*/ 1076205 h 1725407"/>
                <a:gd name="connsiteX97" fmla="*/ 584382 w 1629088"/>
                <a:gd name="connsiteY97" fmla="*/ 1136265 h 1725407"/>
                <a:gd name="connsiteX98" fmla="*/ 669124 w 1629088"/>
                <a:gd name="connsiteY98" fmla="*/ 1221067 h 1725407"/>
                <a:gd name="connsiteX99" fmla="*/ 729537 w 1629088"/>
                <a:gd name="connsiteY99" fmla="*/ 1160654 h 1725407"/>
                <a:gd name="connsiteX100" fmla="*/ 752691 w 1629088"/>
                <a:gd name="connsiteY100" fmla="*/ 1156129 h 1725407"/>
                <a:gd name="connsiteX101" fmla="*/ 829794 w 1629088"/>
                <a:gd name="connsiteY101" fmla="*/ 1188451 h 1725407"/>
                <a:gd name="connsiteX102" fmla="*/ 842782 w 1629088"/>
                <a:gd name="connsiteY102" fmla="*/ 1207962 h 1725407"/>
                <a:gd name="connsiteX103" fmla="*/ 842723 w 1629088"/>
                <a:gd name="connsiteY103" fmla="*/ 1292880 h 1725407"/>
                <a:gd name="connsiteX104" fmla="*/ 842723 w 1629088"/>
                <a:gd name="connsiteY104" fmla="*/ 1292880 h 1725407"/>
                <a:gd name="connsiteX105" fmla="*/ 902665 w 1629088"/>
                <a:gd name="connsiteY105" fmla="*/ 1100124 h 1725407"/>
                <a:gd name="connsiteX106" fmla="*/ 705207 w 1629088"/>
                <a:gd name="connsiteY106" fmla="*/ 902665 h 1725407"/>
                <a:gd name="connsiteX107" fmla="*/ 902665 w 1629088"/>
                <a:gd name="connsiteY107" fmla="*/ 705207 h 1725407"/>
                <a:gd name="connsiteX108" fmla="*/ 1100124 w 1629088"/>
                <a:gd name="connsiteY108" fmla="*/ 902665 h 1725407"/>
                <a:gd name="connsiteX109" fmla="*/ 902665 w 1629088"/>
                <a:gd name="connsiteY109" fmla="*/ 1100124 h 1725407"/>
                <a:gd name="connsiteX110" fmla="*/ 902665 w 1629088"/>
                <a:gd name="connsiteY110" fmla="*/ 747520 h 1725407"/>
                <a:gd name="connsiteX111" fmla="*/ 747520 w 1629088"/>
                <a:gd name="connsiteY111" fmla="*/ 902665 h 1725407"/>
                <a:gd name="connsiteX112" fmla="*/ 902665 w 1629088"/>
                <a:gd name="connsiteY112" fmla="*/ 1057811 h 1725407"/>
                <a:gd name="connsiteX113" fmla="*/ 1057811 w 1629088"/>
                <a:gd name="connsiteY113" fmla="*/ 902665 h 1725407"/>
                <a:gd name="connsiteX114" fmla="*/ 902665 w 1629088"/>
                <a:gd name="connsiteY114" fmla="*/ 747520 h 1725407"/>
                <a:gd name="connsiteX115" fmla="*/ 176302 w 1629088"/>
                <a:gd name="connsiteY115" fmla="*/ 1725407 h 1725407"/>
                <a:gd name="connsiteX116" fmla="*/ 218614 w 1629088"/>
                <a:gd name="connsiteY116" fmla="*/ 1725407 h 1725407"/>
                <a:gd name="connsiteX117" fmla="*/ 176302 w 1629088"/>
                <a:gd name="connsiteY117" fmla="*/ 1725407 h 1725407"/>
                <a:gd name="connsiteX118" fmla="*/ 42312 w 1629088"/>
                <a:gd name="connsiteY118" fmla="*/ 902665 h 1725407"/>
                <a:gd name="connsiteX119" fmla="*/ 0 w 1629088"/>
                <a:gd name="connsiteY119" fmla="*/ 902665 h 1725407"/>
                <a:gd name="connsiteX120" fmla="*/ 902665 w 1629088"/>
                <a:gd name="connsiteY120" fmla="*/ 0 h 1725407"/>
                <a:gd name="connsiteX121" fmla="*/ 1586717 w 1629088"/>
                <a:gd name="connsiteY121" fmla="*/ 313641 h 1725407"/>
                <a:gd name="connsiteX122" fmla="*/ 1586717 w 1629088"/>
                <a:gd name="connsiteY122" fmla="*/ 79924 h 1725407"/>
                <a:gd name="connsiteX123" fmla="*/ 1629088 w 1629088"/>
                <a:gd name="connsiteY123" fmla="*/ 79924 h 1725407"/>
                <a:gd name="connsiteX124" fmla="*/ 1629088 w 1629088"/>
                <a:gd name="connsiteY124" fmla="*/ 394916 h 1725407"/>
                <a:gd name="connsiteX125" fmla="*/ 1314036 w 1629088"/>
                <a:gd name="connsiteY125" fmla="*/ 394916 h 1725407"/>
                <a:gd name="connsiteX126" fmla="*/ 1314036 w 1629088"/>
                <a:gd name="connsiteY126" fmla="*/ 352604 h 1725407"/>
                <a:gd name="connsiteX127" fmla="*/ 1564209 w 1629088"/>
                <a:gd name="connsiteY127" fmla="*/ 352604 h 1725407"/>
                <a:gd name="connsiteX128" fmla="*/ 902665 w 1629088"/>
                <a:gd name="connsiteY128" fmla="*/ 42312 h 1725407"/>
                <a:gd name="connsiteX129" fmla="*/ 42312 w 1629088"/>
                <a:gd name="connsiteY129" fmla="*/ 902665 h 1725407"/>
                <a:gd name="connsiteX0" fmla="*/ 983764 w 1629088"/>
                <a:gd name="connsiteY0" fmla="*/ 1335193 h 1335193"/>
                <a:gd name="connsiteX1" fmla="*/ 821567 w 1629088"/>
                <a:gd name="connsiteY1" fmla="*/ 1335193 h 1335193"/>
                <a:gd name="connsiteX2" fmla="*/ 800410 w 1629088"/>
                <a:gd name="connsiteY2" fmla="*/ 1314036 h 1335193"/>
                <a:gd name="connsiteX3" fmla="*/ 800410 w 1629088"/>
                <a:gd name="connsiteY3" fmla="*/ 1221948 h 1335193"/>
                <a:gd name="connsiteX4" fmla="*/ 749342 w 1629088"/>
                <a:gd name="connsiteY4" fmla="*/ 1200616 h 1335193"/>
                <a:gd name="connsiteX5" fmla="*/ 684051 w 1629088"/>
                <a:gd name="connsiteY5" fmla="*/ 1265906 h 1335193"/>
                <a:gd name="connsiteX6" fmla="*/ 669124 w 1629088"/>
                <a:gd name="connsiteY6" fmla="*/ 1272077 h 1335193"/>
                <a:gd name="connsiteX7" fmla="*/ 669124 w 1629088"/>
                <a:gd name="connsiteY7" fmla="*/ 1272077 h 1335193"/>
                <a:gd name="connsiteX8" fmla="*/ 654197 w 1629088"/>
                <a:gd name="connsiteY8" fmla="*/ 1265906 h 1335193"/>
                <a:gd name="connsiteX9" fmla="*/ 539484 w 1629088"/>
                <a:gd name="connsiteY9" fmla="*/ 1151192 h 1335193"/>
                <a:gd name="connsiteX10" fmla="*/ 539484 w 1629088"/>
                <a:gd name="connsiteY10" fmla="*/ 1121221 h 1335193"/>
                <a:gd name="connsiteX11" fmla="*/ 604598 w 1629088"/>
                <a:gd name="connsiteY11" fmla="*/ 1056166 h 1335193"/>
                <a:gd name="connsiteX12" fmla="*/ 583618 w 1629088"/>
                <a:gd name="connsiteY12" fmla="*/ 1004979 h 1335193"/>
                <a:gd name="connsiteX13" fmla="*/ 491294 w 1629088"/>
                <a:gd name="connsiteY13" fmla="*/ 1004979 h 1335193"/>
                <a:gd name="connsiteX14" fmla="*/ 470138 w 1629088"/>
                <a:gd name="connsiteY14" fmla="*/ 983823 h 1335193"/>
                <a:gd name="connsiteX15" fmla="*/ 470138 w 1629088"/>
                <a:gd name="connsiteY15" fmla="*/ 821625 h 1335193"/>
                <a:gd name="connsiteX16" fmla="*/ 491294 w 1629088"/>
                <a:gd name="connsiteY16" fmla="*/ 800469 h 1335193"/>
                <a:gd name="connsiteX17" fmla="*/ 583383 w 1629088"/>
                <a:gd name="connsiteY17" fmla="*/ 800469 h 1335193"/>
                <a:gd name="connsiteX18" fmla="*/ 604715 w 1629088"/>
                <a:gd name="connsiteY18" fmla="*/ 749400 h 1335193"/>
                <a:gd name="connsiteX19" fmla="*/ 539484 w 1629088"/>
                <a:gd name="connsiteY19" fmla="*/ 684051 h 1335193"/>
                <a:gd name="connsiteX20" fmla="*/ 539484 w 1629088"/>
                <a:gd name="connsiteY20" fmla="*/ 654139 h 1335193"/>
                <a:gd name="connsiteX21" fmla="*/ 654139 w 1629088"/>
                <a:gd name="connsiteY21" fmla="*/ 539425 h 1335193"/>
                <a:gd name="connsiteX22" fmla="*/ 684051 w 1629088"/>
                <a:gd name="connsiteY22" fmla="*/ 539425 h 1335193"/>
                <a:gd name="connsiteX23" fmla="*/ 749165 w 1629088"/>
                <a:gd name="connsiteY23" fmla="*/ 604598 h 1335193"/>
                <a:gd name="connsiteX24" fmla="*/ 800410 w 1629088"/>
                <a:gd name="connsiteY24" fmla="*/ 583618 h 1335193"/>
                <a:gd name="connsiteX25" fmla="*/ 800410 w 1629088"/>
                <a:gd name="connsiteY25" fmla="*/ 491294 h 1335193"/>
                <a:gd name="connsiteX26" fmla="*/ 821567 w 1629088"/>
                <a:gd name="connsiteY26" fmla="*/ 470138 h 1335193"/>
                <a:gd name="connsiteX27" fmla="*/ 983764 w 1629088"/>
                <a:gd name="connsiteY27" fmla="*/ 470138 h 1335193"/>
                <a:gd name="connsiteX28" fmla="*/ 1004921 w 1629088"/>
                <a:gd name="connsiteY28" fmla="*/ 491294 h 1335193"/>
                <a:gd name="connsiteX29" fmla="*/ 1004921 w 1629088"/>
                <a:gd name="connsiteY29" fmla="*/ 583383 h 1335193"/>
                <a:gd name="connsiteX30" fmla="*/ 1055931 w 1629088"/>
                <a:gd name="connsiteY30" fmla="*/ 604715 h 1335193"/>
                <a:gd name="connsiteX31" fmla="*/ 1121162 w 1629088"/>
                <a:gd name="connsiteY31" fmla="*/ 539425 h 1335193"/>
                <a:gd name="connsiteX32" fmla="*/ 1151134 w 1629088"/>
                <a:gd name="connsiteY32" fmla="*/ 539425 h 1335193"/>
                <a:gd name="connsiteX33" fmla="*/ 1265847 w 1629088"/>
                <a:gd name="connsiteY33" fmla="*/ 654139 h 1335193"/>
                <a:gd name="connsiteX34" fmla="*/ 1272018 w 1629088"/>
                <a:gd name="connsiteY34" fmla="*/ 669066 h 1335193"/>
                <a:gd name="connsiteX35" fmla="*/ 1265847 w 1629088"/>
                <a:gd name="connsiteY35" fmla="*/ 683992 h 1335193"/>
                <a:gd name="connsiteX36" fmla="*/ 1200674 w 1629088"/>
                <a:gd name="connsiteY36" fmla="*/ 749107 h 1335193"/>
                <a:gd name="connsiteX37" fmla="*/ 1221654 w 1629088"/>
                <a:gd name="connsiteY37" fmla="*/ 800352 h 1335193"/>
                <a:gd name="connsiteX38" fmla="*/ 1314036 w 1629088"/>
                <a:gd name="connsiteY38" fmla="*/ 800352 h 1335193"/>
                <a:gd name="connsiteX39" fmla="*/ 1335193 w 1629088"/>
                <a:gd name="connsiteY39" fmla="*/ 821508 h 1335193"/>
                <a:gd name="connsiteX40" fmla="*/ 1335193 w 1629088"/>
                <a:gd name="connsiteY40" fmla="*/ 983706 h 1335193"/>
                <a:gd name="connsiteX41" fmla="*/ 1314036 w 1629088"/>
                <a:gd name="connsiteY41" fmla="*/ 1004862 h 1335193"/>
                <a:gd name="connsiteX42" fmla="*/ 1221948 w 1629088"/>
                <a:gd name="connsiteY42" fmla="*/ 1004862 h 1335193"/>
                <a:gd name="connsiteX43" fmla="*/ 1200616 w 1629088"/>
                <a:gd name="connsiteY43" fmla="*/ 1055872 h 1335193"/>
                <a:gd name="connsiteX44" fmla="*/ 1265906 w 1629088"/>
                <a:gd name="connsiteY44" fmla="*/ 1121103 h 1335193"/>
                <a:gd name="connsiteX45" fmla="*/ 1272077 w 1629088"/>
                <a:gd name="connsiteY45" fmla="*/ 1136089 h 1335193"/>
                <a:gd name="connsiteX46" fmla="*/ 1265906 w 1629088"/>
                <a:gd name="connsiteY46" fmla="*/ 1151075 h 1335193"/>
                <a:gd name="connsiteX47" fmla="*/ 1151192 w 1629088"/>
                <a:gd name="connsiteY47" fmla="*/ 1265789 h 1335193"/>
                <a:gd name="connsiteX48" fmla="*/ 1136207 w 1629088"/>
                <a:gd name="connsiteY48" fmla="*/ 1271959 h 1335193"/>
                <a:gd name="connsiteX49" fmla="*/ 1136207 w 1629088"/>
                <a:gd name="connsiteY49" fmla="*/ 1271959 h 1335193"/>
                <a:gd name="connsiteX50" fmla="*/ 1121221 w 1629088"/>
                <a:gd name="connsiteY50" fmla="*/ 1265789 h 1335193"/>
                <a:gd name="connsiteX51" fmla="*/ 1056166 w 1629088"/>
                <a:gd name="connsiteY51" fmla="*/ 1200616 h 1335193"/>
                <a:gd name="connsiteX52" fmla="*/ 1004979 w 1629088"/>
                <a:gd name="connsiteY52" fmla="*/ 1221596 h 1335193"/>
                <a:gd name="connsiteX53" fmla="*/ 1004979 w 1629088"/>
                <a:gd name="connsiteY53" fmla="*/ 1314036 h 1335193"/>
                <a:gd name="connsiteX54" fmla="*/ 983764 w 1629088"/>
                <a:gd name="connsiteY54" fmla="*/ 1335193 h 1335193"/>
                <a:gd name="connsiteX55" fmla="*/ 842723 w 1629088"/>
                <a:gd name="connsiteY55" fmla="*/ 1292880 h 1335193"/>
                <a:gd name="connsiteX56" fmla="*/ 962608 w 1629088"/>
                <a:gd name="connsiteY56" fmla="*/ 1292880 h 1335193"/>
                <a:gd name="connsiteX57" fmla="*/ 962608 w 1629088"/>
                <a:gd name="connsiteY57" fmla="*/ 1207550 h 1335193"/>
                <a:gd name="connsiteX58" fmla="*/ 975772 w 1629088"/>
                <a:gd name="connsiteY58" fmla="*/ 1187981 h 1335193"/>
                <a:gd name="connsiteX59" fmla="*/ 1053110 w 1629088"/>
                <a:gd name="connsiteY59" fmla="*/ 1156246 h 1335193"/>
                <a:gd name="connsiteX60" fmla="*/ 1076146 w 1629088"/>
                <a:gd name="connsiteY60" fmla="*/ 1160830 h 1335193"/>
                <a:gd name="connsiteX61" fmla="*/ 1136207 w 1629088"/>
                <a:gd name="connsiteY61" fmla="*/ 1221008 h 1335193"/>
                <a:gd name="connsiteX62" fmla="*/ 1221008 w 1629088"/>
                <a:gd name="connsiteY62" fmla="*/ 1136207 h 1335193"/>
                <a:gd name="connsiteX63" fmla="*/ 1160595 w 1629088"/>
                <a:gd name="connsiteY63" fmla="*/ 1075911 h 1335193"/>
                <a:gd name="connsiteX64" fmla="*/ 1156070 w 1629088"/>
                <a:gd name="connsiteY64" fmla="*/ 1052757 h 1335193"/>
                <a:gd name="connsiteX65" fmla="*/ 1188392 w 1629088"/>
                <a:gd name="connsiteY65" fmla="*/ 975654 h 1335193"/>
                <a:gd name="connsiteX66" fmla="*/ 1207903 w 1629088"/>
                <a:gd name="connsiteY66" fmla="*/ 962608 h 1335193"/>
                <a:gd name="connsiteX67" fmla="*/ 1292880 w 1629088"/>
                <a:gd name="connsiteY67" fmla="*/ 962608 h 1335193"/>
                <a:gd name="connsiteX68" fmla="*/ 1292880 w 1629088"/>
                <a:gd name="connsiteY68" fmla="*/ 842723 h 1335193"/>
                <a:gd name="connsiteX69" fmla="*/ 1207550 w 1629088"/>
                <a:gd name="connsiteY69" fmla="*/ 842723 h 1335193"/>
                <a:gd name="connsiteX70" fmla="*/ 1187981 w 1629088"/>
                <a:gd name="connsiteY70" fmla="*/ 829618 h 1335193"/>
                <a:gd name="connsiteX71" fmla="*/ 1156246 w 1629088"/>
                <a:gd name="connsiteY71" fmla="*/ 752280 h 1335193"/>
                <a:gd name="connsiteX72" fmla="*/ 1160830 w 1629088"/>
                <a:gd name="connsiteY72" fmla="*/ 729302 h 1335193"/>
                <a:gd name="connsiteX73" fmla="*/ 1221008 w 1629088"/>
                <a:gd name="connsiteY73" fmla="*/ 669183 h 1335193"/>
                <a:gd name="connsiteX74" fmla="*/ 1136207 w 1629088"/>
                <a:gd name="connsiteY74" fmla="*/ 584382 h 1335193"/>
                <a:gd name="connsiteX75" fmla="*/ 1075911 w 1629088"/>
                <a:gd name="connsiteY75" fmla="*/ 644736 h 1335193"/>
                <a:gd name="connsiteX76" fmla="*/ 1052757 w 1629088"/>
                <a:gd name="connsiteY76" fmla="*/ 649320 h 1335193"/>
                <a:gd name="connsiteX77" fmla="*/ 975654 w 1629088"/>
                <a:gd name="connsiteY77" fmla="*/ 617057 h 1335193"/>
                <a:gd name="connsiteX78" fmla="*/ 962608 w 1629088"/>
                <a:gd name="connsiteY78" fmla="*/ 597546 h 1335193"/>
                <a:gd name="connsiteX79" fmla="*/ 962608 w 1629088"/>
                <a:gd name="connsiteY79" fmla="*/ 512451 h 1335193"/>
                <a:gd name="connsiteX80" fmla="*/ 842723 w 1629088"/>
                <a:gd name="connsiteY80" fmla="*/ 512451 h 1335193"/>
                <a:gd name="connsiteX81" fmla="*/ 842723 w 1629088"/>
                <a:gd name="connsiteY81" fmla="*/ 597781 h 1335193"/>
                <a:gd name="connsiteX82" fmla="*/ 829618 w 1629088"/>
                <a:gd name="connsiteY82" fmla="*/ 617350 h 1335193"/>
                <a:gd name="connsiteX83" fmla="*/ 752280 w 1629088"/>
                <a:gd name="connsiteY83" fmla="*/ 649085 h 1335193"/>
                <a:gd name="connsiteX84" fmla="*/ 729302 w 1629088"/>
                <a:gd name="connsiteY84" fmla="*/ 644442 h 1335193"/>
                <a:gd name="connsiteX85" fmla="*/ 669183 w 1629088"/>
                <a:gd name="connsiteY85" fmla="*/ 584323 h 1335193"/>
                <a:gd name="connsiteX86" fmla="*/ 584441 w 1629088"/>
                <a:gd name="connsiteY86" fmla="*/ 669124 h 1335193"/>
                <a:gd name="connsiteX87" fmla="*/ 644795 w 1629088"/>
                <a:gd name="connsiteY87" fmla="*/ 729537 h 1335193"/>
                <a:gd name="connsiteX88" fmla="*/ 649320 w 1629088"/>
                <a:gd name="connsiteY88" fmla="*/ 752691 h 1335193"/>
                <a:gd name="connsiteX89" fmla="*/ 617057 w 1629088"/>
                <a:gd name="connsiteY89" fmla="*/ 829794 h 1335193"/>
                <a:gd name="connsiteX90" fmla="*/ 597546 w 1629088"/>
                <a:gd name="connsiteY90" fmla="*/ 842782 h 1335193"/>
                <a:gd name="connsiteX91" fmla="*/ 512451 w 1629088"/>
                <a:gd name="connsiteY91" fmla="*/ 842782 h 1335193"/>
                <a:gd name="connsiteX92" fmla="*/ 512451 w 1629088"/>
                <a:gd name="connsiteY92" fmla="*/ 962667 h 1335193"/>
                <a:gd name="connsiteX93" fmla="*/ 597781 w 1629088"/>
                <a:gd name="connsiteY93" fmla="*/ 962667 h 1335193"/>
                <a:gd name="connsiteX94" fmla="*/ 617350 w 1629088"/>
                <a:gd name="connsiteY94" fmla="*/ 975831 h 1335193"/>
                <a:gd name="connsiteX95" fmla="*/ 649085 w 1629088"/>
                <a:gd name="connsiteY95" fmla="*/ 1053169 h 1335193"/>
                <a:gd name="connsiteX96" fmla="*/ 644442 w 1629088"/>
                <a:gd name="connsiteY96" fmla="*/ 1076205 h 1335193"/>
                <a:gd name="connsiteX97" fmla="*/ 584382 w 1629088"/>
                <a:gd name="connsiteY97" fmla="*/ 1136265 h 1335193"/>
                <a:gd name="connsiteX98" fmla="*/ 669124 w 1629088"/>
                <a:gd name="connsiteY98" fmla="*/ 1221067 h 1335193"/>
                <a:gd name="connsiteX99" fmla="*/ 729537 w 1629088"/>
                <a:gd name="connsiteY99" fmla="*/ 1160654 h 1335193"/>
                <a:gd name="connsiteX100" fmla="*/ 752691 w 1629088"/>
                <a:gd name="connsiteY100" fmla="*/ 1156129 h 1335193"/>
                <a:gd name="connsiteX101" fmla="*/ 829794 w 1629088"/>
                <a:gd name="connsiteY101" fmla="*/ 1188451 h 1335193"/>
                <a:gd name="connsiteX102" fmla="*/ 842782 w 1629088"/>
                <a:gd name="connsiteY102" fmla="*/ 1207962 h 1335193"/>
                <a:gd name="connsiteX103" fmla="*/ 842723 w 1629088"/>
                <a:gd name="connsiteY103" fmla="*/ 1292880 h 1335193"/>
                <a:gd name="connsiteX104" fmla="*/ 842723 w 1629088"/>
                <a:gd name="connsiteY104" fmla="*/ 1292880 h 1335193"/>
                <a:gd name="connsiteX105" fmla="*/ 902665 w 1629088"/>
                <a:gd name="connsiteY105" fmla="*/ 1100124 h 1335193"/>
                <a:gd name="connsiteX106" fmla="*/ 705207 w 1629088"/>
                <a:gd name="connsiteY106" fmla="*/ 902665 h 1335193"/>
                <a:gd name="connsiteX107" fmla="*/ 902665 w 1629088"/>
                <a:gd name="connsiteY107" fmla="*/ 705207 h 1335193"/>
                <a:gd name="connsiteX108" fmla="*/ 1100124 w 1629088"/>
                <a:gd name="connsiteY108" fmla="*/ 902665 h 1335193"/>
                <a:gd name="connsiteX109" fmla="*/ 902665 w 1629088"/>
                <a:gd name="connsiteY109" fmla="*/ 1100124 h 1335193"/>
                <a:gd name="connsiteX110" fmla="*/ 902665 w 1629088"/>
                <a:gd name="connsiteY110" fmla="*/ 747520 h 1335193"/>
                <a:gd name="connsiteX111" fmla="*/ 747520 w 1629088"/>
                <a:gd name="connsiteY111" fmla="*/ 902665 h 1335193"/>
                <a:gd name="connsiteX112" fmla="*/ 902665 w 1629088"/>
                <a:gd name="connsiteY112" fmla="*/ 1057811 h 1335193"/>
                <a:gd name="connsiteX113" fmla="*/ 1057811 w 1629088"/>
                <a:gd name="connsiteY113" fmla="*/ 902665 h 1335193"/>
                <a:gd name="connsiteX114" fmla="*/ 902665 w 1629088"/>
                <a:gd name="connsiteY114" fmla="*/ 747520 h 1335193"/>
                <a:gd name="connsiteX115" fmla="*/ 42312 w 1629088"/>
                <a:gd name="connsiteY115" fmla="*/ 902665 h 1335193"/>
                <a:gd name="connsiteX116" fmla="*/ 0 w 1629088"/>
                <a:gd name="connsiteY116" fmla="*/ 902665 h 1335193"/>
                <a:gd name="connsiteX117" fmla="*/ 902665 w 1629088"/>
                <a:gd name="connsiteY117" fmla="*/ 0 h 1335193"/>
                <a:gd name="connsiteX118" fmla="*/ 1586717 w 1629088"/>
                <a:gd name="connsiteY118" fmla="*/ 313641 h 1335193"/>
                <a:gd name="connsiteX119" fmla="*/ 1586717 w 1629088"/>
                <a:gd name="connsiteY119" fmla="*/ 79924 h 1335193"/>
                <a:gd name="connsiteX120" fmla="*/ 1629088 w 1629088"/>
                <a:gd name="connsiteY120" fmla="*/ 79924 h 1335193"/>
                <a:gd name="connsiteX121" fmla="*/ 1629088 w 1629088"/>
                <a:gd name="connsiteY121" fmla="*/ 394916 h 1335193"/>
                <a:gd name="connsiteX122" fmla="*/ 1314036 w 1629088"/>
                <a:gd name="connsiteY122" fmla="*/ 394916 h 1335193"/>
                <a:gd name="connsiteX123" fmla="*/ 1314036 w 1629088"/>
                <a:gd name="connsiteY123" fmla="*/ 352604 h 1335193"/>
                <a:gd name="connsiteX124" fmla="*/ 1564209 w 1629088"/>
                <a:gd name="connsiteY124" fmla="*/ 352604 h 1335193"/>
                <a:gd name="connsiteX125" fmla="*/ 902665 w 1629088"/>
                <a:gd name="connsiteY125" fmla="*/ 42312 h 1335193"/>
                <a:gd name="connsiteX126" fmla="*/ 42312 w 1629088"/>
                <a:gd name="connsiteY126" fmla="*/ 902665 h 1335193"/>
                <a:gd name="connsiteX0" fmla="*/ 983764 w 1629088"/>
                <a:gd name="connsiteY0" fmla="*/ 1335193 h 1335193"/>
                <a:gd name="connsiteX1" fmla="*/ 821567 w 1629088"/>
                <a:gd name="connsiteY1" fmla="*/ 1335193 h 1335193"/>
                <a:gd name="connsiteX2" fmla="*/ 800410 w 1629088"/>
                <a:gd name="connsiteY2" fmla="*/ 1314036 h 1335193"/>
                <a:gd name="connsiteX3" fmla="*/ 800410 w 1629088"/>
                <a:gd name="connsiteY3" fmla="*/ 1221948 h 1335193"/>
                <a:gd name="connsiteX4" fmla="*/ 749342 w 1629088"/>
                <a:gd name="connsiteY4" fmla="*/ 1200616 h 1335193"/>
                <a:gd name="connsiteX5" fmla="*/ 684051 w 1629088"/>
                <a:gd name="connsiteY5" fmla="*/ 1265906 h 1335193"/>
                <a:gd name="connsiteX6" fmla="*/ 669124 w 1629088"/>
                <a:gd name="connsiteY6" fmla="*/ 1272077 h 1335193"/>
                <a:gd name="connsiteX7" fmla="*/ 669124 w 1629088"/>
                <a:gd name="connsiteY7" fmla="*/ 1272077 h 1335193"/>
                <a:gd name="connsiteX8" fmla="*/ 654197 w 1629088"/>
                <a:gd name="connsiteY8" fmla="*/ 1265906 h 1335193"/>
                <a:gd name="connsiteX9" fmla="*/ 539484 w 1629088"/>
                <a:gd name="connsiteY9" fmla="*/ 1151192 h 1335193"/>
                <a:gd name="connsiteX10" fmla="*/ 539484 w 1629088"/>
                <a:gd name="connsiteY10" fmla="*/ 1121221 h 1335193"/>
                <a:gd name="connsiteX11" fmla="*/ 604598 w 1629088"/>
                <a:gd name="connsiteY11" fmla="*/ 1056166 h 1335193"/>
                <a:gd name="connsiteX12" fmla="*/ 583618 w 1629088"/>
                <a:gd name="connsiteY12" fmla="*/ 1004979 h 1335193"/>
                <a:gd name="connsiteX13" fmla="*/ 491294 w 1629088"/>
                <a:gd name="connsiteY13" fmla="*/ 1004979 h 1335193"/>
                <a:gd name="connsiteX14" fmla="*/ 470138 w 1629088"/>
                <a:gd name="connsiteY14" fmla="*/ 983823 h 1335193"/>
                <a:gd name="connsiteX15" fmla="*/ 470138 w 1629088"/>
                <a:gd name="connsiteY15" fmla="*/ 821625 h 1335193"/>
                <a:gd name="connsiteX16" fmla="*/ 491294 w 1629088"/>
                <a:gd name="connsiteY16" fmla="*/ 800469 h 1335193"/>
                <a:gd name="connsiteX17" fmla="*/ 583383 w 1629088"/>
                <a:gd name="connsiteY17" fmla="*/ 800469 h 1335193"/>
                <a:gd name="connsiteX18" fmla="*/ 604715 w 1629088"/>
                <a:gd name="connsiteY18" fmla="*/ 749400 h 1335193"/>
                <a:gd name="connsiteX19" fmla="*/ 539484 w 1629088"/>
                <a:gd name="connsiteY19" fmla="*/ 684051 h 1335193"/>
                <a:gd name="connsiteX20" fmla="*/ 539484 w 1629088"/>
                <a:gd name="connsiteY20" fmla="*/ 654139 h 1335193"/>
                <a:gd name="connsiteX21" fmla="*/ 654139 w 1629088"/>
                <a:gd name="connsiteY21" fmla="*/ 539425 h 1335193"/>
                <a:gd name="connsiteX22" fmla="*/ 684051 w 1629088"/>
                <a:gd name="connsiteY22" fmla="*/ 539425 h 1335193"/>
                <a:gd name="connsiteX23" fmla="*/ 749165 w 1629088"/>
                <a:gd name="connsiteY23" fmla="*/ 604598 h 1335193"/>
                <a:gd name="connsiteX24" fmla="*/ 800410 w 1629088"/>
                <a:gd name="connsiteY24" fmla="*/ 583618 h 1335193"/>
                <a:gd name="connsiteX25" fmla="*/ 800410 w 1629088"/>
                <a:gd name="connsiteY25" fmla="*/ 491294 h 1335193"/>
                <a:gd name="connsiteX26" fmla="*/ 821567 w 1629088"/>
                <a:gd name="connsiteY26" fmla="*/ 470138 h 1335193"/>
                <a:gd name="connsiteX27" fmla="*/ 983764 w 1629088"/>
                <a:gd name="connsiteY27" fmla="*/ 470138 h 1335193"/>
                <a:gd name="connsiteX28" fmla="*/ 1004921 w 1629088"/>
                <a:gd name="connsiteY28" fmla="*/ 491294 h 1335193"/>
                <a:gd name="connsiteX29" fmla="*/ 1004921 w 1629088"/>
                <a:gd name="connsiteY29" fmla="*/ 583383 h 1335193"/>
                <a:gd name="connsiteX30" fmla="*/ 1055931 w 1629088"/>
                <a:gd name="connsiteY30" fmla="*/ 604715 h 1335193"/>
                <a:gd name="connsiteX31" fmla="*/ 1121162 w 1629088"/>
                <a:gd name="connsiteY31" fmla="*/ 539425 h 1335193"/>
                <a:gd name="connsiteX32" fmla="*/ 1151134 w 1629088"/>
                <a:gd name="connsiteY32" fmla="*/ 539425 h 1335193"/>
                <a:gd name="connsiteX33" fmla="*/ 1265847 w 1629088"/>
                <a:gd name="connsiteY33" fmla="*/ 654139 h 1335193"/>
                <a:gd name="connsiteX34" fmla="*/ 1272018 w 1629088"/>
                <a:gd name="connsiteY34" fmla="*/ 669066 h 1335193"/>
                <a:gd name="connsiteX35" fmla="*/ 1265847 w 1629088"/>
                <a:gd name="connsiteY35" fmla="*/ 683992 h 1335193"/>
                <a:gd name="connsiteX36" fmla="*/ 1200674 w 1629088"/>
                <a:gd name="connsiteY36" fmla="*/ 749107 h 1335193"/>
                <a:gd name="connsiteX37" fmla="*/ 1221654 w 1629088"/>
                <a:gd name="connsiteY37" fmla="*/ 800352 h 1335193"/>
                <a:gd name="connsiteX38" fmla="*/ 1314036 w 1629088"/>
                <a:gd name="connsiteY38" fmla="*/ 800352 h 1335193"/>
                <a:gd name="connsiteX39" fmla="*/ 1335193 w 1629088"/>
                <a:gd name="connsiteY39" fmla="*/ 821508 h 1335193"/>
                <a:gd name="connsiteX40" fmla="*/ 1335193 w 1629088"/>
                <a:gd name="connsiteY40" fmla="*/ 983706 h 1335193"/>
                <a:gd name="connsiteX41" fmla="*/ 1314036 w 1629088"/>
                <a:gd name="connsiteY41" fmla="*/ 1004862 h 1335193"/>
                <a:gd name="connsiteX42" fmla="*/ 1221948 w 1629088"/>
                <a:gd name="connsiteY42" fmla="*/ 1004862 h 1335193"/>
                <a:gd name="connsiteX43" fmla="*/ 1200616 w 1629088"/>
                <a:gd name="connsiteY43" fmla="*/ 1055872 h 1335193"/>
                <a:gd name="connsiteX44" fmla="*/ 1265906 w 1629088"/>
                <a:gd name="connsiteY44" fmla="*/ 1121103 h 1335193"/>
                <a:gd name="connsiteX45" fmla="*/ 1272077 w 1629088"/>
                <a:gd name="connsiteY45" fmla="*/ 1136089 h 1335193"/>
                <a:gd name="connsiteX46" fmla="*/ 1265906 w 1629088"/>
                <a:gd name="connsiteY46" fmla="*/ 1151075 h 1335193"/>
                <a:gd name="connsiteX47" fmla="*/ 1151192 w 1629088"/>
                <a:gd name="connsiteY47" fmla="*/ 1265789 h 1335193"/>
                <a:gd name="connsiteX48" fmla="*/ 1136207 w 1629088"/>
                <a:gd name="connsiteY48" fmla="*/ 1271959 h 1335193"/>
                <a:gd name="connsiteX49" fmla="*/ 1136207 w 1629088"/>
                <a:gd name="connsiteY49" fmla="*/ 1271959 h 1335193"/>
                <a:gd name="connsiteX50" fmla="*/ 1121221 w 1629088"/>
                <a:gd name="connsiteY50" fmla="*/ 1265789 h 1335193"/>
                <a:gd name="connsiteX51" fmla="*/ 1056166 w 1629088"/>
                <a:gd name="connsiteY51" fmla="*/ 1200616 h 1335193"/>
                <a:gd name="connsiteX52" fmla="*/ 1004979 w 1629088"/>
                <a:gd name="connsiteY52" fmla="*/ 1221596 h 1335193"/>
                <a:gd name="connsiteX53" fmla="*/ 1004979 w 1629088"/>
                <a:gd name="connsiteY53" fmla="*/ 1314036 h 1335193"/>
                <a:gd name="connsiteX54" fmla="*/ 983764 w 1629088"/>
                <a:gd name="connsiteY54" fmla="*/ 1335193 h 1335193"/>
                <a:gd name="connsiteX55" fmla="*/ 842723 w 1629088"/>
                <a:gd name="connsiteY55" fmla="*/ 1292880 h 1335193"/>
                <a:gd name="connsiteX56" fmla="*/ 962608 w 1629088"/>
                <a:gd name="connsiteY56" fmla="*/ 1292880 h 1335193"/>
                <a:gd name="connsiteX57" fmla="*/ 962608 w 1629088"/>
                <a:gd name="connsiteY57" fmla="*/ 1207550 h 1335193"/>
                <a:gd name="connsiteX58" fmla="*/ 975772 w 1629088"/>
                <a:gd name="connsiteY58" fmla="*/ 1187981 h 1335193"/>
                <a:gd name="connsiteX59" fmla="*/ 1053110 w 1629088"/>
                <a:gd name="connsiteY59" fmla="*/ 1156246 h 1335193"/>
                <a:gd name="connsiteX60" fmla="*/ 1076146 w 1629088"/>
                <a:gd name="connsiteY60" fmla="*/ 1160830 h 1335193"/>
                <a:gd name="connsiteX61" fmla="*/ 1136207 w 1629088"/>
                <a:gd name="connsiteY61" fmla="*/ 1221008 h 1335193"/>
                <a:gd name="connsiteX62" fmla="*/ 1221008 w 1629088"/>
                <a:gd name="connsiteY62" fmla="*/ 1136207 h 1335193"/>
                <a:gd name="connsiteX63" fmla="*/ 1160595 w 1629088"/>
                <a:gd name="connsiteY63" fmla="*/ 1075911 h 1335193"/>
                <a:gd name="connsiteX64" fmla="*/ 1156070 w 1629088"/>
                <a:gd name="connsiteY64" fmla="*/ 1052757 h 1335193"/>
                <a:gd name="connsiteX65" fmla="*/ 1188392 w 1629088"/>
                <a:gd name="connsiteY65" fmla="*/ 975654 h 1335193"/>
                <a:gd name="connsiteX66" fmla="*/ 1207903 w 1629088"/>
                <a:gd name="connsiteY66" fmla="*/ 962608 h 1335193"/>
                <a:gd name="connsiteX67" fmla="*/ 1292880 w 1629088"/>
                <a:gd name="connsiteY67" fmla="*/ 962608 h 1335193"/>
                <a:gd name="connsiteX68" fmla="*/ 1292880 w 1629088"/>
                <a:gd name="connsiteY68" fmla="*/ 842723 h 1335193"/>
                <a:gd name="connsiteX69" fmla="*/ 1207550 w 1629088"/>
                <a:gd name="connsiteY69" fmla="*/ 842723 h 1335193"/>
                <a:gd name="connsiteX70" fmla="*/ 1187981 w 1629088"/>
                <a:gd name="connsiteY70" fmla="*/ 829618 h 1335193"/>
                <a:gd name="connsiteX71" fmla="*/ 1156246 w 1629088"/>
                <a:gd name="connsiteY71" fmla="*/ 752280 h 1335193"/>
                <a:gd name="connsiteX72" fmla="*/ 1160830 w 1629088"/>
                <a:gd name="connsiteY72" fmla="*/ 729302 h 1335193"/>
                <a:gd name="connsiteX73" fmla="*/ 1221008 w 1629088"/>
                <a:gd name="connsiteY73" fmla="*/ 669183 h 1335193"/>
                <a:gd name="connsiteX74" fmla="*/ 1136207 w 1629088"/>
                <a:gd name="connsiteY74" fmla="*/ 584382 h 1335193"/>
                <a:gd name="connsiteX75" fmla="*/ 1075911 w 1629088"/>
                <a:gd name="connsiteY75" fmla="*/ 644736 h 1335193"/>
                <a:gd name="connsiteX76" fmla="*/ 1052757 w 1629088"/>
                <a:gd name="connsiteY76" fmla="*/ 649320 h 1335193"/>
                <a:gd name="connsiteX77" fmla="*/ 975654 w 1629088"/>
                <a:gd name="connsiteY77" fmla="*/ 617057 h 1335193"/>
                <a:gd name="connsiteX78" fmla="*/ 962608 w 1629088"/>
                <a:gd name="connsiteY78" fmla="*/ 597546 h 1335193"/>
                <a:gd name="connsiteX79" fmla="*/ 962608 w 1629088"/>
                <a:gd name="connsiteY79" fmla="*/ 512451 h 1335193"/>
                <a:gd name="connsiteX80" fmla="*/ 842723 w 1629088"/>
                <a:gd name="connsiteY80" fmla="*/ 512451 h 1335193"/>
                <a:gd name="connsiteX81" fmla="*/ 842723 w 1629088"/>
                <a:gd name="connsiteY81" fmla="*/ 597781 h 1335193"/>
                <a:gd name="connsiteX82" fmla="*/ 829618 w 1629088"/>
                <a:gd name="connsiteY82" fmla="*/ 617350 h 1335193"/>
                <a:gd name="connsiteX83" fmla="*/ 752280 w 1629088"/>
                <a:gd name="connsiteY83" fmla="*/ 649085 h 1335193"/>
                <a:gd name="connsiteX84" fmla="*/ 729302 w 1629088"/>
                <a:gd name="connsiteY84" fmla="*/ 644442 h 1335193"/>
                <a:gd name="connsiteX85" fmla="*/ 669183 w 1629088"/>
                <a:gd name="connsiteY85" fmla="*/ 584323 h 1335193"/>
                <a:gd name="connsiteX86" fmla="*/ 584441 w 1629088"/>
                <a:gd name="connsiteY86" fmla="*/ 669124 h 1335193"/>
                <a:gd name="connsiteX87" fmla="*/ 644795 w 1629088"/>
                <a:gd name="connsiteY87" fmla="*/ 729537 h 1335193"/>
                <a:gd name="connsiteX88" fmla="*/ 649320 w 1629088"/>
                <a:gd name="connsiteY88" fmla="*/ 752691 h 1335193"/>
                <a:gd name="connsiteX89" fmla="*/ 617057 w 1629088"/>
                <a:gd name="connsiteY89" fmla="*/ 829794 h 1335193"/>
                <a:gd name="connsiteX90" fmla="*/ 597546 w 1629088"/>
                <a:gd name="connsiteY90" fmla="*/ 842782 h 1335193"/>
                <a:gd name="connsiteX91" fmla="*/ 512451 w 1629088"/>
                <a:gd name="connsiteY91" fmla="*/ 842782 h 1335193"/>
                <a:gd name="connsiteX92" fmla="*/ 512451 w 1629088"/>
                <a:gd name="connsiteY92" fmla="*/ 962667 h 1335193"/>
                <a:gd name="connsiteX93" fmla="*/ 597781 w 1629088"/>
                <a:gd name="connsiteY93" fmla="*/ 962667 h 1335193"/>
                <a:gd name="connsiteX94" fmla="*/ 617350 w 1629088"/>
                <a:gd name="connsiteY94" fmla="*/ 975831 h 1335193"/>
                <a:gd name="connsiteX95" fmla="*/ 649085 w 1629088"/>
                <a:gd name="connsiteY95" fmla="*/ 1053169 h 1335193"/>
                <a:gd name="connsiteX96" fmla="*/ 644442 w 1629088"/>
                <a:gd name="connsiteY96" fmla="*/ 1076205 h 1335193"/>
                <a:gd name="connsiteX97" fmla="*/ 584382 w 1629088"/>
                <a:gd name="connsiteY97" fmla="*/ 1136265 h 1335193"/>
                <a:gd name="connsiteX98" fmla="*/ 669124 w 1629088"/>
                <a:gd name="connsiteY98" fmla="*/ 1221067 h 1335193"/>
                <a:gd name="connsiteX99" fmla="*/ 729537 w 1629088"/>
                <a:gd name="connsiteY99" fmla="*/ 1160654 h 1335193"/>
                <a:gd name="connsiteX100" fmla="*/ 752691 w 1629088"/>
                <a:gd name="connsiteY100" fmla="*/ 1156129 h 1335193"/>
                <a:gd name="connsiteX101" fmla="*/ 829794 w 1629088"/>
                <a:gd name="connsiteY101" fmla="*/ 1188451 h 1335193"/>
                <a:gd name="connsiteX102" fmla="*/ 842782 w 1629088"/>
                <a:gd name="connsiteY102" fmla="*/ 1207962 h 1335193"/>
                <a:gd name="connsiteX103" fmla="*/ 842723 w 1629088"/>
                <a:gd name="connsiteY103" fmla="*/ 1292880 h 1335193"/>
                <a:gd name="connsiteX104" fmla="*/ 842723 w 1629088"/>
                <a:gd name="connsiteY104" fmla="*/ 1292880 h 1335193"/>
                <a:gd name="connsiteX105" fmla="*/ 902665 w 1629088"/>
                <a:gd name="connsiteY105" fmla="*/ 1100124 h 1335193"/>
                <a:gd name="connsiteX106" fmla="*/ 705207 w 1629088"/>
                <a:gd name="connsiteY106" fmla="*/ 902665 h 1335193"/>
                <a:gd name="connsiteX107" fmla="*/ 902665 w 1629088"/>
                <a:gd name="connsiteY107" fmla="*/ 705207 h 1335193"/>
                <a:gd name="connsiteX108" fmla="*/ 1100124 w 1629088"/>
                <a:gd name="connsiteY108" fmla="*/ 902665 h 1335193"/>
                <a:gd name="connsiteX109" fmla="*/ 902665 w 1629088"/>
                <a:gd name="connsiteY109" fmla="*/ 1100124 h 1335193"/>
                <a:gd name="connsiteX110" fmla="*/ 902665 w 1629088"/>
                <a:gd name="connsiteY110" fmla="*/ 747520 h 1335193"/>
                <a:gd name="connsiteX111" fmla="*/ 747520 w 1629088"/>
                <a:gd name="connsiteY111" fmla="*/ 902665 h 1335193"/>
                <a:gd name="connsiteX112" fmla="*/ 902665 w 1629088"/>
                <a:gd name="connsiteY112" fmla="*/ 1057811 h 1335193"/>
                <a:gd name="connsiteX113" fmla="*/ 1057811 w 1629088"/>
                <a:gd name="connsiteY113" fmla="*/ 902665 h 1335193"/>
                <a:gd name="connsiteX114" fmla="*/ 902665 w 1629088"/>
                <a:gd name="connsiteY114" fmla="*/ 747520 h 1335193"/>
                <a:gd name="connsiteX115" fmla="*/ 42312 w 1629088"/>
                <a:gd name="connsiteY115" fmla="*/ 902665 h 1335193"/>
                <a:gd name="connsiteX116" fmla="*/ 0 w 1629088"/>
                <a:gd name="connsiteY116" fmla="*/ 902665 h 1335193"/>
                <a:gd name="connsiteX117" fmla="*/ 902665 w 1629088"/>
                <a:gd name="connsiteY117" fmla="*/ 0 h 1335193"/>
                <a:gd name="connsiteX118" fmla="*/ 1586717 w 1629088"/>
                <a:gd name="connsiteY118" fmla="*/ 313641 h 1335193"/>
                <a:gd name="connsiteX119" fmla="*/ 1586717 w 1629088"/>
                <a:gd name="connsiteY119" fmla="*/ 79924 h 1335193"/>
                <a:gd name="connsiteX120" fmla="*/ 1629088 w 1629088"/>
                <a:gd name="connsiteY120" fmla="*/ 79924 h 1335193"/>
                <a:gd name="connsiteX121" fmla="*/ 1629088 w 1629088"/>
                <a:gd name="connsiteY121" fmla="*/ 394916 h 1335193"/>
                <a:gd name="connsiteX122" fmla="*/ 1314036 w 1629088"/>
                <a:gd name="connsiteY122" fmla="*/ 394916 h 1335193"/>
                <a:gd name="connsiteX123" fmla="*/ 1314036 w 1629088"/>
                <a:gd name="connsiteY123" fmla="*/ 352604 h 1335193"/>
                <a:gd name="connsiteX124" fmla="*/ 1564209 w 1629088"/>
                <a:gd name="connsiteY124" fmla="*/ 352604 h 1335193"/>
                <a:gd name="connsiteX125" fmla="*/ 42312 w 1629088"/>
                <a:gd name="connsiteY125" fmla="*/ 902665 h 1335193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42312 w 1629088"/>
                <a:gd name="connsiteY115" fmla="*/ 822741 h 1255269"/>
                <a:gd name="connsiteX116" fmla="*/ 0 w 1629088"/>
                <a:gd name="connsiteY116" fmla="*/ 822741 h 1255269"/>
                <a:gd name="connsiteX117" fmla="*/ 1586717 w 1629088"/>
                <a:gd name="connsiteY117" fmla="*/ 233717 h 1255269"/>
                <a:gd name="connsiteX118" fmla="*/ 1586717 w 1629088"/>
                <a:gd name="connsiteY118" fmla="*/ 0 h 1255269"/>
                <a:gd name="connsiteX119" fmla="*/ 1629088 w 1629088"/>
                <a:gd name="connsiteY119" fmla="*/ 0 h 1255269"/>
                <a:gd name="connsiteX120" fmla="*/ 1629088 w 1629088"/>
                <a:gd name="connsiteY120" fmla="*/ 314992 h 1255269"/>
                <a:gd name="connsiteX121" fmla="*/ 1314036 w 1629088"/>
                <a:gd name="connsiteY121" fmla="*/ 314992 h 1255269"/>
                <a:gd name="connsiteX122" fmla="*/ 1314036 w 1629088"/>
                <a:gd name="connsiteY122" fmla="*/ 272680 h 1255269"/>
                <a:gd name="connsiteX123" fmla="*/ 1564209 w 1629088"/>
                <a:gd name="connsiteY123" fmla="*/ 272680 h 1255269"/>
                <a:gd name="connsiteX124" fmla="*/ 42312 w 1629088"/>
                <a:gd name="connsiteY124" fmla="*/ 822741 h 1255269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42312 w 1629088"/>
                <a:gd name="connsiteY115" fmla="*/ 822741 h 1255269"/>
                <a:gd name="connsiteX116" fmla="*/ 0 w 1629088"/>
                <a:gd name="connsiteY116" fmla="*/ 822741 h 1255269"/>
                <a:gd name="connsiteX117" fmla="*/ 1586717 w 1629088"/>
                <a:gd name="connsiteY117" fmla="*/ 233717 h 1255269"/>
                <a:gd name="connsiteX118" fmla="*/ 1586717 w 1629088"/>
                <a:gd name="connsiteY118" fmla="*/ 0 h 1255269"/>
                <a:gd name="connsiteX119" fmla="*/ 1629088 w 1629088"/>
                <a:gd name="connsiteY119" fmla="*/ 0 h 1255269"/>
                <a:gd name="connsiteX120" fmla="*/ 1629088 w 1629088"/>
                <a:gd name="connsiteY120" fmla="*/ 314992 h 1255269"/>
                <a:gd name="connsiteX121" fmla="*/ 1314036 w 1629088"/>
                <a:gd name="connsiteY121" fmla="*/ 314992 h 1255269"/>
                <a:gd name="connsiteX122" fmla="*/ 1564209 w 1629088"/>
                <a:gd name="connsiteY122" fmla="*/ 272680 h 1255269"/>
                <a:gd name="connsiteX123" fmla="*/ 42312 w 1629088"/>
                <a:gd name="connsiteY123" fmla="*/ 822741 h 1255269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42312 w 1629088"/>
                <a:gd name="connsiteY115" fmla="*/ 822741 h 1255269"/>
                <a:gd name="connsiteX116" fmla="*/ 0 w 1629088"/>
                <a:gd name="connsiteY116" fmla="*/ 822741 h 1255269"/>
                <a:gd name="connsiteX117" fmla="*/ 1586717 w 1629088"/>
                <a:gd name="connsiteY117" fmla="*/ 233717 h 1255269"/>
                <a:gd name="connsiteX118" fmla="*/ 1586717 w 1629088"/>
                <a:gd name="connsiteY118" fmla="*/ 0 h 1255269"/>
                <a:gd name="connsiteX119" fmla="*/ 1629088 w 1629088"/>
                <a:gd name="connsiteY119" fmla="*/ 0 h 1255269"/>
                <a:gd name="connsiteX120" fmla="*/ 1629088 w 1629088"/>
                <a:gd name="connsiteY120" fmla="*/ 314992 h 1255269"/>
                <a:gd name="connsiteX121" fmla="*/ 1564209 w 1629088"/>
                <a:gd name="connsiteY121" fmla="*/ 272680 h 1255269"/>
                <a:gd name="connsiteX122" fmla="*/ 42312 w 1629088"/>
                <a:gd name="connsiteY122" fmla="*/ 822741 h 1255269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42312 w 1629088"/>
                <a:gd name="connsiteY115" fmla="*/ 822741 h 1255269"/>
                <a:gd name="connsiteX116" fmla="*/ 0 w 1629088"/>
                <a:gd name="connsiteY116" fmla="*/ 822741 h 1255269"/>
                <a:gd name="connsiteX117" fmla="*/ 1586717 w 1629088"/>
                <a:gd name="connsiteY117" fmla="*/ 233717 h 1255269"/>
                <a:gd name="connsiteX118" fmla="*/ 1586717 w 1629088"/>
                <a:gd name="connsiteY118" fmla="*/ 0 h 1255269"/>
                <a:gd name="connsiteX119" fmla="*/ 1629088 w 1629088"/>
                <a:gd name="connsiteY119" fmla="*/ 0 h 1255269"/>
                <a:gd name="connsiteX120" fmla="*/ 1629088 w 1629088"/>
                <a:gd name="connsiteY120" fmla="*/ 314992 h 1255269"/>
                <a:gd name="connsiteX121" fmla="*/ 42312 w 1629088"/>
                <a:gd name="connsiteY121" fmla="*/ 822741 h 1255269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42312 w 1629088"/>
                <a:gd name="connsiteY115" fmla="*/ 822741 h 1255269"/>
                <a:gd name="connsiteX116" fmla="*/ 0 w 1629088"/>
                <a:gd name="connsiteY116" fmla="*/ 822741 h 1255269"/>
                <a:gd name="connsiteX117" fmla="*/ 1586717 w 1629088"/>
                <a:gd name="connsiteY117" fmla="*/ 0 h 1255269"/>
                <a:gd name="connsiteX118" fmla="*/ 1629088 w 1629088"/>
                <a:gd name="connsiteY118" fmla="*/ 0 h 1255269"/>
                <a:gd name="connsiteX119" fmla="*/ 1629088 w 1629088"/>
                <a:gd name="connsiteY119" fmla="*/ 314992 h 1255269"/>
                <a:gd name="connsiteX120" fmla="*/ 42312 w 1629088"/>
                <a:gd name="connsiteY120" fmla="*/ 822741 h 1255269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42312 w 1629088"/>
                <a:gd name="connsiteY115" fmla="*/ 822741 h 1255269"/>
                <a:gd name="connsiteX116" fmla="*/ 0 w 1629088"/>
                <a:gd name="connsiteY116" fmla="*/ 822741 h 1255269"/>
                <a:gd name="connsiteX117" fmla="*/ 1586717 w 1629088"/>
                <a:gd name="connsiteY117" fmla="*/ 0 h 1255269"/>
                <a:gd name="connsiteX118" fmla="*/ 1629088 w 1629088"/>
                <a:gd name="connsiteY118" fmla="*/ 0 h 1255269"/>
                <a:gd name="connsiteX119" fmla="*/ 42312 w 1629088"/>
                <a:gd name="connsiteY119" fmla="*/ 822741 h 1255269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1629088 w 1629088"/>
                <a:gd name="connsiteY115" fmla="*/ 0 h 1255269"/>
                <a:gd name="connsiteX116" fmla="*/ 0 w 1629088"/>
                <a:gd name="connsiteY116" fmla="*/ 822741 h 1255269"/>
                <a:gd name="connsiteX117" fmla="*/ 1586717 w 1629088"/>
                <a:gd name="connsiteY117" fmla="*/ 0 h 1255269"/>
                <a:gd name="connsiteX118" fmla="*/ 1629088 w 1629088"/>
                <a:gd name="connsiteY118" fmla="*/ 0 h 1255269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1629088 w 1629088"/>
                <a:gd name="connsiteY115" fmla="*/ 0 h 1255269"/>
                <a:gd name="connsiteX116" fmla="*/ 0 w 1629088"/>
                <a:gd name="connsiteY116" fmla="*/ 822741 h 1255269"/>
                <a:gd name="connsiteX117" fmla="*/ 1629088 w 1629088"/>
                <a:gd name="connsiteY117" fmla="*/ 0 h 1255269"/>
                <a:gd name="connsiteX0" fmla="*/ 513626 w 865055"/>
                <a:gd name="connsiteY0" fmla="*/ 865055 h 865055"/>
                <a:gd name="connsiteX1" fmla="*/ 351429 w 865055"/>
                <a:gd name="connsiteY1" fmla="*/ 865055 h 865055"/>
                <a:gd name="connsiteX2" fmla="*/ 330272 w 865055"/>
                <a:gd name="connsiteY2" fmla="*/ 843898 h 865055"/>
                <a:gd name="connsiteX3" fmla="*/ 330272 w 865055"/>
                <a:gd name="connsiteY3" fmla="*/ 751810 h 865055"/>
                <a:gd name="connsiteX4" fmla="*/ 279204 w 865055"/>
                <a:gd name="connsiteY4" fmla="*/ 730478 h 865055"/>
                <a:gd name="connsiteX5" fmla="*/ 213913 w 865055"/>
                <a:gd name="connsiteY5" fmla="*/ 795768 h 865055"/>
                <a:gd name="connsiteX6" fmla="*/ 198986 w 865055"/>
                <a:gd name="connsiteY6" fmla="*/ 801939 h 865055"/>
                <a:gd name="connsiteX7" fmla="*/ 198986 w 865055"/>
                <a:gd name="connsiteY7" fmla="*/ 801939 h 865055"/>
                <a:gd name="connsiteX8" fmla="*/ 184059 w 865055"/>
                <a:gd name="connsiteY8" fmla="*/ 795768 h 865055"/>
                <a:gd name="connsiteX9" fmla="*/ 69346 w 865055"/>
                <a:gd name="connsiteY9" fmla="*/ 681054 h 865055"/>
                <a:gd name="connsiteX10" fmla="*/ 69346 w 865055"/>
                <a:gd name="connsiteY10" fmla="*/ 651083 h 865055"/>
                <a:gd name="connsiteX11" fmla="*/ 134460 w 865055"/>
                <a:gd name="connsiteY11" fmla="*/ 586028 h 865055"/>
                <a:gd name="connsiteX12" fmla="*/ 113480 w 865055"/>
                <a:gd name="connsiteY12" fmla="*/ 534841 h 865055"/>
                <a:gd name="connsiteX13" fmla="*/ 21156 w 865055"/>
                <a:gd name="connsiteY13" fmla="*/ 534841 h 865055"/>
                <a:gd name="connsiteX14" fmla="*/ 0 w 865055"/>
                <a:gd name="connsiteY14" fmla="*/ 513685 h 865055"/>
                <a:gd name="connsiteX15" fmla="*/ 0 w 865055"/>
                <a:gd name="connsiteY15" fmla="*/ 351487 h 865055"/>
                <a:gd name="connsiteX16" fmla="*/ 21156 w 865055"/>
                <a:gd name="connsiteY16" fmla="*/ 330331 h 865055"/>
                <a:gd name="connsiteX17" fmla="*/ 113245 w 865055"/>
                <a:gd name="connsiteY17" fmla="*/ 330331 h 865055"/>
                <a:gd name="connsiteX18" fmla="*/ 134577 w 865055"/>
                <a:gd name="connsiteY18" fmla="*/ 279262 h 865055"/>
                <a:gd name="connsiteX19" fmla="*/ 69346 w 865055"/>
                <a:gd name="connsiteY19" fmla="*/ 213913 h 865055"/>
                <a:gd name="connsiteX20" fmla="*/ 69346 w 865055"/>
                <a:gd name="connsiteY20" fmla="*/ 184001 h 865055"/>
                <a:gd name="connsiteX21" fmla="*/ 184001 w 865055"/>
                <a:gd name="connsiteY21" fmla="*/ 69287 h 865055"/>
                <a:gd name="connsiteX22" fmla="*/ 213913 w 865055"/>
                <a:gd name="connsiteY22" fmla="*/ 69287 h 865055"/>
                <a:gd name="connsiteX23" fmla="*/ 279027 w 865055"/>
                <a:gd name="connsiteY23" fmla="*/ 134460 h 865055"/>
                <a:gd name="connsiteX24" fmla="*/ 330272 w 865055"/>
                <a:gd name="connsiteY24" fmla="*/ 113480 h 865055"/>
                <a:gd name="connsiteX25" fmla="*/ 330272 w 865055"/>
                <a:gd name="connsiteY25" fmla="*/ 21156 h 865055"/>
                <a:gd name="connsiteX26" fmla="*/ 351429 w 865055"/>
                <a:gd name="connsiteY26" fmla="*/ 0 h 865055"/>
                <a:gd name="connsiteX27" fmla="*/ 513626 w 865055"/>
                <a:gd name="connsiteY27" fmla="*/ 0 h 865055"/>
                <a:gd name="connsiteX28" fmla="*/ 534783 w 865055"/>
                <a:gd name="connsiteY28" fmla="*/ 21156 h 865055"/>
                <a:gd name="connsiteX29" fmla="*/ 534783 w 865055"/>
                <a:gd name="connsiteY29" fmla="*/ 113245 h 865055"/>
                <a:gd name="connsiteX30" fmla="*/ 585793 w 865055"/>
                <a:gd name="connsiteY30" fmla="*/ 134577 h 865055"/>
                <a:gd name="connsiteX31" fmla="*/ 651024 w 865055"/>
                <a:gd name="connsiteY31" fmla="*/ 69287 h 865055"/>
                <a:gd name="connsiteX32" fmla="*/ 680996 w 865055"/>
                <a:gd name="connsiteY32" fmla="*/ 69287 h 865055"/>
                <a:gd name="connsiteX33" fmla="*/ 795709 w 865055"/>
                <a:gd name="connsiteY33" fmla="*/ 184001 h 865055"/>
                <a:gd name="connsiteX34" fmla="*/ 801880 w 865055"/>
                <a:gd name="connsiteY34" fmla="*/ 198928 h 865055"/>
                <a:gd name="connsiteX35" fmla="*/ 795709 w 865055"/>
                <a:gd name="connsiteY35" fmla="*/ 213854 h 865055"/>
                <a:gd name="connsiteX36" fmla="*/ 730536 w 865055"/>
                <a:gd name="connsiteY36" fmla="*/ 278969 h 865055"/>
                <a:gd name="connsiteX37" fmla="*/ 751516 w 865055"/>
                <a:gd name="connsiteY37" fmla="*/ 330214 h 865055"/>
                <a:gd name="connsiteX38" fmla="*/ 843898 w 865055"/>
                <a:gd name="connsiteY38" fmla="*/ 330214 h 865055"/>
                <a:gd name="connsiteX39" fmla="*/ 865055 w 865055"/>
                <a:gd name="connsiteY39" fmla="*/ 351370 h 865055"/>
                <a:gd name="connsiteX40" fmla="*/ 865055 w 865055"/>
                <a:gd name="connsiteY40" fmla="*/ 513568 h 865055"/>
                <a:gd name="connsiteX41" fmla="*/ 843898 w 865055"/>
                <a:gd name="connsiteY41" fmla="*/ 534724 h 865055"/>
                <a:gd name="connsiteX42" fmla="*/ 751810 w 865055"/>
                <a:gd name="connsiteY42" fmla="*/ 534724 h 865055"/>
                <a:gd name="connsiteX43" fmla="*/ 730478 w 865055"/>
                <a:gd name="connsiteY43" fmla="*/ 585734 h 865055"/>
                <a:gd name="connsiteX44" fmla="*/ 795768 w 865055"/>
                <a:gd name="connsiteY44" fmla="*/ 650965 h 865055"/>
                <a:gd name="connsiteX45" fmla="*/ 801939 w 865055"/>
                <a:gd name="connsiteY45" fmla="*/ 665951 h 865055"/>
                <a:gd name="connsiteX46" fmla="*/ 795768 w 865055"/>
                <a:gd name="connsiteY46" fmla="*/ 680937 h 865055"/>
                <a:gd name="connsiteX47" fmla="*/ 681054 w 865055"/>
                <a:gd name="connsiteY47" fmla="*/ 795651 h 865055"/>
                <a:gd name="connsiteX48" fmla="*/ 666069 w 865055"/>
                <a:gd name="connsiteY48" fmla="*/ 801821 h 865055"/>
                <a:gd name="connsiteX49" fmla="*/ 666069 w 865055"/>
                <a:gd name="connsiteY49" fmla="*/ 801821 h 865055"/>
                <a:gd name="connsiteX50" fmla="*/ 651083 w 865055"/>
                <a:gd name="connsiteY50" fmla="*/ 795651 h 865055"/>
                <a:gd name="connsiteX51" fmla="*/ 586028 w 865055"/>
                <a:gd name="connsiteY51" fmla="*/ 730478 h 865055"/>
                <a:gd name="connsiteX52" fmla="*/ 534841 w 865055"/>
                <a:gd name="connsiteY52" fmla="*/ 751458 h 865055"/>
                <a:gd name="connsiteX53" fmla="*/ 534841 w 865055"/>
                <a:gd name="connsiteY53" fmla="*/ 843898 h 865055"/>
                <a:gd name="connsiteX54" fmla="*/ 513626 w 865055"/>
                <a:gd name="connsiteY54" fmla="*/ 865055 h 865055"/>
                <a:gd name="connsiteX55" fmla="*/ 372585 w 865055"/>
                <a:gd name="connsiteY55" fmla="*/ 822742 h 865055"/>
                <a:gd name="connsiteX56" fmla="*/ 492470 w 865055"/>
                <a:gd name="connsiteY56" fmla="*/ 822742 h 865055"/>
                <a:gd name="connsiteX57" fmla="*/ 492470 w 865055"/>
                <a:gd name="connsiteY57" fmla="*/ 737412 h 865055"/>
                <a:gd name="connsiteX58" fmla="*/ 505634 w 865055"/>
                <a:gd name="connsiteY58" fmla="*/ 717843 h 865055"/>
                <a:gd name="connsiteX59" fmla="*/ 582972 w 865055"/>
                <a:gd name="connsiteY59" fmla="*/ 686108 h 865055"/>
                <a:gd name="connsiteX60" fmla="*/ 606008 w 865055"/>
                <a:gd name="connsiteY60" fmla="*/ 690692 h 865055"/>
                <a:gd name="connsiteX61" fmla="*/ 666069 w 865055"/>
                <a:gd name="connsiteY61" fmla="*/ 750870 h 865055"/>
                <a:gd name="connsiteX62" fmla="*/ 750870 w 865055"/>
                <a:gd name="connsiteY62" fmla="*/ 666069 h 865055"/>
                <a:gd name="connsiteX63" fmla="*/ 690457 w 865055"/>
                <a:gd name="connsiteY63" fmla="*/ 605773 h 865055"/>
                <a:gd name="connsiteX64" fmla="*/ 685932 w 865055"/>
                <a:gd name="connsiteY64" fmla="*/ 582619 h 865055"/>
                <a:gd name="connsiteX65" fmla="*/ 718254 w 865055"/>
                <a:gd name="connsiteY65" fmla="*/ 505516 h 865055"/>
                <a:gd name="connsiteX66" fmla="*/ 737765 w 865055"/>
                <a:gd name="connsiteY66" fmla="*/ 492470 h 865055"/>
                <a:gd name="connsiteX67" fmla="*/ 822742 w 865055"/>
                <a:gd name="connsiteY67" fmla="*/ 492470 h 865055"/>
                <a:gd name="connsiteX68" fmla="*/ 822742 w 865055"/>
                <a:gd name="connsiteY68" fmla="*/ 372585 h 865055"/>
                <a:gd name="connsiteX69" fmla="*/ 737412 w 865055"/>
                <a:gd name="connsiteY69" fmla="*/ 372585 h 865055"/>
                <a:gd name="connsiteX70" fmla="*/ 717843 w 865055"/>
                <a:gd name="connsiteY70" fmla="*/ 359480 h 865055"/>
                <a:gd name="connsiteX71" fmla="*/ 686108 w 865055"/>
                <a:gd name="connsiteY71" fmla="*/ 282142 h 865055"/>
                <a:gd name="connsiteX72" fmla="*/ 690692 w 865055"/>
                <a:gd name="connsiteY72" fmla="*/ 259164 h 865055"/>
                <a:gd name="connsiteX73" fmla="*/ 750870 w 865055"/>
                <a:gd name="connsiteY73" fmla="*/ 199045 h 865055"/>
                <a:gd name="connsiteX74" fmla="*/ 666069 w 865055"/>
                <a:gd name="connsiteY74" fmla="*/ 114244 h 865055"/>
                <a:gd name="connsiteX75" fmla="*/ 605773 w 865055"/>
                <a:gd name="connsiteY75" fmla="*/ 174598 h 865055"/>
                <a:gd name="connsiteX76" fmla="*/ 582619 w 865055"/>
                <a:gd name="connsiteY76" fmla="*/ 179182 h 865055"/>
                <a:gd name="connsiteX77" fmla="*/ 505516 w 865055"/>
                <a:gd name="connsiteY77" fmla="*/ 146919 h 865055"/>
                <a:gd name="connsiteX78" fmla="*/ 492470 w 865055"/>
                <a:gd name="connsiteY78" fmla="*/ 127408 h 865055"/>
                <a:gd name="connsiteX79" fmla="*/ 492470 w 865055"/>
                <a:gd name="connsiteY79" fmla="*/ 42313 h 865055"/>
                <a:gd name="connsiteX80" fmla="*/ 372585 w 865055"/>
                <a:gd name="connsiteY80" fmla="*/ 42313 h 865055"/>
                <a:gd name="connsiteX81" fmla="*/ 372585 w 865055"/>
                <a:gd name="connsiteY81" fmla="*/ 127643 h 865055"/>
                <a:gd name="connsiteX82" fmla="*/ 359480 w 865055"/>
                <a:gd name="connsiteY82" fmla="*/ 147212 h 865055"/>
                <a:gd name="connsiteX83" fmla="*/ 282142 w 865055"/>
                <a:gd name="connsiteY83" fmla="*/ 178947 h 865055"/>
                <a:gd name="connsiteX84" fmla="*/ 259164 w 865055"/>
                <a:gd name="connsiteY84" fmla="*/ 174304 h 865055"/>
                <a:gd name="connsiteX85" fmla="*/ 199045 w 865055"/>
                <a:gd name="connsiteY85" fmla="*/ 114185 h 865055"/>
                <a:gd name="connsiteX86" fmla="*/ 114303 w 865055"/>
                <a:gd name="connsiteY86" fmla="*/ 198986 h 865055"/>
                <a:gd name="connsiteX87" fmla="*/ 174657 w 865055"/>
                <a:gd name="connsiteY87" fmla="*/ 259399 h 865055"/>
                <a:gd name="connsiteX88" fmla="*/ 179182 w 865055"/>
                <a:gd name="connsiteY88" fmla="*/ 282553 h 865055"/>
                <a:gd name="connsiteX89" fmla="*/ 146919 w 865055"/>
                <a:gd name="connsiteY89" fmla="*/ 359656 h 865055"/>
                <a:gd name="connsiteX90" fmla="*/ 127408 w 865055"/>
                <a:gd name="connsiteY90" fmla="*/ 372644 h 865055"/>
                <a:gd name="connsiteX91" fmla="*/ 42313 w 865055"/>
                <a:gd name="connsiteY91" fmla="*/ 372644 h 865055"/>
                <a:gd name="connsiteX92" fmla="*/ 42313 w 865055"/>
                <a:gd name="connsiteY92" fmla="*/ 492529 h 865055"/>
                <a:gd name="connsiteX93" fmla="*/ 127643 w 865055"/>
                <a:gd name="connsiteY93" fmla="*/ 492529 h 865055"/>
                <a:gd name="connsiteX94" fmla="*/ 147212 w 865055"/>
                <a:gd name="connsiteY94" fmla="*/ 505693 h 865055"/>
                <a:gd name="connsiteX95" fmla="*/ 178947 w 865055"/>
                <a:gd name="connsiteY95" fmla="*/ 583031 h 865055"/>
                <a:gd name="connsiteX96" fmla="*/ 174304 w 865055"/>
                <a:gd name="connsiteY96" fmla="*/ 606067 h 865055"/>
                <a:gd name="connsiteX97" fmla="*/ 114244 w 865055"/>
                <a:gd name="connsiteY97" fmla="*/ 666127 h 865055"/>
                <a:gd name="connsiteX98" fmla="*/ 198986 w 865055"/>
                <a:gd name="connsiteY98" fmla="*/ 750929 h 865055"/>
                <a:gd name="connsiteX99" fmla="*/ 259399 w 865055"/>
                <a:gd name="connsiteY99" fmla="*/ 690516 h 865055"/>
                <a:gd name="connsiteX100" fmla="*/ 282553 w 865055"/>
                <a:gd name="connsiteY100" fmla="*/ 685991 h 865055"/>
                <a:gd name="connsiteX101" fmla="*/ 359656 w 865055"/>
                <a:gd name="connsiteY101" fmla="*/ 718313 h 865055"/>
                <a:gd name="connsiteX102" fmla="*/ 372644 w 865055"/>
                <a:gd name="connsiteY102" fmla="*/ 737824 h 865055"/>
                <a:gd name="connsiteX103" fmla="*/ 372585 w 865055"/>
                <a:gd name="connsiteY103" fmla="*/ 822742 h 865055"/>
                <a:gd name="connsiteX104" fmla="*/ 372585 w 865055"/>
                <a:gd name="connsiteY104" fmla="*/ 822742 h 865055"/>
                <a:gd name="connsiteX105" fmla="*/ 432527 w 865055"/>
                <a:gd name="connsiteY105" fmla="*/ 629986 h 865055"/>
                <a:gd name="connsiteX106" fmla="*/ 235069 w 865055"/>
                <a:gd name="connsiteY106" fmla="*/ 432527 h 865055"/>
                <a:gd name="connsiteX107" fmla="*/ 432527 w 865055"/>
                <a:gd name="connsiteY107" fmla="*/ 235069 h 865055"/>
                <a:gd name="connsiteX108" fmla="*/ 629986 w 865055"/>
                <a:gd name="connsiteY108" fmla="*/ 432527 h 865055"/>
                <a:gd name="connsiteX109" fmla="*/ 432527 w 865055"/>
                <a:gd name="connsiteY109" fmla="*/ 629986 h 865055"/>
                <a:gd name="connsiteX110" fmla="*/ 432527 w 865055"/>
                <a:gd name="connsiteY110" fmla="*/ 277382 h 865055"/>
                <a:gd name="connsiteX111" fmla="*/ 277382 w 865055"/>
                <a:gd name="connsiteY111" fmla="*/ 432527 h 865055"/>
                <a:gd name="connsiteX112" fmla="*/ 432527 w 865055"/>
                <a:gd name="connsiteY112" fmla="*/ 587673 h 865055"/>
                <a:gd name="connsiteX113" fmla="*/ 587673 w 865055"/>
                <a:gd name="connsiteY113" fmla="*/ 432527 h 865055"/>
                <a:gd name="connsiteX114" fmla="*/ 432527 w 865055"/>
                <a:gd name="connsiteY114" fmla="*/ 277382 h 86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865055" h="865055">
                  <a:moveTo>
                    <a:pt x="513626" y="865055"/>
                  </a:moveTo>
                  <a:lnTo>
                    <a:pt x="351429" y="865055"/>
                  </a:lnTo>
                  <a:cubicBezTo>
                    <a:pt x="339734" y="865055"/>
                    <a:pt x="330272" y="855593"/>
                    <a:pt x="330272" y="843898"/>
                  </a:cubicBezTo>
                  <a:lnTo>
                    <a:pt x="330272" y="751810"/>
                  </a:lnTo>
                  <a:lnTo>
                    <a:pt x="279204" y="730478"/>
                  </a:lnTo>
                  <a:lnTo>
                    <a:pt x="213913" y="795768"/>
                  </a:lnTo>
                  <a:cubicBezTo>
                    <a:pt x="209976" y="799705"/>
                    <a:pt x="204569" y="801939"/>
                    <a:pt x="198986" y="801939"/>
                  </a:cubicBezTo>
                  <a:lnTo>
                    <a:pt x="198986" y="801939"/>
                  </a:lnTo>
                  <a:cubicBezTo>
                    <a:pt x="193345" y="801939"/>
                    <a:pt x="187997" y="799705"/>
                    <a:pt x="184059" y="795768"/>
                  </a:cubicBezTo>
                  <a:lnTo>
                    <a:pt x="69346" y="681054"/>
                  </a:lnTo>
                  <a:cubicBezTo>
                    <a:pt x="61059" y="672768"/>
                    <a:pt x="61059" y="659369"/>
                    <a:pt x="69346" y="651083"/>
                  </a:cubicBezTo>
                  <a:lnTo>
                    <a:pt x="134460" y="586028"/>
                  </a:lnTo>
                  <a:lnTo>
                    <a:pt x="113480" y="534841"/>
                  </a:lnTo>
                  <a:lnTo>
                    <a:pt x="21156" y="534841"/>
                  </a:lnTo>
                  <a:cubicBezTo>
                    <a:pt x="9462" y="534841"/>
                    <a:pt x="0" y="525380"/>
                    <a:pt x="0" y="513685"/>
                  </a:cubicBezTo>
                  <a:lnTo>
                    <a:pt x="0" y="351487"/>
                  </a:lnTo>
                  <a:cubicBezTo>
                    <a:pt x="0" y="339793"/>
                    <a:pt x="9462" y="330331"/>
                    <a:pt x="21156" y="330331"/>
                  </a:cubicBezTo>
                  <a:lnTo>
                    <a:pt x="113245" y="330331"/>
                  </a:lnTo>
                  <a:lnTo>
                    <a:pt x="134577" y="279262"/>
                  </a:lnTo>
                  <a:lnTo>
                    <a:pt x="69346" y="213913"/>
                  </a:lnTo>
                  <a:cubicBezTo>
                    <a:pt x="61118" y="205627"/>
                    <a:pt x="61118" y="192287"/>
                    <a:pt x="69346" y="184001"/>
                  </a:cubicBezTo>
                  <a:lnTo>
                    <a:pt x="184001" y="69287"/>
                  </a:lnTo>
                  <a:cubicBezTo>
                    <a:pt x="191934" y="61295"/>
                    <a:pt x="205980" y="61295"/>
                    <a:pt x="213913" y="69287"/>
                  </a:cubicBezTo>
                  <a:lnTo>
                    <a:pt x="279027" y="134460"/>
                  </a:lnTo>
                  <a:lnTo>
                    <a:pt x="330272" y="113480"/>
                  </a:lnTo>
                  <a:lnTo>
                    <a:pt x="330272" y="21156"/>
                  </a:lnTo>
                  <a:cubicBezTo>
                    <a:pt x="330272" y="9462"/>
                    <a:pt x="339734" y="0"/>
                    <a:pt x="351429" y="0"/>
                  </a:cubicBezTo>
                  <a:lnTo>
                    <a:pt x="513626" y="0"/>
                  </a:lnTo>
                  <a:cubicBezTo>
                    <a:pt x="525321" y="0"/>
                    <a:pt x="534783" y="9462"/>
                    <a:pt x="534783" y="21156"/>
                  </a:cubicBezTo>
                  <a:lnTo>
                    <a:pt x="534783" y="113245"/>
                  </a:lnTo>
                  <a:lnTo>
                    <a:pt x="585793" y="134577"/>
                  </a:lnTo>
                  <a:lnTo>
                    <a:pt x="651024" y="69287"/>
                  </a:lnTo>
                  <a:cubicBezTo>
                    <a:pt x="658958" y="61353"/>
                    <a:pt x="673062" y="61295"/>
                    <a:pt x="680996" y="69287"/>
                  </a:cubicBezTo>
                  <a:lnTo>
                    <a:pt x="795709" y="184001"/>
                  </a:lnTo>
                  <a:cubicBezTo>
                    <a:pt x="799647" y="187938"/>
                    <a:pt x="801880" y="193345"/>
                    <a:pt x="801880" y="198928"/>
                  </a:cubicBezTo>
                  <a:cubicBezTo>
                    <a:pt x="801880" y="204569"/>
                    <a:pt x="799647" y="209917"/>
                    <a:pt x="795709" y="213854"/>
                  </a:cubicBezTo>
                  <a:lnTo>
                    <a:pt x="730536" y="278969"/>
                  </a:lnTo>
                  <a:lnTo>
                    <a:pt x="751516" y="330214"/>
                  </a:lnTo>
                  <a:lnTo>
                    <a:pt x="843898" y="330214"/>
                  </a:lnTo>
                  <a:cubicBezTo>
                    <a:pt x="855593" y="330214"/>
                    <a:pt x="865055" y="339675"/>
                    <a:pt x="865055" y="351370"/>
                  </a:cubicBezTo>
                  <a:lnTo>
                    <a:pt x="865055" y="513568"/>
                  </a:lnTo>
                  <a:cubicBezTo>
                    <a:pt x="865055" y="525262"/>
                    <a:pt x="855593" y="534724"/>
                    <a:pt x="843898" y="534724"/>
                  </a:cubicBezTo>
                  <a:lnTo>
                    <a:pt x="751810" y="534724"/>
                  </a:lnTo>
                  <a:lnTo>
                    <a:pt x="730478" y="585734"/>
                  </a:lnTo>
                  <a:lnTo>
                    <a:pt x="795768" y="650965"/>
                  </a:lnTo>
                  <a:cubicBezTo>
                    <a:pt x="799705" y="654903"/>
                    <a:pt x="801939" y="660309"/>
                    <a:pt x="801939" y="665951"/>
                  </a:cubicBezTo>
                  <a:cubicBezTo>
                    <a:pt x="801939" y="671593"/>
                    <a:pt x="799705" y="676999"/>
                    <a:pt x="795768" y="680937"/>
                  </a:cubicBezTo>
                  <a:lnTo>
                    <a:pt x="681054" y="795651"/>
                  </a:lnTo>
                  <a:cubicBezTo>
                    <a:pt x="677117" y="799588"/>
                    <a:pt x="671710" y="801821"/>
                    <a:pt x="666069" y="801821"/>
                  </a:cubicBezTo>
                  <a:lnTo>
                    <a:pt x="666069" y="801821"/>
                  </a:lnTo>
                  <a:cubicBezTo>
                    <a:pt x="660427" y="801821"/>
                    <a:pt x="655020" y="799588"/>
                    <a:pt x="651083" y="795651"/>
                  </a:cubicBezTo>
                  <a:lnTo>
                    <a:pt x="586028" y="730478"/>
                  </a:lnTo>
                  <a:lnTo>
                    <a:pt x="534841" y="751458"/>
                  </a:lnTo>
                  <a:lnTo>
                    <a:pt x="534841" y="843898"/>
                  </a:lnTo>
                  <a:cubicBezTo>
                    <a:pt x="534783" y="855593"/>
                    <a:pt x="525321" y="865055"/>
                    <a:pt x="513626" y="865055"/>
                  </a:cubicBezTo>
                  <a:close/>
                  <a:moveTo>
                    <a:pt x="372585" y="822742"/>
                  </a:moveTo>
                  <a:lnTo>
                    <a:pt x="492470" y="822742"/>
                  </a:lnTo>
                  <a:lnTo>
                    <a:pt x="492470" y="737412"/>
                  </a:lnTo>
                  <a:cubicBezTo>
                    <a:pt x="492470" y="728832"/>
                    <a:pt x="497700" y="721134"/>
                    <a:pt x="505634" y="717843"/>
                  </a:cubicBezTo>
                  <a:lnTo>
                    <a:pt x="582972" y="686108"/>
                  </a:lnTo>
                  <a:cubicBezTo>
                    <a:pt x="590847" y="682759"/>
                    <a:pt x="599897" y="684698"/>
                    <a:pt x="606008" y="690692"/>
                  </a:cubicBezTo>
                  <a:lnTo>
                    <a:pt x="666069" y="750870"/>
                  </a:lnTo>
                  <a:lnTo>
                    <a:pt x="750870" y="666069"/>
                  </a:lnTo>
                  <a:lnTo>
                    <a:pt x="690457" y="605773"/>
                  </a:lnTo>
                  <a:cubicBezTo>
                    <a:pt x="684404" y="599662"/>
                    <a:pt x="682582" y="590553"/>
                    <a:pt x="685932" y="582619"/>
                  </a:cubicBezTo>
                  <a:lnTo>
                    <a:pt x="718254" y="505516"/>
                  </a:lnTo>
                  <a:cubicBezTo>
                    <a:pt x="721545" y="497642"/>
                    <a:pt x="729243" y="492470"/>
                    <a:pt x="737765" y="492470"/>
                  </a:cubicBezTo>
                  <a:lnTo>
                    <a:pt x="822742" y="492470"/>
                  </a:lnTo>
                  <a:lnTo>
                    <a:pt x="822742" y="372585"/>
                  </a:lnTo>
                  <a:lnTo>
                    <a:pt x="737412" y="372585"/>
                  </a:lnTo>
                  <a:cubicBezTo>
                    <a:pt x="728832" y="372585"/>
                    <a:pt x="721134" y="367413"/>
                    <a:pt x="717843" y="359480"/>
                  </a:cubicBezTo>
                  <a:lnTo>
                    <a:pt x="686108" y="282142"/>
                  </a:lnTo>
                  <a:cubicBezTo>
                    <a:pt x="682876" y="274267"/>
                    <a:pt x="684698" y="265158"/>
                    <a:pt x="690692" y="259164"/>
                  </a:cubicBezTo>
                  <a:lnTo>
                    <a:pt x="750870" y="199045"/>
                  </a:lnTo>
                  <a:lnTo>
                    <a:pt x="666069" y="114244"/>
                  </a:lnTo>
                  <a:lnTo>
                    <a:pt x="605773" y="174598"/>
                  </a:lnTo>
                  <a:cubicBezTo>
                    <a:pt x="599662" y="180651"/>
                    <a:pt x="590553" y="182531"/>
                    <a:pt x="582619" y="179182"/>
                  </a:cubicBezTo>
                  <a:lnTo>
                    <a:pt x="505516" y="146919"/>
                  </a:lnTo>
                  <a:cubicBezTo>
                    <a:pt x="497642" y="143627"/>
                    <a:pt x="492470" y="135929"/>
                    <a:pt x="492470" y="127408"/>
                  </a:cubicBezTo>
                  <a:lnTo>
                    <a:pt x="492470" y="42313"/>
                  </a:lnTo>
                  <a:lnTo>
                    <a:pt x="372585" y="42313"/>
                  </a:lnTo>
                  <a:lnTo>
                    <a:pt x="372585" y="127643"/>
                  </a:lnTo>
                  <a:cubicBezTo>
                    <a:pt x="372585" y="136223"/>
                    <a:pt x="367413" y="143980"/>
                    <a:pt x="359480" y="147212"/>
                  </a:cubicBezTo>
                  <a:lnTo>
                    <a:pt x="282142" y="178947"/>
                  </a:lnTo>
                  <a:cubicBezTo>
                    <a:pt x="274208" y="182120"/>
                    <a:pt x="265217" y="180357"/>
                    <a:pt x="259164" y="174304"/>
                  </a:cubicBezTo>
                  <a:lnTo>
                    <a:pt x="199045" y="114185"/>
                  </a:lnTo>
                  <a:lnTo>
                    <a:pt x="114303" y="198986"/>
                  </a:lnTo>
                  <a:lnTo>
                    <a:pt x="174657" y="259399"/>
                  </a:lnTo>
                  <a:cubicBezTo>
                    <a:pt x="180710" y="265452"/>
                    <a:pt x="182531" y="274620"/>
                    <a:pt x="179182" y="282553"/>
                  </a:cubicBezTo>
                  <a:lnTo>
                    <a:pt x="146919" y="359656"/>
                  </a:lnTo>
                  <a:cubicBezTo>
                    <a:pt x="143627" y="367531"/>
                    <a:pt x="135929" y="372644"/>
                    <a:pt x="127408" y="372644"/>
                  </a:cubicBezTo>
                  <a:lnTo>
                    <a:pt x="42313" y="372644"/>
                  </a:lnTo>
                  <a:lnTo>
                    <a:pt x="42313" y="492529"/>
                  </a:lnTo>
                  <a:lnTo>
                    <a:pt x="127643" y="492529"/>
                  </a:lnTo>
                  <a:cubicBezTo>
                    <a:pt x="136223" y="492529"/>
                    <a:pt x="143980" y="497759"/>
                    <a:pt x="147212" y="505693"/>
                  </a:cubicBezTo>
                  <a:lnTo>
                    <a:pt x="178947" y="583031"/>
                  </a:lnTo>
                  <a:cubicBezTo>
                    <a:pt x="182179" y="590964"/>
                    <a:pt x="180357" y="600014"/>
                    <a:pt x="174304" y="606067"/>
                  </a:cubicBezTo>
                  <a:lnTo>
                    <a:pt x="114244" y="666127"/>
                  </a:lnTo>
                  <a:lnTo>
                    <a:pt x="198986" y="750929"/>
                  </a:lnTo>
                  <a:lnTo>
                    <a:pt x="259399" y="690516"/>
                  </a:lnTo>
                  <a:cubicBezTo>
                    <a:pt x="265511" y="684404"/>
                    <a:pt x="274620" y="682700"/>
                    <a:pt x="282553" y="685991"/>
                  </a:cubicBezTo>
                  <a:lnTo>
                    <a:pt x="359656" y="718313"/>
                  </a:lnTo>
                  <a:cubicBezTo>
                    <a:pt x="367531" y="721604"/>
                    <a:pt x="372644" y="729302"/>
                    <a:pt x="372644" y="737824"/>
                  </a:cubicBezTo>
                  <a:cubicBezTo>
                    <a:pt x="372624" y="766130"/>
                    <a:pt x="372605" y="794436"/>
                    <a:pt x="372585" y="822742"/>
                  </a:cubicBezTo>
                  <a:lnTo>
                    <a:pt x="372585" y="822742"/>
                  </a:lnTo>
                  <a:close/>
                  <a:moveTo>
                    <a:pt x="432527" y="629986"/>
                  </a:moveTo>
                  <a:cubicBezTo>
                    <a:pt x="323632" y="629986"/>
                    <a:pt x="235069" y="541364"/>
                    <a:pt x="235069" y="432527"/>
                  </a:cubicBezTo>
                  <a:cubicBezTo>
                    <a:pt x="235069" y="323690"/>
                    <a:pt x="323632" y="235069"/>
                    <a:pt x="432527" y="235069"/>
                  </a:cubicBezTo>
                  <a:cubicBezTo>
                    <a:pt x="541423" y="235069"/>
                    <a:pt x="629986" y="323632"/>
                    <a:pt x="629986" y="432527"/>
                  </a:cubicBezTo>
                  <a:cubicBezTo>
                    <a:pt x="629986" y="541423"/>
                    <a:pt x="541423" y="629986"/>
                    <a:pt x="432527" y="629986"/>
                  </a:cubicBezTo>
                  <a:close/>
                  <a:moveTo>
                    <a:pt x="432527" y="277382"/>
                  </a:moveTo>
                  <a:cubicBezTo>
                    <a:pt x="346962" y="277382"/>
                    <a:pt x="277382" y="347021"/>
                    <a:pt x="277382" y="432527"/>
                  </a:cubicBezTo>
                  <a:cubicBezTo>
                    <a:pt x="277382" y="518093"/>
                    <a:pt x="347021" y="587673"/>
                    <a:pt x="432527" y="587673"/>
                  </a:cubicBezTo>
                  <a:cubicBezTo>
                    <a:pt x="518093" y="587673"/>
                    <a:pt x="587673" y="518093"/>
                    <a:pt x="587673" y="432527"/>
                  </a:cubicBezTo>
                  <a:cubicBezTo>
                    <a:pt x="587673" y="346962"/>
                    <a:pt x="518093" y="277382"/>
                    <a:pt x="432527" y="277382"/>
                  </a:cubicBezTo>
                  <a:close/>
                </a:path>
              </a:pathLst>
            </a:custGeom>
            <a:solidFill>
              <a:srgbClr val="000000"/>
            </a:solidFill>
            <a:ln w="58638" cap="flat">
              <a:noFill/>
              <a:prstDash val="solid"/>
              <a:miter/>
            </a:ln>
          </p:spPr>
          <p:txBody>
            <a:bodyPr rtlCol="0" anchor="ctr"/>
            <a:lstStyle>
              <a:defPPr marL="0" marR="0" indent="0" algn="l" defTabSz="54864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8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1pPr>
              <a:lvl2pPr marL="266679" marR="0" indent="-268049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–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2pPr>
              <a:lvl3pPr marL="369550" marR="0" indent="-268049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3pPr>
              <a:lvl4pPr marL="541003" marR="0" indent="-268049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–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4pPr>
              <a:lvl5pPr marL="645778" marR="0" indent="-268049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5pPr>
              <a:lvl6pPr marL="1105835" marR="0" indent="-233405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6pPr>
              <a:lvl7pPr marL="1323379" marR="0" indent="-233405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7pPr>
              <a:lvl8pPr marL="1540920" marR="0" indent="-233405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8pPr>
              <a:lvl9pPr marL="1758461" marR="0" indent="-233405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9pPr>
            </a:lstStyle>
            <a:p>
              <a:pPr marL="0" marR="0" lvl="0" indent="0" algn="l" defTabSz="914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32739A66-7769-2608-AB1C-1A0536BF012A}"/>
                </a:ext>
              </a:extLst>
            </p:cNvPr>
            <p:cNvSpPr>
              <a:spLocks noChangeAspect="1"/>
            </p:cNvSpPr>
            <p:nvPr/>
          </p:nvSpPr>
          <p:spPr>
            <a:xfrm rot="1829499">
              <a:off x="12148979" y="7271236"/>
              <a:ext cx="439429" cy="439429"/>
            </a:xfrm>
            <a:custGeom>
              <a:avLst/>
              <a:gdLst>
                <a:gd name="connsiteX0" fmla="*/ 983764 w 1805389"/>
                <a:gd name="connsiteY0" fmla="*/ 1335193 h 1805330"/>
                <a:gd name="connsiteX1" fmla="*/ 821567 w 1805389"/>
                <a:gd name="connsiteY1" fmla="*/ 1335193 h 1805330"/>
                <a:gd name="connsiteX2" fmla="*/ 800410 w 1805389"/>
                <a:gd name="connsiteY2" fmla="*/ 1314036 h 1805330"/>
                <a:gd name="connsiteX3" fmla="*/ 800410 w 1805389"/>
                <a:gd name="connsiteY3" fmla="*/ 1221948 h 1805330"/>
                <a:gd name="connsiteX4" fmla="*/ 749342 w 1805389"/>
                <a:gd name="connsiteY4" fmla="*/ 1200616 h 1805330"/>
                <a:gd name="connsiteX5" fmla="*/ 684051 w 1805389"/>
                <a:gd name="connsiteY5" fmla="*/ 1265906 h 1805330"/>
                <a:gd name="connsiteX6" fmla="*/ 669124 w 1805389"/>
                <a:gd name="connsiteY6" fmla="*/ 1272077 h 1805330"/>
                <a:gd name="connsiteX7" fmla="*/ 669124 w 1805389"/>
                <a:gd name="connsiteY7" fmla="*/ 1272077 h 1805330"/>
                <a:gd name="connsiteX8" fmla="*/ 654197 w 1805389"/>
                <a:gd name="connsiteY8" fmla="*/ 1265906 h 1805330"/>
                <a:gd name="connsiteX9" fmla="*/ 539484 w 1805389"/>
                <a:gd name="connsiteY9" fmla="*/ 1151192 h 1805330"/>
                <a:gd name="connsiteX10" fmla="*/ 539484 w 1805389"/>
                <a:gd name="connsiteY10" fmla="*/ 1121221 h 1805330"/>
                <a:gd name="connsiteX11" fmla="*/ 604598 w 1805389"/>
                <a:gd name="connsiteY11" fmla="*/ 1056166 h 1805330"/>
                <a:gd name="connsiteX12" fmla="*/ 583618 w 1805389"/>
                <a:gd name="connsiteY12" fmla="*/ 1004979 h 1805330"/>
                <a:gd name="connsiteX13" fmla="*/ 491294 w 1805389"/>
                <a:gd name="connsiteY13" fmla="*/ 1004979 h 1805330"/>
                <a:gd name="connsiteX14" fmla="*/ 470138 w 1805389"/>
                <a:gd name="connsiteY14" fmla="*/ 983823 h 1805330"/>
                <a:gd name="connsiteX15" fmla="*/ 470138 w 1805389"/>
                <a:gd name="connsiteY15" fmla="*/ 821625 h 1805330"/>
                <a:gd name="connsiteX16" fmla="*/ 491294 w 1805389"/>
                <a:gd name="connsiteY16" fmla="*/ 800469 h 1805330"/>
                <a:gd name="connsiteX17" fmla="*/ 583383 w 1805389"/>
                <a:gd name="connsiteY17" fmla="*/ 800469 h 1805330"/>
                <a:gd name="connsiteX18" fmla="*/ 604715 w 1805389"/>
                <a:gd name="connsiteY18" fmla="*/ 749400 h 1805330"/>
                <a:gd name="connsiteX19" fmla="*/ 539484 w 1805389"/>
                <a:gd name="connsiteY19" fmla="*/ 684051 h 1805330"/>
                <a:gd name="connsiteX20" fmla="*/ 539484 w 1805389"/>
                <a:gd name="connsiteY20" fmla="*/ 654139 h 1805330"/>
                <a:gd name="connsiteX21" fmla="*/ 654139 w 1805389"/>
                <a:gd name="connsiteY21" fmla="*/ 539425 h 1805330"/>
                <a:gd name="connsiteX22" fmla="*/ 684051 w 1805389"/>
                <a:gd name="connsiteY22" fmla="*/ 539425 h 1805330"/>
                <a:gd name="connsiteX23" fmla="*/ 749165 w 1805389"/>
                <a:gd name="connsiteY23" fmla="*/ 604598 h 1805330"/>
                <a:gd name="connsiteX24" fmla="*/ 800410 w 1805389"/>
                <a:gd name="connsiteY24" fmla="*/ 583618 h 1805330"/>
                <a:gd name="connsiteX25" fmla="*/ 800410 w 1805389"/>
                <a:gd name="connsiteY25" fmla="*/ 491294 h 1805330"/>
                <a:gd name="connsiteX26" fmla="*/ 821567 w 1805389"/>
                <a:gd name="connsiteY26" fmla="*/ 470138 h 1805330"/>
                <a:gd name="connsiteX27" fmla="*/ 983764 w 1805389"/>
                <a:gd name="connsiteY27" fmla="*/ 470138 h 1805330"/>
                <a:gd name="connsiteX28" fmla="*/ 1004921 w 1805389"/>
                <a:gd name="connsiteY28" fmla="*/ 491294 h 1805330"/>
                <a:gd name="connsiteX29" fmla="*/ 1004921 w 1805389"/>
                <a:gd name="connsiteY29" fmla="*/ 583383 h 1805330"/>
                <a:gd name="connsiteX30" fmla="*/ 1055931 w 1805389"/>
                <a:gd name="connsiteY30" fmla="*/ 604715 h 1805330"/>
                <a:gd name="connsiteX31" fmla="*/ 1121162 w 1805389"/>
                <a:gd name="connsiteY31" fmla="*/ 539425 h 1805330"/>
                <a:gd name="connsiteX32" fmla="*/ 1151134 w 1805389"/>
                <a:gd name="connsiteY32" fmla="*/ 539425 h 1805330"/>
                <a:gd name="connsiteX33" fmla="*/ 1265847 w 1805389"/>
                <a:gd name="connsiteY33" fmla="*/ 654139 h 1805330"/>
                <a:gd name="connsiteX34" fmla="*/ 1272018 w 1805389"/>
                <a:gd name="connsiteY34" fmla="*/ 669066 h 1805330"/>
                <a:gd name="connsiteX35" fmla="*/ 1265847 w 1805389"/>
                <a:gd name="connsiteY35" fmla="*/ 683992 h 1805330"/>
                <a:gd name="connsiteX36" fmla="*/ 1200674 w 1805389"/>
                <a:gd name="connsiteY36" fmla="*/ 749107 h 1805330"/>
                <a:gd name="connsiteX37" fmla="*/ 1221654 w 1805389"/>
                <a:gd name="connsiteY37" fmla="*/ 800352 h 1805330"/>
                <a:gd name="connsiteX38" fmla="*/ 1314036 w 1805389"/>
                <a:gd name="connsiteY38" fmla="*/ 800352 h 1805330"/>
                <a:gd name="connsiteX39" fmla="*/ 1335193 w 1805389"/>
                <a:gd name="connsiteY39" fmla="*/ 821508 h 1805330"/>
                <a:gd name="connsiteX40" fmla="*/ 1335193 w 1805389"/>
                <a:gd name="connsiteY40" fmla="*/ 983706 h 1805330"/>
                <a:gd name="connsiteX41" fmla="*/ 1314036 w 1805389"/>
                <a:gd name="connsiteY41" fmla="*/ 1004862 h 1805330"/>
                <a:gd name="connsiteX42" fmla="*/ 1221948 w 1805389"/>
                <a:gd name="connsiteY42" fmla="*/ 1004862 h 1805330"/>
                <a:gd name="connsiteX43" fmla="*/ 1200616 w 1805389"/>
                <a:gd name="connsiteY43" fmla="*/ 1055872 h 1805330"/>
                <a:gd name="connsiteX44" fmla="*/ 1265906 w 1805389"/>
                <a:gd name="connsiteY44" fmla="*/ 1121103 h 1805330"/>
                <a:gd name="connsiteX45" fmla="*/ 1272077 w 1805389"/>
                <a:gd name="connsiteY45" fmla="*/ 1136089 h 1805330"/>
                <a:gd name="connsiteX46" fmla="*/ 1265906 w 1805389"/>
                <a:gd name="connsiteY46" fmla="*/ 1151075 h 1805330"/>
                <a:gd name="connsiteX47" fmla="*/ 1151192 w 1805389"/>
                <a:gd name="connsiteY47" fmla="*/ 1265789 h 1805330"/>
                <a:gd name="connsiteX48" fmla="*/ 1136207 w 1805389"/>
                <a:gd name="connsiteY48" fmla="*/ 1271959 h 1805330"/>
                <a:gd name="connsiteX49" fmla="*/ 1136207 w 1805389"/>
                <a:gd name="connsiteY49" fmla="*/ 1271959 h 1805330"/>
                <a:gd name="connsiteX50" fmla="*/ 1121221 w 1805389"/>
                <a:gd name="connsiteY50" fmla="*/ 1265789 h 1805330"/>
                <a:gd name="connsiteX51" fmla="*/ 1056166 w 1805389"/>
                <a:gd name="connsiteY51" fmla="*/ 1200616 h 1805330"/>
                <a:gd name="connsiteX52" fmla="*/ 1004979 w 1805389"/>
                <a:gd name="connsiteY52" fmla="*/ 1221596 h 1805330"/>
                <a:gd name="connsiteX53" fmla="*/ 1004979 w 1805389"/>
                <a:gd name="connsiteY53" fmla="*/ 1314036 h 1805330"/>
                <a:gd name="connsiteX54" fmla="*/ 983764 w 1805389"/>
                <a:gd name="connsiteY54" fmla="*/ 1335193 h 1805330"/>
                <a:gd name="connsiteX55" fmla="*/ 842723 w 1805389"/>
                <a:gd name="connsiteY55" fmla="*/ 1292880 h 1805330"/>
                <a:gd name="connsiteX56" fmla="*/ 962608 w 1805389"/>
                <a:gd name="connsiteY56" fmla="*/ 1292880 h 1805330"/>
                <a:gd name="connsiteX57" fmla="*/ 962608 w 1805389"/>
                <a:gd name="connsiteY57" fmla="*/ 1207550 h 1805330"/>
                <a:gd name="connsiteX58" fmla="*/ 975772 w 1805389"/>
                <a:gd name="connsiteY58" fmla="*/ 1187981 h 1805330"/>
                <a:gd name="connsiteX59" fmla="*/ 1053110 w 1805389"/>
                <a:gd name="connsiteY59" fmla="*/ 1156246 h 1805330"/>
                <a:gd name="connsiteX60" fmla="*/ 1076146 w 1805389"/>
                <a:gd name="connsiteY60" fmla="*/ 1160830 h 1805330"/>
                <a:gd name="connsiteX61" fmla="*/ 1136207 w 1805389"/>
                <a:gd name="connsiteY61" fmla="*/ 1221008 h 1805330"/>
                <a:gd name="connsiteX62" fmla="*/ 1221008 w 1805389"/>
                <a:gd name="connsiteY62" fmla="*/ 1136207 h 1805330"/>
                <a:gd name="connsiteX63" fmla="*/ 1160595 w 1805389"/>
                <a:gd name="connsiteY63" fmla="*/ 1075911 h 1805330"/>
                <a:gd name="connsiteX64" fmla="*/ 1156070 w 1805389"/>
                <a:gd name="connsiteY64" fmla="*/ 1052757 h 1805330"/>
                <a:gd name="connsiteX65" fmla="*/ 1188392 w 1805389"/>
                <a:gd name="connsiteY65" fmla="*/ 975654 h 1805330"/>
                <a:gd name="connsiteX66" fmla="*/ 1207903 w 1805389"/>
                <a:gd name="connsiteY66" fmla="*/ 962608 h 1805330"/>
                <a:gd name="connsiteX67" fmla="*/ 1292880 w 1805389"/>
                <a:gd name="connsiteY67" fmla="*/ 962608 h 1805330"/>
                <a:gd name="connsiteX68" fmla="*/ 1292880 w 1805389"/>
                <a:gd name="connsiteY68" fmla="*/ 842723 h 1805330"/>
                <a:gd name="connsiteX69" fmla="*/ 1207550 w 1805389"/>
                <a:gd name="connsiteY69" fmla="*/ 842723 h 1805330"/>
                <a:gd name="connsiteX70" fmla="*/ 1187981 w 1805389"/>
                <a:gd name="connsiteY70" fmla="*/ 829618 h 1805330"/>
                <a:gd name="connsiteX71" fmla="*/ 1156246 w 1805389"/>
                <a:gd name="connsiteY71" fmla="*/ 752280 h 1805330"/>
                <a:gd name="connsiteX72" fmla="*/ 1160830 w 1805389"/>
                <a:gd name="connsiteY72" fmla="*/ 729302 h 1805330"/>
                <a:gd name="connsiteX73" fmla="*/ 1221008 w 1805389"/>
                <a:gd name="connsiteY73" fmla="*/ 669183 h 1805330"/>
                <a:gd name="connsiteX74" fmla="*/ 1136207 w 1805389"/>
                <a:gd name="connsiteY74" fmla="*/ 584382 h 1805330"/>
                <a:gd name="connsiteX75" fmla="*/ 1075911 w 1805389"/>
                <a:gd name="connsiteY75" fmla="*/ 644736 h 1805330"/>
                <a:gd name="connsiteX76" fmla="*/ 1052757 w 1805389"/>
                <a:gd name="connsiteY76" fmla="*/ 649320 h 1805330"/>
                <a:gd name="connsiteX77" fmla="*/ 975654 w 1805389"/>
                <a:gd name="connsiteY77" fmla="*/ 617057 h 1805330"/>
                <a:gd name="connsiteX78" fmla="*/ 962608 w 1805389"/>
                <a:gd name="connsiteY78" fmla="*/ 597546 h 1805330"/>
                <a:gd name="connsiteX79" fmla="*/ 962608 w 1805389"/>
                <a:gd name="connsiteY79" fmla="*/ 512451 h 1805330"/>
                <a:gd name="connsiteX80" fmla="*/ 842723 w 1805389"/>
                <a:gd name="connsiteY80" fmla="*/ 512451 h 1805330"/>
                <a:gd name="connsiteX81" fmla="*/ 842723 w 1805389"/>
                <a:gd name="connsiteY81" fmla="*/ 597781 h 1805330"/>
                <a:gd name="connsiteX82" fmla="*/ 829618 w 1805389"/>
                <a:gd name="connsiteY82" fmla="*/ 617350 h 1805330"/>
                <a:gd name="connsiteX83" fmla="*/ 752280 w 1805389"/>
                <a:gd name="connsiteY83" fmla="*/ 649085 h 1805330"/>
                <a:gd name="connsiteX84" fmla="*/ 729302 w 1805389"/>
                <a:gd name="connsiteY84" fmla="*/ 644442 h 1805330"/>
                <a:gd name="connsiteX85" fmla="*/ 669183 w 1805389"/>
                <a:gd name="connsiteY85" fmla="*/ 584323 h 1805330"/>
                <a:gd name="connsiteX86" fmla="*/ 584441 w 1805389"/>
                <a:gd name="connsiteY86" fmla="*/ 669124 h 1805330"/>
                <a:gd name="connsiteX87" fmla="*/ 644795 w 1805389"/>
                <a:gd name="connsiteY87" fmla="*/ 729537 h 1805330"/>
                <a:gd name="connsiteX88" fmla="*/ 649320 w 1805389"/>
                <a:gd name="connsiteY88" fmla="*/ 752691 h 1805330"/>
                <a:gd name="connsiteX89" fmla="*/ 617057 w 1805389"/>
                <a:gd name="connsiteY89" fmla="*/ 829794 h 1805330"/>
                <a:gd name="connsiteX90" fmla="*/ 597546 w 1805389"/>
                <a:gd name="connsiteY90" fmla="*/ 842782 h 1805330"/>
                <a:gd name="connsiteX91" fmla="*/ 512451 w 1805389"/>
                <a:gd name="connsiteY91" fmla="*/ 842782 h 1805330"/>
                <a:gd name="connsiteX92" fmla="*/ 512451 w 1805389"/>
                <a:gd name="connsiteY92" fmla="*/ 962667 h 1805330"/>
                <a:gd name="connsiteX93" fmla="*/ 597781 w 1805389"/>
                <a:gd name="connsiteY93" fmla="*/ 962667 h 1805330"/>
                <a:gd name="connsiteX94" fmla="*/ 617350 w 1805389"/>
                <a:gd name="connsiteY94" fmla="*/ 975831 h 1805330"/>
                <a:gd name="connsiteX95" fmla="*/ 649085 w 1805389"/>
                <a:gd name="connsiteY95" fmla="*/ 1053169 h 1805330"/>
                <a:gd name="connsiteX96" fmla="*/ 644442 w 1805389"/>
                <a:gd name="connsiteY96" fmla="*/ 1076205 h 1805330"/>
                <a:gd name="connsiteX97" fmla="*/ 584382 w 1805389"/>
                <a:gd name="connsiteY97" fmla="*/ 1136265 h 1805330"/>
                <a:gd name="connsiteX98" fmla="*/ 669124 w 1805389"/>
                <a:gd name="connsiteY98" fmla="*/ 1221067 h 1805330"/>
                <a:gd name="connsiteX99" fmla="*/ 729537 w 1805389"/>
                <a:gd name="connsiteY99" fmla="*/ 1160654 h 1805330"/>
                <a:gd name="connsiteX100" fmla="*/ 752691 w 1805389"/>
                <a:gd name="connsiteY100" fmla="*/ 1156129 h 1805330"/>
                <a:gd name="connsiteX101" fmla="*/ 829794 w 1805389"/>
                <a:gd name="connsiteY101" fmla="*/ 1188451 h 1805330"/>
                <a:gd name="connsiteX102" fmla="*/ 842782 w 1805389"/>
                <a:gd name="connsiteY102" fmla="*/ 1207962 h 1805330"/>
                <a:gd name="connsiteX103" fmla="*/ 842723 w 1805389"/>
                <a:gd name="connsiteY103" fmla="*/ 1292880 h 1805330"/>
                <a:gd name="connsiteX104" fmla="*/ 842723 w 1805389"/>
                <a:gd name="connsiteY104" fmla="*/ 1292880 h 1805330"/>
                <a:gd name="connsiteX105" fmla="*/ 902665 w 1805389"/>
                <a:gd name="connsiteY105" fmla="*/ 1100124 h 1805330"/>
                <a:gd name="connsiteX106" fmla="*/ 705207 w 1805389"/>
                <a:gd name="connsiteY106" fmla="*/ 902665 h 1805330"/>
                <a:gd name="connsiteX107" fmla="*/ 902665 w 1805389"/>
                <a:gd name="connsiteY107" fmla="*/ 705207 h 1805330"/>
                <a:gd name="connsiteX108" fmla="*/ 1100124 w 1805389"/>
                <a:gd name="connsiteY108" fmla="*/ 902665 h 1805330"/>
                <a:gd name="connsiteX109" fmla="*/ 902665 w 1805389"/>
                <a:gd name="connsiteY109" fmla="*/ 1100124 h 1805330"/>
                <a:gd name="connsiteX110" fmla="*/ 902665 w 1805389"/>
                <a:gd name="connsiteY110" fmla="*/ 747520 h 1805330"/>
                <a:gd name="connsiteX111" fmla="*/ 747520 w 1805389"/>
                <a:gd name="connsiteY111" fmla="*/ 902665 h 1805330"/>
                <a:gd name="connsiteX112" fmla="*/ 902665 w 1805389"/>
                <a:gd name="connsiteY112" fmla="*/ 1057811 h 1805330"/>
                <a:gd name="connsiteX113" fmla="*/ 1057811 w 1805389"/>
                <a:gd name="connsiteY113" fmla="*/ 902665 h 1805330"/>
                <a:gd name="connsiteX114" fmla="*/ 902665 w 1805389"/>
                <a:gd name="connsiteY114" fmla="*/ 747520 h 1805330"/>
                <a:gd name="connsiteX115" fmla="*/ 902665 w 1805389"/>
                <a:gd name="connsiteY115" fmla="*/ 1805331 h 1805330"/>
                <a:gd name="connsiteX116" fmla="*/ 218614 w 1805389"/>
                <a:gd name="connsiteY116" fmla="*/ 1491631 h 1805330"/>
                <a:gd name="connsiteX117" fmla="*/ 218614 w 1805389"/>
                <a:gd name="connsiteY117" fmla="*/ 1725407 h 1805330"/>
                <a:gd name="connsiteX118" fmla="*/ 176302 w 1805389"/>
                <a:gd name="connsiteY118" fmla="*/ 1725407 h 1805330"/>
                <a:gd name="connsiteX119" fmla="*/ 176302 w 1805389"/>
                <a:gd name="connsiteY119" fmla="*/ 1410415 h 1805330"/>
                <a:gd name="connsiteX120" fmla="*/ 491294 w 1805389"/>
                <a:gd name="connsiteY120" fmla="*/ 1410415 h 1805330"/>
                <a:gd name="connsiteX121" fmla="*/ 491294 w 1805389"/>
                <a:gd name="connsiteY121" fmla="*/ 1452786 h 1805330"/>
                <a:gd name="connsiteX122" fmla="*/ 241122 w 1805389"/>
                <a:gd name="connsiteY122" fmla="*/ 1452786 h 1805330"/>
                <a:gd name="connsiteX123" fmla="*/ 902665 w 1805389"/>
                <a:gd name="connsiteY123" fmla="*/ 1763018 h 1805330"/>
                <a:gd name="connsiteX124" fmla="*/ 1763018 w 1805389"/>
                <a:gd name="connsiteY124" fmla="*/ 902665 h 1805330"/>
                <a:gd name="connsiteX125" fmla="*/ 1805390 w 1805389"/>
                <a:gd name="connsiteY125" fmla="*/ 902665 h 1805330"/>
                <a:gd name="connsiteX126" fmla="*/ 902665 w 1805389"/>
                <a:gd name="connsiteY126" fmla="*/ 1805331 h 1805330"/>
                <a:gd name="connsiteX127" fmla="*/ 42312 w 1805389"/>
                <a:gd name="connsiteY127" fmla="*/ 902665 h 1805330"/>
                <a:gd name="connsiteX128" fmla="*/ 0 w 1805389"/>
                <a:gd name="connsiteY128" fmla="*/ 902665 h 1805330"/>
                <a:gd name="connsiteX129" fmla="*/ 902665 w 1805389"/>
                <a:gd name="connsiteY129" fmla="*/ 0 h 1805330"/>
                <a:gd name="connsiteX130" fmla="*/ 1586717 w 1805389"/>
                <a:gd name="connsiteY130" fmla="*/ 313641 h 1805330"/>
                <a:gd name="connsiteX131" fmla="*/ 1586717 w 1805389"/>
                <a:gd name="connsiteY131" fmla="*/ 79924 h 1805330"/>
                <a:gd name="connsiteX132" fmla="*/ 1629088 w 1805389"/>
                <a:gd name="connsiteY132" fmla="*/ 79924 h 1805330"/>
                <a:gd name="connsiteX133" fmla="*/ 1629088 w 1805389"/>
                <a:gd name="connsiteY133" fmla="*/ 394916 h 1805330"/>
                <a:gd name="connsiteX134" fmla="*/ 1314036 w 1805389"/>
                <a:gd name="connsiteY134" fmla="*/ 394916 h 1805330"/>
                <a:gd name="connsiteX135" fmla="*/ 1314036 w 1805389"/>
                <a:gd name="connsiteY135" fmla="*/ 352604 h 1805330"/>
                <a:gd name="connsiteX136" fmla="*/ 1564209 w 1805389"/>
                <a:gd name="connsiteY136" fmla="*/ 352604 h 1805330"/>
                <a:gd name="connsiteX137" fmla="*/ 902665 w 1805389"/>
                <a:gd name="connsiteY137" fmla="*/ 42312 h 1805330"/>
                <a:gd name="connsiteX138" fmla="*/ 42312 w 1805389"/>
                <a:gd name="connsiteY138" fmla="*/ 902665 h 1805330"/>
                <a:gd name="connsiteX0" fmla="*/ 983764 w 1805390"/>
                <a:gd name="connsiteY0" fmla="*/ 1335193 h 1805331"/>
                <a:gd name="connsiteX1" fmla="*/ 821567 w 1805390"/>
                <a:gd name="connsiteY1" fmla="*/ 1335193 h 1805331"/>
                <a:gd name="connsiteX2" fmla="*/ 800410 w 1805390"/>
                <a:gd name="connsiteY2" fmla="*/ 1314036 h 1805331"/>
                <a:gd name="connsiteX3" fmla="*/ 800410 w 1805390"/>
                <a:gd name="connsiteY3" fmla="*/ 1221948 h 1805331"/>
                <a:gd name="connsiteX4" fmla="*/ 749342 w 1805390"/>
                <a:gd name="connsiteY4" fmla="*/ 1200616 h 1805331"/>
                <a:gd name="connsiteX5" fmla="*/ 684051 w 1805390"/>
                <a:gd name="connsiteY5" fmla="*/ 1265906 h 1805331"/>
                <a:gd name="connsiteX6" fmla="*/ 669124 w 1805390"/>
                <a:gd name="connsiteY6" fmla="*/ 1272077 h 1805331"/>
                <a:gd name="connsiteX7" fmla="*/ 669124 w 1805390"/>
                <a:gd name="connsiteY7" fmla="*/ 1272077 h 1805331"/>
                <a:gd name="connsiteX8" fmla="*/ 654197 w 1805390"/>
                <a:gd name="connsiteY8" fmla="*/ 1265906 h 1805331"/>
                <a:gd name="connsiteX9" fmla="*/ 539484 w 1805390"/>
                <a:gd name="connsiteY9" fmla="*/ 1151192 h 1805331"/>
                <a:gd name="connsiteX10" fmla="*/ 539484 w 1805390"/>
                <a:gd name="connsiteY10" fmla="*/ 1121221 h 1805331"/>
                <a:gd name="connsiteX11" fmla="*/ 604598 w 1805390"/>
                <a:gd name="connsiteY11" fmla="*/ 1056166 h 1805331"/>
                <a:gd name="connsiteX12" fmla="*/ 583618 w 1805390"/>
                <a:gd name="connsiteY12" fmla="*/ 1004979 h 1805331"/>
                <a:gd name="connsiteX13" fmla="*/ 491294 w 1805390"/>
                <a:gd name="connsiteY13" fmla="*/ 1004979 h 1805331"/>
                <a:gd name="connsiteX14" fmla="*/ 470138 w 1805390"/>
                <a:gd name="connsiteY14" fmla="*/ 983823 h 1805331"/>
                <a:gd name="connsiteX15" fmla="*/ 470138 w 1805390"/>
                <a:gd name="connsiteY15" fmla="*/ 821625 h 1805331"/>
                <a:gd name="connsiteX16" fmla="*/ 491294 w 1805390"/>
                <a:gd name="connsiteY16" fmla="*/ 800469 h 1805331"/>
                <a:gd name="connsiteX17" fmla="*/ 583383 w 1805390"/>
                <a:gd name="connsiteY17" fmla="*/ 800469 h 1805331"/>
                <a:gd name="connsiteX18" fmla="*/ 604715 w 1805390"/>
                <a:gd name="connsiteY18" fmla="*/ 749400 h 1805331"/>
                <a:gd name="connsiteX19" fmla="*/ 539484 w 1805390"/>
                <a:gd name="connsiteY19" fmla="*/ 684051 h 1805331"/>
                <a:gd name="connsiteX20" fmla="*/ 539484 w 1805390"/>
                <a:gd name="connsiteY20" fmla="*/ 654139 h 1805331"/>
                <a:gd name="connsiteX21" fmla="*/ 654139 w 1805390"/>
                <a:gd name="connsiteY21" fmla="*/ 539425 h 1805331"/>
                <a:gd name="connsiteX22" fmla="*/ 684051 w 1805390"/>
                <a:gd name="connsiteY22" fmla="*/ 539425 h 1805331"/>
                <a:gd name="connsiteX23" fmla="*/ 749165 w 1805390"/>
                <a:gd name="connsiteY23" fmla="*/ 604598 h 1805331"/>
                <a:gd name="connsiteX24" fmla="*/ 800410 w 1805390"/>
                <a:gd name="connsiteY24" fmla="*/ 583618 h 1805331"/>
                <a:gd name="connsiteX25" fmla="*/ 800410 w 1805390"/>
                <a:gd name="connsiteY25" fmla="*/ 491294 h 1805331"/>
                <a:gd name="connsiteX26" fmla="*/ 821567 w 1805390"/>
                <a:gd name="connsiteY26" fmla="*/ 470138 h 1805331"/>
                <a:gd name="connsiteX27" fmla="*/ 983764 w 1805390"/>
                <a:gd name="connsiteY27" fmla="*/ 470138 h 1805331"/>
                <a:gd name="connsiteX28" fmla="*/ 1004921 w 1805390"/>
                <a:gd name="connsiteY28" fmla="*/ 491294 h 1805331"/>
                <a:gd name="connsiteX29" fmla="*/ 1004921 w 1805390"/>
                <a:gd name="connsiteY29" fmla="*/ 583383 h 1805331"/>
                <a:gd name="connsiteX30" fmla="*/ 1055931 w 1805390"/>
                <a:gd name="connsiteY30" fmla="*/ 604715 h 1805331"/>
                <a:gd name="connsiteX31" fmla="*/ 1121162 w 1805390"/>
                <a:gd name="connsiteY31" fmla="*/ 539425 h 1805331"/>
                <a:gd name="connsiteX32" fmla="*/ 1151134 w 1805390"/>
                <a:gd name="connsiteY32" fmla="*/ 539425 h 1805331"/>
                <a:gd name="connsiteX33" fmla="*/ 1265847 w 1805390"/>
                <a:gd name="connsiteY33" fmla="*/ 654139 h 1805331"/>
                <a:gd name="connsiteX34" fmla="*/ 1272018 w 1805390"/>
                <a:gd name="connsiteY34" fmla="*/ 669066 h 1805331"/>
                <a:gd name="connsiteX35" fmla="*/ 1265847 w 1805390"/>
                <a:gd name="connsiteY35" fmla="*/ 683992 h 1805331"/>
                <a:gd name="connsiteX36" fmla="*/ 1200674 w 1805390"/>
                <a:gd name="connsiteY36" fmla="*/ 749107 h 1805331"/>
                <a:gd name="connsiteX37" fmla="*/ 1221654 w 1805390"/>
                <a:gd name="connsiteY37" fmla="*/ 800352 h 1805331"/>
                <a:gd name="connsiteX38" fmla="*/ 1314036 w 1805390"/>
                <a:gd name="connsiteY38" fmla="*/ 800352 h 1805331"/>
                <a:gd name="connsiteX39" fmla="*/ 1335193 w 1805390"/>
                <a:gd name="connsiteY39" fmla="*/ 821508 h 1805331"/>
                <a:gd name="connsiteX40" fmla="*/ 1335193 w 1805390"/>
                <a:gd name="connsiteY40" fmla="*/ 983706 h 1805331"/>
                <a:gd name="connsiteX41" fmla="*/ 1314036 w 1805390"/>
                <a:gd name="connsiteY41" fmla="*/ 1004862 h 1805331"/>
                <a:gd name="connsiteX42" fmla="*/ 1221948 w 1805390"/>
                <a:gd name="connsiteY42" fmla="*/ 1004862 h 1805331"/>
                <a:gd name="connsiteX43" fmla="*/ 1200616 w 1805390"/>
                <a:gd name="connsiteY43" fmla="*/ 1055872 h 1805331"/>
                <a:gd name="connsiteX44" fmla="*/ 1265906 w 1805390"/>
                <a:gd name="connsiteY44" fmla="*/ 1121103 h 1805331"/>
                <a:gd name="connsiteX45" fmla="*/ 1272077 w 1805390"/>
                <a:gd name="connsiteY45" fmla="*/ 1136089 h 1805331"/>
                <a:gd name="connsiteX46" fmla="*/ 1265906 w 1805390"/>
                <a:gd name="connsiteY46" fmla="*/ 1151075 h 1805331"/>
                <a:gd name="connsiteX47" fmla="*/ 1151192 w 1805390"/>
                <a:gd name="connsiteY47" fmla="*/ 1265789 h 1805331"/>
                <a:gd name="connsiteX48" fmla="*/ 1136207 w 1805390"/>
                <a:gd name="connsiteY48" fmla="*/ 1271959 h 1805331"/>
                <a:gd name="connsiteX49" fmla="*/ 1136207 w 1805390"/>
                <a:gd name="connsiteY49" fmla="*/ 1271959 h 1805331"/>
                <a:gd name="connsiteX50" fmla="*/ 1121221 w 1805390"/>
                <a:gd name="connsiteY50" fmla="*/ 1265789 h 1805331"/>
                <a:gd name="connsiteX51" fmla="*/ 1056166 w 1805390"/>
                <a:gd name="connsiteY51" fmla="*/ 1200616 h 1805331"/>
                <a:gd name="connsiteX52" fmla="*/ 1004979 w 1805390"/>
                <a:gd name="connsiteY52" fmla="*/ 1221596 h 1805331"/>
                <a:gd name="connsiteX53" fmla="*/ 1004979 w 1805390"/>
                <a:gd name="connsiteY53" fmla="*/ 1314036 h 1805331"/>
                <a:gd name="connsiteX54" fmla="*/ 983764 w 1805390"/>
                <a:gd name="connsiteY54" fmla="*/ 1335193 h 1805331"/>
                <a:gd name="connsiteX55" fmla="*/ 842723 w 1805390"/>
                <a:gd name="connsiteY55" fmla="*/ 1292880 h 1805331"/>
                <a:gd name="connsiteX56" fmla="*/ 962608 w 1805390"/>
                <a:gd name="connsiteY56" fmla="*/ 1292880 h 1805331"/>
                <a:gd name="connsiteX57" fmla="*/ 962608 w 1805390"/>
                <a:gd name="connsiteY57" fmla="*/ 1207550 h 1805331"/>
                <a:gd name="connsiteX58" fmla="*/ 975772 w 1805390"/>
                <a:gd name="connsiteY58" fmla="*/ 1187981 h 1805331"/>
                <a:gd name="connsiteX59" fmla="*/ 1053110 w 1805390"/>
                <a:gd name="connsiteY59" fmla="*/ 1156246 h 1805331"/>
                <a:gd name="connsiteX60" fmla="*/ 1076146 w 1805390"/>
                <a:gd name="connsiteY60" fmla="*/ 1160830 h 1805331"/>
                <a:gd name="connsiteX61" fmla="*/ 1136207 w 1805390"/>
                <a:gd name="connsiteY61" fmla="*/ 1221008 h 1805331"/>
                <a:gd name="connsiteX62" fmla="*/ 1221008 w 1805390"/>
                <a:gd name="connsiteY62" fmla="*/ 1136207 h 1805331"/>
                <a:gd name="connsiteX63" fmla="*/ 1160595 w 1805390"/>
                <a:gd name="connsiteY63" fmla="*/ 1075911 h 1805331"/>
                <a:gd name="connsiteX64" fmla="*/ 1156070 w 1805390"/>
                <a:gd name="connsiteY64" fmla="*/ 1052757 h 1805331"/>
                <a:gd name="connsiteX65" fmla="*/ 1188392 w 1805390"/>
                <a:gd name="connsiteY65" fmla="*/ 975654 h 1805331"/>
                <a:gd name="connsiteX66" fmla="*/ 1207903 w 1805390"/>
                <a:gd name="connsiteY66" fmla="*/ 962608 h 1805331"/>
                <a:gd name="connsiteX67" fmla="*/ 1292880 w 1805390"/>
                <a:gd name="connsiteY67" fmla="*/ 962608 h 1805331"/>
                <a:gd name="connsiteX68" fmla="*/ 1292880 w 1805390"/>
                <a:gd name="connsiteY68" fmla="*/ 842723 h 1805331"/>
                <a:gd name="connsiteX69" fmla="*/ 1207550 w 1805390"/>
                <a:gd name="connsiteY69" fmla="*/ 842723 h 1805331"/>
                <a:gd name="connsiteX70" fmla="*/ 1187981 w 1805390"/>
                <a:gd name="connsiteY70" fmla="*/ 829618 h 1805331"/>
                <a:gd name="connsiteX71" fmla="*/ 1156246 w 1805390"/>
                <a:gd name="connsiteY71" fmla="*/ 752280 h 1805331"/>
                <a:gd name="connsiteX72" fmla="*/ 1160830 w 1805390"/>
                <a:gd name="connsiteY72" fmla="*/ 729302 h 1805331"/>
                <a:gd name="connsiteX73" fmla="*/ 1221008 w 1805390"/>
                <a:gd name="connsiteY73" fmla="*/ 669183 h 1805331"/>
                <a:gd name="connsiteX74" fmla="*/ 1136207 w 1805390"/>
                <a:gd name="connsiteY74" fmla="*/ 584382 h 1805331"/>
                <a:gd name="connsiteX75" fmla="*/ 1075911 w 1805390"/>
                <a:gd name="connsiteY75" fmla="*/ 644736 h 1805331"/>
                <a:gd name="connsiteX76" fmla="*/ 1052757 w 1805390"/>
                <a:gd name="connsiteY76" fmla="*/ 649320 h 1805331"/>
                <a:gd name="connsiteX77" fmla="*/ 975654 w 1805390"/>
                <a:gd name="connsiteY77" fmla="*/ 617057 h 1805331"/>
                <a:gd name="connsiteX78" fmla="*/ 962608 w 1805390"/>
                <a:gd name="connsiteY78" fmla="*/ 597546 h 1805331"/>
                <a:gd name="connsiteX79" fmla="*/ 962608 w 1805390"/>
                <a:gd name="connsiteY79" fmla="*/ 512451 h 1805331"/>
                <a:gd name="connsiteX80" fmla="*/ 842723 w 1805390"/>
                <a:gd name="connsiteY80" fmla="*/ 512451 h 1805331"/>
                <a:gd name="connsiteX81" fmla="*/ 842723 w 1805390"/>
                <a:gd name="connsiteY81" fmla="*/ 597781 h 1805331"/>
                <a:gd name="connsiteX82" fmla="*/ 829618 w 1805390"/>
                <a:gd name="connsiteY82" fmla="*/ 617350 h 1805331"/>
                <a:gd name="connsiteX83" fmla="*/ 752280 w 1805390"/>
                <a:gd name="connsiteY83" fmla="*/ 649085 h 1805331"/>
                <a:gd name="connsiteX84" fmla="*/ 729302 w 1805390"/>
                <a:gd name="connsiteY84" fmla="*/ 644442 h 1805331"/>
                <a:gd name="connsiteX85" fmla="*/ 669183 w 1805390"/>
                <a:gd name="connsiteY85" fmla="*/ 584323 h 1805331"/>
                <a:gd name="connsiteX86" fmla="*/ 584441 w 1805390"/>
                <a:gd name="connsiteY86" fmla="*/ 669124 h 1805331"/>
                <a:gd name="connsiteX87" fmla="*/ 644795 w 1805390"/>
                <a:gd name="connsiteY87" fmla="*/ 729537 h 1805331"/>
                <a:gd name="connsiteX88" fmla="*/ 649320 w 1805390"/>
                <a:gd name="connsiteY88" fmla="*/ 752691 h 1805331"/>
                <a:gd name="connsiteX89" fmla="*/ 617057 w 1805390"/>
                <a:gd name="connsiteY89" fmla="*/ 829794 h 1805331"/>
                <a:gd name="connsiteX90" fmla="*/ 597546 w 1805390"/>
                <a:gd name="connsiteY90" fmla="*/ 842782 h 1805331"/>
                <a:gd name="connsiteX91" fmla="*/ 512451 w 1805390"/>
                <a:gd name="connsiteY91" fmla="*/ 842782 h 1805331"/>
                <a:gd name="connsiteX92" fmla="*/ 512451 w 1805390"/>
                <a:gd name="connsiteY92" fmla="*/ 962667 h 1805331"/>
                <a:gd name="connsiteX93" fmla="*/ 597781 w 1805390"/>
                <a:gd name="connsiteY93" fmla="*/ 962667 h 1805331"/>
                <a:gd name="connsiteX94" fmla="*/ 617350 w 1805390"/>
                <a:gd name="connsiteY94" fmla="*/ 975831 h 1805331"/>
                <a:gd name="connsiteX95" fmla="*/ 649085 w 1805390"/>
                <a:gd name="connsiteY95" fmla="*/ 1053169 h 1805331"/>
                <a:gd name="connsiteX96" fmla="*/ 644442 w 1805390"/>
                <a:gd name="connsiteY96" fmla="*/ 1076205 h 1805331"/>
                <a:gd name="connsiteX97" fmla="*/ 584382 w 1805390"/>
                <a:gd name="connsiteY97" fmla="*/ 1136265 h 1805331"/>
                <a:gd name="connsiteX98" fmla="*/ 669124 w 1805390"/>
                <a:gd name="connsiteY98" fmla="*/ 1221067 h 1805331"/>
                <a:gd name="connsiteX99" fmla="*/ 729537 w 1805390"/>
                <a:gd name="connsiteY99" fmla="*/ 1160654 h 1805331"/>
                <a:gd name="connsiteX100" fmla="*/ 752691 w 1805390"/>
                <a:gd name="connsiteY100" fmla="*/ 1156129 h 1805331"/>
                <a:gd name="connsiteX101" fmla="*/ 829794 w 1805390"/>
                <a:gd name="connsiteY101" fmla="*/ 1188451 h 1805331"/>
                <a:gd name="connsiteX102" fmla="*/ 842782 w 1805390"/>
                <a:gd name="connsiteY102" fmla="*/ 1207962 h 1805331"/>
                <a:gd name="connsiteX103" fmla="*/ 842723 w 1805390"/>
                <a:gd name="connsiteY103" fmla="*/ 1292880 h 1805331"/>
                <a:gd name="connsiteX104" fmla="*/ 842723 w 1805390"/>
                <a:gd name="connsiteY104" fmla="*/ 1292880 h 1805331"/>
                <a:gd name="connsiteX105" fmla="*/ 902665 w 1805390"/>
                <a:gd name="connsiteY105" fmla="*/ 1100124 h 1805331"/>
                <a:gd name="connsiteX106" fmla="*/ 705207 w 1805390"/>
                <a:gd name="connsiteY106" fmla="*/ 902665 h 1805331"/>
                <a:gd name="connsiteX107" fmla="*/ 902665 w 1805390"/>
                <a:gd name="connsiteY107" fmla="*/ 705207 h 1805331"/>
                <a:gd name="connsiteX108" fmla="*/ 1100124 w 1805390"/>
                <a:gd name="connsiteY108" fmla="*/ 902665 h 1805331"/>
                <a:gd name="connsiteX109" fmla="*/ 902665 w 1805390"/>
                <a:gd name="connsiteY109" fmla="*/ 1100124 h 1805331"/>
                <a:gd name="connsiteX110" fmla="*/ 902665 w 1805390"/>
                <a:gd name="connsiteY110" fmla="*/ 747520 h 1805331"/>
                <a:gd name="connsiteX111" fmla="*/ 747520 w 1805390"/>
                <a:gd name="connsiteY111" fmla="*/ 902665 h 1805331"/>
                <a:gd name="connsiteX112" fmla="*/ 902665 w 1805390"/>
                <a:gd name="connsiteY112" fmla="*/ 1057811 h 1805331"/>
                <a:gd name="connsiteX113" fmla="*/ 1057811 w 1805390"/>
                <a:gd name="connsiteY113" fmla="*/ 902665 h 1805331"/>
                <a:gd name="connsiteX114" fmla="*/ 902665 w 1805390"/>
                <a:gd name="connsiteY114" fmla="*/ 747520 h 1805331"/>
                <a:gd name="connsiteX115" fmla="*/ 902665 w 1805390"/>
                <a:gd name="connsiteY115" fmla="*/ 1805331 h 1805331"/>
                <a:gd name="connsiteX116" fmla="*/ 218614 w 1805390"/>
                <a:gd name="connsiteY116" fmla="*/ 1491631 h 1805331"/>
                <a:gd name="connsiteX117" fmla="*/ 218614 w 1805390"/>
                <a:gd name="connsiteY117" fmla="*/ 1725407 h 1805331"/>
                <a:gd name="connsiteX118" fmla="*/ 176302 w 1805390"/>
                <a:gd name="connsiteY118" fmla="*/ 1725407 h 1805331"/>
                <a:gd name="connsiteX119" fmla="*/ 176302 w 1805390"/>
                <a:gd name="connsiteY119" fmla="*/ 1410415 h 1805331"/>
                <a:gd name="connsiteX120" fmla="*/ 491294 w 1805390"/>
                <a:gd name="connsiteY120" fmla="*/ 1410415 h 1805331"/>
                <a:gd name="connsiteX121" fmla="*/ 491294 w 1805390"/>
                <a:gd name="connsiteY121" fmla="*/ 1452786 h 1805331"/>
                <a:gd name="connsiteX122" fmla="*/ 241122 w 1805390"/>
                <a:gd name="connsiteY122" fmla="*/ 1452786 h 1805331"/>
                <a:gd name="connsiteX123" fmla="*/ 902665 w 1805390"/>
                <a:gd name="connsiteY123" fmla="*/ 1763018 h 1805331"/>
                <a:gd name="connsiteX124" fmla="*/ 1805390 w 1805390"/>
                <a:gd name="connsiteY124" fmla="*/ 902665 h 1805331"/>
                <a:gd name="connsiteX125" fmla="*/ 902665 w 1805390"/>
                <a:gd name="connsiteY125" fmla="*/ 1805331 h 1805331"/>
                <a:gd name="connsiteX126" fmla="*/ 42312 w 1805390"/>
                <a:gd name="connsiteY126" fmla="*/ 902665 h 1805331"/>
                <a:gd name="connsiteX127" fmla="*/ 0 w 1805390"/>
                <a:gd name="connsiteY127" fmla="*/ 902665 h 1805331"/>
                <a:gd name="connsiteX128" fmla="*/ 902665 w 1805390"/>
                <a:gd name="connsiteY128" fmla="*/ 0 h 1805331"/>
                <a:gd name="connsiteX129" fmla="*/ 1586717 w 1805390"/>
                <a:gd name="connsiteY129" fmla="*/ 313641 h 1805331"/>
                <a:gd name="connsiteX130" fmla="*/ 1586717 w 1805390"/>
                <a:gd name="connsiteY130" fmla="*/ 79924 h 1805331"/>
                <a:gd name="connsiteX131" fmla="*/ 1629088 w 1805390"/>
                <a:gd name="connsiteY131" fmla="*/ 79924 h 1805331"/>
                <a:gd name="connsiteX132" fmla="*/ 1629088 w 1805390"/>
                <a:gd name="connsiteY132" fmla="*/ 394916 h 1805331"/>
                <a:gd name="connsiteX133" fmla="*/ 1314036 w 1805390"/>
                <a:gd name="connsiteY133" fmla="*/ 394916 h 1805331"/>
                <a:gd name="connsiteX134" fmla="*/ 1314036 w 1805390"/>
                <a:gd name="connsiteY134" fmla="*/ 352604 h 1805331"/>
                <a:gd name="connsiteX135" fmla="*/ 1564209 w 1805390"/>
                <a:gd name="connsiteY135" fmla="*/ 352604 h 1805331"/>
                <a:gd name="connsiteX136" fmla="*/ 902665 w 1805390"/>
                <a:gd name="connsiteY136" fmla="*/ 42312 h 1805331"/>
                <a:gd name="connsiteX137" fmla="*/ 42312 w 1805390"/>
                <a:gd name="connsiteY137" fmla="*/ 902665 h 1805331"/>
                <a:gd name="connsiteX0" fmla="*/ 983764 w 1629088"/>
                <a:gd name="connsiteY0" fmla="*/ 1335193 h 1827528"/>
                <a:gd name="connsiteX1" fmla="*/ 821567 w 1629088"/>
                <a:gd name="connsiteY1" fmla="*/ 1335193 h 1827528"/>
                <a:gd name="connsiteX2" fmla="*/ 800410 w 1629088"/>
                <a:gd name="connsiteY2" fmla="*/ 1314036 h 1827528"/>
                <a:gd name="connsiteX3" fmla="*/ 800410 w 1629088"/>
                <a:gd name="connsiteY3" fmla="*/ 1221948 h 1827528"/>
                <a:gd name="connsiteX4" fmla="*/ 749342 w 1629088"/>
                <a:gd name="connsiteY4" fmla="*/ 1200616 h 1827528"/>
                <a:gd name="connsiteX5" fmla="*/ 684051 w 1629088"/>
                <a:gd name="connsiteY5" fmla="*/ 1265906 h 1827528"/>
                <a:gd name="connsiteX6" fmla="*/ 669124 w 1629088"/>
                <a:gd name="connsiteY6" fmla="*/ 1272077 h 1827528"/>
                <a:gd name="connsiteX7" fmla="*/ 669124 w 1629088"/>
                <a:gd name="connsiteY7" fmla="*/ 1272077 h 1827528"/>
                <a:gd name="connsiteX8" fmla="*/ 654197 w 1629088"/>
                <a:gd name="connsiteY8" fmla="*/ 1265906 h 1827528"/>
                <a:gd name="connsiteX9" fmla="*/ 539484 w 1629088"/>
                <a:gd name="connsiteY9" fmla="*/ 1151192 h 1827528"/>
                <a:gd name="connsiteX10" fmla="*/ 539484 w 1629088"/>
                <a:gd name="connsiteY10" fmla="*/ 1121221 h 1827528"/>
                <a:gd name="connsiteX11" fmla="*/ 604598 w 1629088"/>
                <a:gd name="connsiteY11" fmla="*/ 1056166 h 1827528"/>
                <a:gd name="connsiteX12" fmla="*/ 583618 w 1629088"/>
                <a:gd name="connsiteY12" fmla="*/ 1004979 h 1827528"/>
                <a:gd name="connsiteX13" fmla="*/ 491294 w 1629088"/>
                <a:gd name="connsiteY13" fmla="*/ 1004979 h 1827528"/>
                <a:gd name="connsiteX14" fmla="*/ 470138 w 1629088"/>
                <a:gd name="connsiteY14" fmla="*/ 983823 h 1827528"/>
                <a:gd name="connsiteX15" fmla="*/ 470138 w 1629088"/>
                <a:gd name="connsiteY15" fmla="*/ 821625 h 1827528"/>
                <a:gd name="connsiteX16" fmla="*/ 491294 w 1629088"/>
                <a:gd name="connsiteY16" fmla="*/ 800469 h 1827528"/>
                <a:gd name="connsiteX17" fmla="*/ 583383 w 1629088"/>
                <a:gd name="connsiteY17" fmla="*/ 800469 h 1827528"/>
                <a:gd name="connsiteX18" fmla="*/ 604715 w 1629088"/>
                <a:gd name="connsiteY18" fmla="*/ 749400 h 1827528"/>
                <a:gd name="connsiteX19" fmla="*/ 539484 w 1629088"/>
                <a:gd name="connsiteY19" fmla="*/ 684051 h 1827528"/>
                <a:gd name="connsiteX20" fmla="*/ 539484 w 1629088"/>
                <a:gd name="connsiteY20" fmla="*/ 654139 h 1827528"/>
                <a:gd name="connsiteX21" fmla="*/ 654139 w 1629088"/>
                <a:gd name="connsiteY21" fmla="*/ 539425 h 1827528"/>
                <a:gd name="connsiteX22" fmla="*/ 684051 w 1629088"/>
                <a:gd name="connsiteY22" fmla="*/ 539425 h 1827528"/>
                <a:gd name="connsiteX23" fmla="*/ 749165 w 1629088"/>
                <a:gd name="connsiteY23" fmla="*/ 604598 h 1827528"/>
                <a:gd name="connsiteX24" fmla="*/ 800410 w 1629088"/>
                <a:gd name="connsiteY24" fmla="*/ 583618 h 1827528"/>
                <a:gd name="connsiteX25" fmla="*/ 800410 w 1629088"/>
                <a:gd name="connsiteY25" fmla="*/ 491294 h 1827528"/>
                <a:gd name="connsiteX26" fmla="*/ 821567 w 1629088"/>
                <a:gd name="connsiteY26" fmla="*/ 470138 h 1827528"/>
                <a:gd name="connsiteX27" fmla="*/ 983764 w 1629088"/>
                <a:gd name="connsiteY27" fmla="*/ 470138 h 1827528"/>
                <a:gd name="connsiteX28" fmla="*/ 1004921 w 1629088"/>
                <a:gd name="connsiteY28" fmla="*/ 491294 h 1827528"/>
                <a:gd name="connsiteX29" fmla="*/ 1004921 w 1629088"/>
                <a:gd name="connsiteY29" fmla="*/ 583383 h 1827528"/>
                <a:gd name="connsiteX30" fmla="*/ 1055931 w 1629088"/>
                <a:gd name="connsiteY30" fmla="*/ 604715 h 1827528"/>
                <a:gd name="connsiteX31" fmla="*/ 1121162 w 1629088"/>
                <a:gd name="connsiteY31" fmla="*/ 539425 h 1827528"/>
                <a:gd name="connsiteX32" fmla="*/ 1151134 w 1629088"/>
                <a:gd name="connsiteY32" fmla="*/ 539425 h 1827528"/>
                <a:gd name="connsiteX33" fmla="*/ 1265847 w 1629088"/>
                <a:gd name="connsiteY33" fmla="*/ 654139 h 1827528"/>
                <a:gd name="connsiteX34" fmla="*/ 1272018 w 1629088"/>
                <a:gd name="connsiteY34" fmla="*/ 669066 h 1827528"/>
                <a:gd name="connsiteX35" fmla="*/ 1265847 w 1629088"/>
                <a:gd name="connsiteY35" fmla="*/ 683992 h 1827528"/>
                <a:gd name="connsiteX36" fmla="*/ 1200674 w 1629088"/>
                <a:gd name="connsiteY36" fmla="*/ 749107 h 1827528"/>
                <a:gd name="connsiteX37" fmla="*/ 1221654 w 1629088"/>
                <a:gd name="connsiteY37" fmla="*/ 800352 h 1827528"/>
                <a:gd name="connsiteX38" fmla="*/ 1314036 w 1629088"/>
                <a:gd name="connsiteY38" fmla="*/ 800352 h 1827528"/>
                <a:gd name="connsiteX39" fmla="*/ 1335193 w 1629088"/>
                <a:gd name="connsiteY39" fmla="*/ 821508 h 1827528"/>
                <a:gd name="connsiteX40" fmla="*/ 1335193 w 1629088"/>
                <a:gd name="connsiteY40" fmla="*/ 983706 h 1827528"/>
                <a:gd name="connsiteX41" fmla="*/ 1314036 w 1629088"/>
                <a:gd name="connsiteY41" fmla="*/ 1004862 h 1827528"/>
                <a:gd name="connsiteX42" fmla="*/ 1221948 w 1629088"/>
                <a:gd name="connsiteY42" fmla="*/ 1004862 h 1827528"/>
                <a:gd name="connsiteX43" fmla="*/ 1200616 w 1629088"/>
                <a:gd name="connsiteY43" fmla="*/ 1055872 h 1827528"/>
                <a:gd name="connsiteX44" fmla="*/ 1265906 w 1629088"/>
                <a:gd name="connsiteY44" fmla="*/ 1121103 h 1827528"/>
                <a:gd name="connsiteX45" fmla="*/ 1272077 w 1629088"/>
                <a:gd name="connsiteY45" fmla="*/ 1136089 h 1827528"/>
                <a:gd name="connsiteX46" fmla="*/ 1265906 w 1629088"/>
                <a:gd name="connsiteY46" fmla="*/ 1151075 h 1827528"/>
                <a:gd name="connsiteX47" fmla="*/ 1151192 w 1629088"/>
                <a:gd name="connsiteY47" fmla="*/ 1265789 h 1827528"/>
                <a:gd name="connsiteX48" fmla="*/ 1136207 w 1629088"/>
                <a:gd name="connsiteY48" fmla="*/ 1271959 h 1827528"/>
                <a:gd name="connsiteX49" fmla="*/ 1136207 w 1629088"/>
                <a:gd name="connsiteY49" fmla="*/ 1271959 h 1827528"/>
                <a:gd name="connsiteX50" fmla="*/ 1121221 w 1629088"/>
                <a:gd name="connsiteY50" fmla="*/ 1265789 h 1827528"/>
                <a:gd name="connsiteX51" fmla="*/ 1056166 w 1629088"/>
                <a:gd name="connsiteY51" fmla="*/ 1200616 h 1827528"/>
                <a:gd name="connsiteX52" fmla="*/ 1004979 w 1629088"/>
                <a:gd name="connsiteY52" fmla="*/ 1221596 h 1827528"/>
                <a:gd name="connsiteX53" fmla="*/ 1004979 w 1629088"/>
                <a:gd name="connsiteY53" fmla="*/ 1314036 h 1827528"/>
                <a:gd name="connsiteX54" fmla="*/ 983764 w 1629088"/>
                <a:gd name="connsiteY54" fmla="*/ 1335193 h 1827528"/>
                <a:gd name="connsiteX55" fmla="*/ 842723 w 1629088"/>
                <a:gd name="connsiteY55" fmla="*/ 1292880 h 1827528"/>
                <a:gd name="connsiteX56" fmla="*/ 962608 w 1629088"/>
                <a:gd name="connsiteY56" fmla="*/ 1292880 h 1827528"/>
                <a:gd name="connsiteX57" fmla="*/ 962608 w 1629088"/>
                <a:gd name="connsiteY57" fmla="*/ 1207550 h 1827528"/>
                <a:gd name="connsiteX58" fmla="*/ 975772 w 1629088"/>
                <a:gd name="connsiteY58" fmla="*/ 1187981 h 1827528"/>
                <a:gd name="connsiteX59" fmla="*/ 1053110 w 1629088"/>
                <a:gd name="connsiteY59" fmla="*/ 1156246 h 1827528"/>
                <a:gd name="connsiteX60" fmla="*/ 1076146 w 1629088"/>
                <a:gd name="connsiteY60" fmla="*/ 1160830 h 1827528"/>
                <a:gd name="connsiteX61" fmla="*/ 1136207 w 1629088"/>
                <a:gd name="connsiteY61" fmla="*/ 1221008 h 1827528"/>
                <a:gd name="connsiteX62" fmla="*/ 1221008 w 1629088"/>
                <a:gd name="connsiteY62" fmla="*/ 1136207 h 1827528"/>
                <a:gd name="connsiteX63" fmla="*/ 1160595 w 1629088"/>
                <a:gd name="connsiteY63" fmla="*/ 1075911 h 1827528"/>
                <a:gd name="connsiteX64" fmla="*/ 1156070 w 1629088"/>
                <a:gd name="connsiteY64" fmla="*/ 1052757 h 1827528"/>
                <a:gd name="connsiteX65" fmla="*/ 1188392 w 1629088"/>
                <a:gd name="connsiteY65" fmla="*/ 975654 h 1827528"/>
                <a:gd name="connsiteX66" fmla="*/ 1207903 w 1629088"/>
                <a:gd name="connsiteY66" fmla="*/ 962608 h 1827528"/>
                <a:gd name="connsiteX67" fmla="*/ 1292880 w 1629088"/>
                <a:gd name="connsiteY67" fmla="*/ 962608 h 1827528"/>
                <a:gd name="connsiteX68" fmla="*/ 1292880 w 1629088"/>
                <a:gd name="connsiteY68" fmla="*/ 842723 h 1827528"/>
                <a:gd name="connsiteX69" fmla="*/ 1207550 w 1629088"/>
                <a:gd name="connsiteY69" fmla="*/ 842723 h 1827528"/>
                <a:gd name="connsiteX70" fmla="*/ 1187981 w 1629088"/>
                <a:gd name="connsiteY70" fmla="*/ 829618 h 1827528"/>
                <a:gd name="connsiteX71" fmla="*/ 1156246 w 1629088"/>
                <a:gd name="connsiteY71" fmla="*/ 752280 h 1827528"/>
                <a:gd name="connsiteX72" fmla="*/ 1160830 w 1629088"/>
                <a:gd name="connsiteY72" fmla="*/ 729302 h 1827528"/>
                <a:gd name="connsiteX73" fmla="*/ 1221008 w 1629088"/>
                <a:gd name="connsiteY73" fmla="*/ 669183 h 1827528"/>
                <a:gd name="connsiteX74" fmla="*/ 1136207 w 1629088"/>
                <a:gd name="connsiteY74" fmla="*/ 584382 h 1827528"/>
                <a:gd name="connsiteX75" fmla="*/ 1075911 w 1629088"/>
                <a:gd name="connsiteY75" fmla="*/ 644736 h 1827528"/>
                <a:gd name="connsiteX76" fmla="*/ 1052757 w 1629088"/>
                <a:gd name="connsiteY76" fmla="*/ 649320 h 1827528"/>
                <a:gd name="connsiteX77" fmla="*/ 975654 w 1629088"/>
                <a:gd name="connsiteY77" fmla="*/ 617057 h 1827528"/>
                <a:gd name="connsiteX78" fmla="*/ 962608 w 1629088"/>
                <a:gd name="connsiteY78" fmla="*/ 597546 h 1827528"/>
                <a:gd name="connsiteX79" fmla="*/ 962608 w 1629088"/>
                <a:gd name="connsiteY79" fmla="*/ 512451 h 1827528"/>
                <a:gd name="connsiteX80" fmla="*/ 842723 w 1629088"/>
                <a:gd name="connsiteY80" fmla="*/ 512451 h 1827528"/>
                <a:gd name="connsiteX81" fmla="*/ 842723 w 1629088"/>
                <a:gd name="connsiteY81" fmla="*/ 597781 h 1827528"/>
                <a:gd name="connsiteX82" fmla="*/ 829618 w 1629088"/>
                <a:gd name="connsiteY82" fmla="*/ 617350 h 1827528"/>
                <a:gd name="connsiteX83" fmla="*/ 752280 w 1629088"/>
                <a:gd name="connsiteY83" fmla="*/ 649085 h 1827528"/>
                <a:gd name="connsiteX84" fmla="*/ 729302 w 1629088"/>
                <a:gd name="connsiteY84" fmla="*/ 644442 h 1827528"/>
                <a:gd name="connsiteX85" fmla="*/ 669183 w 1629088"/>
                <a:gd name="connsiteY85" fmla="*/ 584323 h 1827528"/>
                <a:gd name="connsiteX86" fmla="*/ 584441 w 1629088"/>
                <a:gd name="connsiteY86" fmla="*/ 669124 h 1827528"/>
                <a:gd name="connsiteX87" fmla="*/ 644795 w 1629088"/>
                <a:gd name="connsiteY87" fmla="*/ 729537 h 1827528"/>
                <a:gd name="connsiteX88" fmla="*/ 649320 w 1629088"/>
                <a:gd name="connsiteY88" fmla="*/ 752691 h 1827528"/>
                <a:gd name="connsiteX89" fmla="*/ 617057 w 1629088"/>
                <a:gd name="connsiteY89" fmla="*/ 829794 h 1827528"/>
                <a:gd name="connsiteX90" fmla="*/ 597546 w 1629088"/>
                <a:gd name="connsiteY90" fmla="*/ 842782 h 1827528"/>
                <a:gd name="connsiteX91" fmla="*/ 512451 w 1629088"/>
                <a:gd name="connsiteY91" fmla="*/ 842782 h 1827528"/>
                <a:gd name="connsiteX92" fmla="*/ 512451 w 1629088"/>
                <a:gd name="connsiteY92" fmla="*/ 962667 h 1827528"/>
                <a:gd name="connsiteX93" fmla="*/ 597781 w 1629088"/>
                <a:gd name="connsiteY93" fmla="*/ 962667 h 1827528"/>
                <a:gd name="connsiteX94" fmla="*/ 617350 w 1629088"/>
                <a:gd name="connsiteY94" fmla="*/ 975831 h 1827528"/>
                <a:gd name="connsiteX95" fmla="*/ 649085 w 1629088"/>
                <a:gd name="connsiteY95" fmla="*/ 1053169 h 1827528"/>
                <a:gd name="connsiteX96" fmla="*/ 644442 w 1629088"/>
                <a:gd name="connsiteY96" fmla="*/ 1076205 h 1827528"/>
                <a:gd name="connsiteX97" fmla="*/ 584382 w 1629088"/>
                <a:gd name="connsiteY97" fmla="*/ 1136265 h 1827528"/>
                <a:gd name="connsiteX98" fmla="*/ 669124 w 1629088"/>
                <a:gd name="connsiteY98" fmla="*/ 1221067 h 1827528"/>
                <a:gd name="connsiteX99" fmla="*/ 729537 w 1629088"/>
                <a:gd name="connsiteY99" fmla="*/ 1160654 h 1827528"/>
                <a:gd name="connsiteX100" fmla="*/ 752691 w 1629088"/>
                <a:gd name="connsiteY100" fmla="*/ 1156129 h 1827528"/>
                <a:gd name="connsiteX101" fmla="*/ 829794 w 1629088"/>
                <a:gd name="connsiteY101" fmla="*/ 1188451 h 1827528"/>
                <a:gd name="connsiteX102" fmla="*/ 842782 w 1629088"/>
                <a:gd name="connsiteY102" fmla="*/ 1207962 h 1827528"/>
                <a:gd name="connsiteX103" fmla="*/ 842723 w 1629088"/>
                <a:gd name="connsiteY103" fmla="*/ 1292880 h 1827528"/>
                <a:gd name="connsiteX104" fmla="*/ 842723 w 1629088"/>
                <a:gd name="connsiteY104" fmla="*/ 1292880 h 1827528"/>
                <a:gd name="connsiteX105" fmla="*/ 902665 w 1629088"/>
                <a:gd name="connsiteY105" fmla="*/ 1100124 h 1827528"/>
                <a:gd name="connsiteX106" fmla="*/ 705207 w 1629088"/>
                <a:gd name="connsiteY106" fmla="*/ 902665 h 1827528"/>
                <a:gd name="connsiteX107" fmla="*/ 902665 w 1629088"/>
                <a:gd name="connsiteY107" fmla="*/ 705207 h 1827528"/>
                <a:gd name="connsiteX108" fmla="*/ 1100124 w 1629088"/>
                <a:gd name="connsiteY108" fmla="*/ 902665 h 1827528"/>
                <a:gd name="connsiteX109" fmla="*/ 902665 w 1629088"/>
                <a:gd name="connsiteY109" fmla="*/ 1100124 h 1827528"/>
                <a:gd name="connsiteX110" fmla="*/ 902665 w 1629088"/>
                <a:gd name="connsiteY110" fmla="*/ 747520 h 1827528"/>
                <a:gd name="connsiteX111" fmla="*/ 747520 w 1629088"/>
                <a:gd name="connsiteY111" fmla="*/ 902665 h 1827528"/>
                <a:gd name="connsiteX112" fmla="*/ 902665 w 1629088"/>
                <a:gd name="connsiteY112" fmla="*/ 1057811 h 1827528"/>
                <a:gd name="connsiteX113" fmla="*/ 1057811 w 1629088"/>
                <a:gd name="connsiteY113" fmla="*/ 902665 h 1827528"/>
                <a:gd name="connsiteX114" fmla="*/ 902665 w 1629088"/>
                <a:gd name="connsiteY114" fmla="*/ 747520 h 1827528"/>
                <a:gd name="connsiteX115" fmla="*/ 902665 w 1629088"/>
                <a:gd name="connsiteY115" fmla="*/ 1805331 h 1827528"/>
                <a:gd name="connsiteX116" fmla="*/ 218614 w 1629088"/>
                <a:gd name="connsiteY116" fmla="*/ 1491631 h 1827528"/>
                <a:gd name="connsiteX117" fmla="*/ 218614 w 1629088"/>
                <a:gd name="connsiteY117" fmla="*/ 1725407 h 1827528"/>
                <a:gd name="connsiteX118" fmla="*/ 176302 w 1629088"/>
                <a:gd name="connsiteY118" fmla="*/ 1725407 h 1827528"/>
                <a:gd name="connsiteX119" fmla="*/ 176302 w 1629088"/>
                <a:gd name="connsiteY119" fmla="*/ 1410415 h 1827528"/>
                <a:gd name="connsiteX120" fmla="*/ 491294 w 1629088"/>
                <a:gd name="connsiteY120" fmla="*/ 1410415 h 1827528"/>
                <a:gd name="connsiteX121" fmla="*/ 491294 w 1629088"/>
                <a:gd name="connsiteY121" fmla="*/ 1452786 h 1827528"/>
                <a:gd name="connsiteX122" fmla="*/ 241122 w 1629088"/>
                <a:gd name="connsiteY122" fmla="*/ 1452786 h 1827528"/>
                <a:gd name="connsiteX123" fmla="*/ 902665 w 1629088"/>
                <a:gd name="connsiteY123" fmla="*/ 1763018 h 1827528"/>
                <a:gd name="connsiteX124" fmla="*/ 902665 w 1629088"/>
                <a:gd name="connsiteY124" fmla="*/ 1805331 h 1827528"/>
                <a:gd name="connsiteX125" fmla="*/ 42312 w 1629088"/>
                <a:gd name="connsiteY125" fmla="*/ 902665 h 1827528"/>
                <a:gd name="connsiteX126" fmla="*/ 0 w 1629088"/>
                <a:gd name="connsiteY126" fmla="*/ 902665 h 1827528"/>
                <a:gd name="connsiteX127" fmla="*/ 902665 w 1629088"/>
                <a:gd name="connsiteY127" fmla="*/ 0 h 1827528"/>
                <a:gd name="connsiteX128" fmla="*/ 1586717 w 1629088"/>
                <a:gd name="connsiteY128" fmla="*/ 313641 h 1827528"/>
                <a:gd name="connsiteX129" fmla="*/ 1586717 w 1629088"/>
                <a:gd name="connsiteY129" fmla="*/ 79924 h 1827528"/>
                <a:gd name="connsiteX130" fmla="*/ 1629088 w 1629088"/>
                <a:gd name="connsiteY130" fmla="*/ 79924 h 1827528"/>
                <a:gd name="connsiteX131" fmla="*/ 1629088 w 1629088"/>
                <a:gd name="connsiteY131" fmla="*/ 394916 h 1827528"/>
                <a:gd name="connsiteX132" fmla="*/ 1314036 w 1629088"/>
                <a:gd name="connsiteY132" fmla="*/ 394916 h 1827528"/>
                <a:gd name="connsiteX133" fmla="*/ 1314036 w 1629088"/>
                <a:gd name="connsiteY133" fmla="*/ 352604 h 1827528"/>
                <a:gd name="connsiteX134" fmla="*/ 1564209 w 1629088"/>
                <a:gd name="connsiteY134" fmla="*/ 352604 h 1827528"/>
                <a:gd name="connsiteX135" fmla="*/ 902665 w 1629088"/>
                <a:gd name="connsiteY135" fmla="*/ 42312 h 1827528"/>
                <a:gd name="connsiteX136" fmla="*/ 42312 w 1629088"/>
                <a:gd name="connsiteY136" fmla="*/ 902665 h 1827528"/>
                <a:gd name="connsiteX0" fmla="*/ 983764 w 1629088"/>
                <a:gd name="connsiteY0" fmla="*/ 1335193 h 1763131"/>
                <a:gd name="connsiteX1" fmla="*/ 821567 w 1629088"/>
                <a:gd name="connsiteY1" fmla="*/ 1335193 h 1763131"/>
                <a:gd name="connsiteX2" fmla="*/ 800410 w 1629088"/>
                <a:gd name="connsiteY2" fmla="*/ 1314036 h 1763131"/>
                <a:gd name="connsiteX3" fmla="*/ 800410 w 1629088"/>
                <a:gd name="connsiteY3" fmla="*/ 1221948 h 1763131"/>
                <a:gd name="connsiteX4" fmla="*/ 749342 w 1629088"/>
                <a:gd name="connsiteY4" fmla="*/ 1200616 h 1763131"/>
                <a:gd name="connsiteX5" fmla="*/ 684051 w 1629088"/>
                <a:gd name="connsiteY5" fmla="*/ 1265906 h 1763131"/>
                <a:gd name="connsiteX6" fmla="*/ 669124 w 1629088"/>
                <a:gd name="connsiteY6" fmla="*/ 1272077 h 1763131"/>
                <a:gd name="connsiteX7" fmla="*/ 669124 w 1629088"/>
                <a:gd name="connsiteY7" fmla="*/ 1272077 h 1763131"/>
                <a:gd name="connsiteX8" fmla="*/ 654197 w 1629088"/>
                <a:gd name="connsiteY8" fmla="*/ 1265906 h 1763131"/>
                <a:gd name="connsiteX9" fmla="*/ 539484 w 1629088"/>
                <a:gd name="connsiteY9" fmla="*/ 1151192 h 1763131"/>
                <a:gd name="connsiteX10" fmla="*/ 539484 w 1629088"/>
                <a:gd name="connsiteY10" fmla="*/ 1121221 h 1763131"/>
                <a:gd name="connsiteX11" fmla="*/ 604598 w 1629088"/>
                <a:gd name="connsiteY11" fmla="*/ 1056166 h 1763131"/>
                <a:gd name="connsiteX12" fmla="*/ 583618 w 1629088"/>
                <a:gd name="connsiteY12" fmla="*/ 1004979 h 1763131"/>
                <a:gd name="connsiteX13" fmla="*/ 491294 w 1629088"/>
                <a:gd name="connsiteY13" fmla="*/ 1004979 h 1763131"/>
                <a:gd name="connsiteX14" fmla="*/ 470138 w 1629088"/>
                <a:gd name="connsiteY14" fmla="*/ 983823 h 1763131"/>
                <a:gd name="connsiteX15" fmla="*/ 470138 w 1629088"/>
                <a:gd name="connsiteY15" fmla="*/ 821625 h 1763131"/>
                <a:gd name="connsiteX16" fmla="*/ 491294 w 1629088"/>
                <a:gd name="connsiteY16" fmla="*/ 800469 h 1763131"/>
                <a:gd name="connsiteX17" fmla="*/ 583383 w 1629088"/>
                <a:gd name="connsiteY17" fmla="*/ 800469 h 1763131"/>
                <a:gd name="connsiteX18" fmla="*/ 604715 w 1629088"/>
                <a:gd name="connsiteY18" fmla="*/ 749400 h 1763131"/>
                <a:gd name="connsiteX19" fmla="*/ 539484 w 1629088"/>
                <a:gd name="connsiteY19" fmla="*/ 684051 h 1763131"/>
                <a:gd name="connsiteX20" fmla="*/ 539484 w 1629088"/>
                <a:gd name="connsiteY20" fmla="*/ 654139 h 1763131"/>
                <a:gd name="connsiteX21" fmla="*/ 654139 w 1629088"/>
                <a:gd name="connsiteY21" fmla="*/ 539425 h 1763131"/>
                <a:gd name="connsiteX22" fmla="*/ 684051 w 1629088"/>
                <a:gd name="connsiteY22" fmla="*/ 539425 h 1763131"/>
                <a:gd name="connsiteX23" fmla="*/ 749165 w 1629088"/>
                <a:gd name="connsiteY23" fmla="*/ 604598 h 1763131"/>
                <a:gd name="connsiteX24" fmla="*/ 800410 w 1629088"/>
                <a:gd name="connsiteY24" fmla="*/ 583618 h 1763131"/>
                <a:gd name="connsiteX25" fmla="*/ 800410 w 1629088"/>
                <a:gd name="connsiteY25" fmla="*/ 491294 h 1763131"/>
                <a:gd name="connsiteX26" fmla="*/ 821567 w 1629088"/>
                <a:gd name="connsiteY26" fmla="*/ 470138 h 1763131"/>
                <a:gd name="connsiteX27" fmla="*/ 983764 w 1629088"/>
                <a:gd name="connsiteY27" fmla="*/ 470138 h 1763131"/>
                <a:gd name="connsiteX28" fmla="*/ 1004921 w 1629088"/>
                <a:gd name="connsiteY28" fmla="*/ 491294 h 1763131"/>
                <a:gd name="connsiteX29" fmla="*/ 1004921 w 1629088"/>
                <a:gd name="connsiteY29" fmla="*/ 583383 h 1763131"/>
                <a:gd name="connsiteX30" fmla="*/ 1055931 w 1629088"/>
                <a:gd name="connsiteY30" fmla="*/ 604715 h 1763131"/>
                <a:gd name="connsiteX31" fmla="*/ 1121162 w 1629088"/>
                <a:gd name="connsiteY31" fmla="*/ 539425 h 1763131"/>
                <a:gd name="connsiteX32" fmla="*/ 1151134 w 1629088"/>
                <a:gd name="connsiteY32" fmla="*/ 539425 h 1763131"/>
                <a:gd name="connsiteX33" fmla="*/ 1265847 w 1629088"/>
                <a:gd name="connsiteY33" fmla="*/ 654139 h 1763131"/>
                <a:gd name="connsiteX34" fmla="*/ 1272018 w 1629088"/>
                <a:gd name="connsiteY34" fmla="*/ 669066 h 1763131"/>
                <a:gd name="connsiteX35" fmla="*/ 1265847 w 1629088"/>
                <a:gd name="connsiteY35" fmla="*/ 683992 h 1763131"/>
                <a:gd name="connsiteX36" fmla="*/ 1200674 w 1629088"/>
                <a:gd name="connsiteY36" fmla="*/ 749107 h 1763131"/>
                <a:gd name="connsiteX37" fmla="*/ 1221654 w 1629088"/>
                <a:gd name="connsiteY37" fmla="*/ 800352 h 1763131"/>
                <a:gd name="connsiteX38" fmla="*/ 1314036 w 1629088"/>
                <a:gd name="connsiteY38" fmla="*/ 800352 h 1763131"/>
                <a:gd name="connsiteX39" fmla="*/ 1335193 w 1629088"/>
                <a:gd name="connsiteY39" fmla="*/ 821508 h 1763131"/>
                <a:gd name="connsiteX40" fmla="*/ 1335193 w 1629088"/>
                <a:gd name="connsiteY40" fmla="*/ 983706 h 1763131"/>
                <a:gd name="connsiteX41" fmla="*/ 1314036 w 1629088"/>
                <a:gd name="connsiteY41" fmla="*/ 1004862 h 1763131"/>
                <a:gd name="connsiteX42" fmla="*/ 1221948 w 1629088"/>
                <a:gd name="connsiteY42" fmla="*/ 1004862 h 1763131"/>
                <a:gd name="connsiteX43" fmla="*/ 1200616 w 1629088"/>
                <a:gd name="connsiteY43" fmla="*/ 1055872 h 1763131"/>
                <a:gd name="connsiteX44" fmla="*/ 1265906 w 1629088"/>
                <a:gd name="connsiteY44" fmla="*/ 1121103 h 1763131"/>
                <a:gd name="connsiteX45" fmla="*/ 1272077 w 1629088"/>
                <a:gd name="connsiteY45" fmla="*/ 1136089 h 1763131"/>
                <a:gd name="connsiteX46" fmla="*/ 1265906 w 1629088"/>
                <a:gd name="connsiteY46" fmla="*/ 1151075 h 1763131"/>
                <a:gd name="connsiteX47" fmla="*/ 1151192 w 1629088"/>
                <a:gd name="connsiteY47" fmla="*/ 1265789 h 1763131"/>
                <a:gd name="connsiteX48" fmla="*/ 1136207 w 1629088"/>
                <a:gd name="connsiteY48" fmla="*/ 1271959 h 1763131"/>
                <a:gd name="connsiteX49" fmla="*/ 1136207 w 1629088"/>
                <a:gd name="connsiteY49" fmla="*/ 1271959 h 1763131"/>
                <a:gd name="connsiteX50" fmla="*/ 1121221 w 1629088"/>
                <a:gd name="connsiteY50" fmla="*/ 1265789 h 1763131"/>
                <a:gd name="connsiteX51" fmla="*/ 1056166 w 1629088"/>
                <a:gd name="connsiteY51" fmla="*/ 1200616 h 1763131"/>
                <a:gd name="connsiteX52" fmla="*/ 1004979 w 1629088"/>
                <a:gd name="connsiteY52" fmla="*/ 1221596 h 1763131"/>
                <a:gd name="connsiteX53" fmla="*/ 1004979 w 1629088"/>
                <a:gd name="connsiteY53" fmla="*/ 1314036 h 1763131"/>
                <a:gd name="connsiteX54" fmla="*/ 983764 w 1629088"/>
                <a:gd name="connsiteY54" fmla="*/ 1335193 h 1763131"/>
                <a:gd name="connsiteX55" fmla="*/ 842723 w 1629088"/>
                <a:gd name="connsiteY55" fmla="*/ 1292880 h 1763131"/>
                <a:gd name="connsiteX56" fmla="*/ 962608 w 1629088"/>
                <a:gd name="connsiteY56" fmla="*/ 1292880 h 1763131"/>
                <a:gd name="connsiteX57" fmla="*/ 962608 w 1629088"/>
                <a:gd name="connsiteY57" fmla="*/ 1207550 h 1763131"/>
                <a:gd name="connsiteX58" fmla="*/ 975772 w 1629088"/>
                <a:gd name="connsiteY58" fmla="*/ 1187981 h 1763131"/>
                <a:gd name="connsiteX59" fmla="*/ 1053110 w 1629088"/>
                <a:gd name="connsiteY59" fmla="*/ 1156246 h 1763131"/>
                <a:gd name="connsiteX60" fmla="*/ 1076146 w 1629088"/>
                <a:gd name="connsiteY60" fmla="*/ 1160830 h 1763131"/>
                <a:gd name="connsiteX61" fmla="*/ 1136207 w 1629088"/>
                <a:gd name="connsiteY61" fmla="*/ 1221008 h 1763131"/>
                <a:gd name="connsiteX62" fmla="*/ 1221008 w 1629088"/>
                <a:gd name="connsiteY62" fmla="*/ 1136207 h 1763131"/>
                <a:gd name="connsiteX63" fmla="*/ 1160595 w 1629088"/>
                <a:gd name="connsiteY63" fmla="*/ 1075911 h 1763131"/>
                <a:gd name="connsiteX64" fmla="*/ 1156070 w 1629088"/>
                <a:gd name="connsiteY64" fmla="*/ 1052757 h 1763131"/>
                <a:gd name="connsiteX65" fmla="*/ 1188392 w 1629088"/>
                <a:gd name="connsiteY65" fmla="*/ 975654 h 1763131"/>
                <a:gd name="connsiteX66" fmla="*/ 1207903 w 1629088"/>
                <a:gd name="connsiteY66" fmla="*/ 962608 h 1763131"/>
                <a:gd name="connsiteX67" fmla="*/ 1292880 w 1629088"/>
                <a:gd name="connsiteY67" fmla="*/ 962608 h 1763131"/>
                <a:gd name="connsiteX68" fmla="*/ 1292880 w 1629088"/>
                <a:gd name="connsiteY68" fmla="*/ 842723 h 1763131"/>
                <a:gd name="connsiteX69" fmla="*/ 1207550 w 1629088"/>
                <a:gd name="connsiteY69" fmla="*/ 842723 h 1763131"/>
                <a:gd name="connsiteX70" fmla="*/ 1187981 w 1629088"/>
                <a:gd name="connsiteY70" fmla="*/ 829618 h 1763131"/>
                <a:gd name="connsiteX71" fmla="*/ 1156246 w 1629088"/>
                <a:gd name="connsiteY71" fmla="*/ 752280 h 1763131"/>
                <a:gd name="connsiteX72" fmla="*/ 1160830 w 1629088"/>
                <a:gd name="connsiteY72" fmla="*/ 729302 h 1763131"/>
                <a:gd name="connsiteX73" fmla="*/ 1221008 w 1629088"/>
                <a:gd name="connsiteY73" fmla="*/ 669183 h 1763131"/>
                <a:gd name="connsiteX74" fmla="*/ 1136207 w 1629088"/>
                <a:gd name="connsiteY74" fmla="*/ 584382 h 1763131"/>
                <a:gd name="connsiteX75" fmla="*/ 1075911 w 1629088"/>
                <a:gd name="connsiteY75" fmla="*/ 644736 h 1763131"/>
                <a:gd name="connsiteX76" fmla="*/ 1052757 w 1629088"/>
                <a:gd name="connsiteY76" fmla="*/ 649320 h 1763131"/>
                <a:gd name="connsiteX77" fmla="*/ 975654 w 1629088"/>
                <a:gd name="connsiteY77" fmla="*/ 617057 h 1763131"/>
                <a:gd name="connsiteX78" fmla="*/ 962608 w 1629088"/>
                <a:gd name="connsiteY78" fmla="*/ 597546 h 1763131"/>
                <a:gd name="connsiteX79" fmla="*/ 962608 w 1629088"/>
                <a:gd name="connsiteY79" fmla="*/ 512451 h 1763131"/>
                <a:gd name="connsiteX80" fmla="*/ 842723 w 1629088"/>
                <a:gd name="connsiteY80" fmla="*/ 512451 h 1763131"/>
                <a:gd name="connsiteX81" fmla="*/ 842723 w 1629088"/>
                <a:gd name="connsiteY81" fmla="*/ 597781 h 1763131"/>
                <a:gd name="connsiteX82" fmla="*/ 829618 w 1629088"/>
                <a:gd name="connsiteY82" fmla="*/ 617350 h 1763131"/>
                <a:gd name="connsiteX83" fmla="*/ 752280 w 1629088"/>
                <a:gd name="connsiteY83" fmla="*/ 649085 h 1763131"/>
                <a:gd name="connsiteX84" fmla="*/ 729302 w 1629088"/>
                <a:gd name="connsiteY84" fmla="*/ 644442 h 1763131"/>
                <a:gd name="connsiteX85" fmla="*/ 669183 w 1629088"/>
                <a:gd name="connsiteY85" fmla="*/ 584323 h 1763131"/>
                <a:gd name="connsiteX86" fmla="*/ 584441 w 1629088"/>
                <a:gd name="connsiteY86" fmla="*/ 669124 h 1763131"/>
                <a:gd name="connsiteX87" fmla="*/ 644795 w 1629088"/>
                <a:gd name="connsiteY87" fmla="*/ 729537 h 1763131"/>
                <a:gd name="connsiteX88" fmla="*/ 649320 w 1629088"/>
                <a:gd name="connsiteY88" fmla="*/ 752691 h 1763131"/>
                <a:gd name="connsiteX89" fmla="*/ 617057 w 1629088"/>
                <a:gd name="connsiteY89" fmla="*/ 829794 h 1763131"/>
                <a:gd name="connsiteX90" fmla="*/ 597546 w 1629088"/>
                <a:gd name="connsiteY90" fmla="*/ 842782 h 1763131"/>
                <a:gd name="connsiteX91" fmla="*/ 512451 w 1629088"/>
                <a:gd name="connsiteY91" fmla="*/ 842782 h 1763131"/>
                <a:gd name="connsiteX92" fmla="*/ 512451 w 1629088"/>
                <a:gd name="connsiteY92" fmla="*/ 962667 h 1763131"/>
                <a:gd name="connsiteX93" fmla="*/ 597781 w 1629088"/>
                <a:gd name="connsiteY93" fmla="*/ 962667 h 1763131"/>
                <a:gd name="connsiteX94" fmla="*/ 617350 w 1629088"/>
                <a:gd name="connsiteY94" fmla="*/ 975831 h 1763131"/>
                <a:gd name="connsiteX95" fmla="*/ 649085 w 1629088"/>
                <a:gd name="connsiteY95" fmla="*/ 1053169 h 1763131"/>
                <a:gd name="connsiteX96" fmla="*/ 644442 w 1629088"/>
                <a:gd name="connsiteY96" fmla="*/ 1076205 h 1763131"/>
                <a:gd name="connsiteX97" fmla="*/ 584382 w 1629088"/>
                <a:gd name="connsiteY97" fmla="*/ 1136265 h 1763131"/>
                <a:gd name="connsiteX98" fmla="*/ 669124 w 1629088"/>
                <a:gd name="connsiteY98" fmla="*/ 1221067 h 1763131"/>
                <a:gd name="connsiteX99" fmla="*/ 729537 w 1629088"/>
                <a:gd name="connsiteY99" fmla="*/ 1160654 h 1763131"/>
                <a:gd name="connsiteX100" fmla="*/ 752691 w 1629088"/>
                <a:gd name="connsiteY100" fmla="*/ 1156129 h 1763131"/>
                <a:gd name="connsiteX101" fmla="*/ 829794 w 1629088"/>
                <a:gd name="connsiteY101" fmla="*/ 1188451 h 1763131"/>
                <a:gd name="connsiteX102" fmla="*/ 842782 w 1629088"/>
                <a:gd name="connsiteY102" fmla="*/ 1207962 h 1763131"/>
                <a:gd name="connsiteX103" fmla="*/ 842723 w 1629088"/>
                <a:gd name="connsiteY103" fmla="*/ 1292880 h 1763131"/>
                <a:gd name="connsiteX104" fmla="*/ 842723 w 1629088"/>
                <a:gd name="connsiteY104" fmla="*/ 1292880 h 1763131"/>
                <a:gd name="connsiteX105" fmla="*/ 902665 w 1629088"/>
                <a:gd name="connsiteY105" fmla="*/ 1100124 h 1763131"/>
                <a:gd name="connsiteX106" fmla="*/ 705207 w 1629088"/>
                <a:gd name="connsiteY106" fmla="*/ 902665 h 1763131"/>
                <a:gd name="connsiteX107" fmla="*/ 902665 w 1629088"/>
                <a:gd name="connsiteY107" fmla="*/ 705207 h 1763131"/>
                <a:gd name="connsiteX108" fmla="*/ 1100124 w 1629088"/>
                <a:gd name="connsiteY108" fmla="*/ 902665 h 1763131"/>
                <a:gd name="connsiteX109" fmla="*/ 902665 w 1629088"/>
                <a:gd name="connsiteY109" fmla="*/ 1100124 h 1763131"/>
                <a:gd name="connsiteX110" fmla="*/ 902665 w 1629088"/>
                <a:gd name="connsiteY110" fmla="*/ 747520 h 1763131"/>
                <a:gd name="connsiteX111" fmla="*/ 747520 w 1629088"/>
                <a:gd name="connsiteY111" fmla="*/ 902665 h 1763131"/>
                <a:gd name="connsiteX112" fmla="*/ 902665 w 1629088"/>
                <a:gd name="connsiteY112" fmla="*/ 1057811 h 1763131"/>
                <a:gd name="connsiteX113" fmla="*/ 1057811 w 1629088"/>
                <a:gd name="connsiteY113" fmla="*/ 902665 h 1763131"/>
                <a:gd name="connsiteX114" fmla="*/ 902665 w 1629088"/>
                <a:gd name="connsiteY114" fmla="*/ 747520 h 1763131"/>
                <a:gd name="connsiteX115" fmla="*/ 902665 w 1629088"/>
                <a:gd name="connsiteY115" fmla="*/ 1763018 h 1763131"/>
                <a:gd name="connsiteX116" fmla="*/ 218614 w 1629088"/>
                <a:gd name="connsiteY116" fmla="*/ 1491631 h 1763131"/>
                <a:gd name="connsiteX117" fmla="*/ 218614 w 1629088"/>
                <a:gd name="connsiteY117" fmla="*/ 1725407 h 1763131"/>
                <a:gd name="connsiteX118" fmla="*/ 176302 w 1629088"/>
                <a:gd name="connsiteY118" fmla="*/ 1725407 h 1763131"/>
                <a:gd name="connsiteX119" fmla="*/ 176302 w 1629088"/>
                <a:gd name="connsiteY119" fmla="*/ 1410415 h 1763131"/>
                <a:gd name="connsiteX120" fmla="*/ 491294 w 1629088"/>
                <a:gd name="connsiteY120" fmla="*/ 1410415 h 1763131"/>
                <a:gd name="connsiteX121" fmla="*/ 491294 w 1629088"/>
                <a:gd name="connsiteY121" fmla="*/ 1452786 h 1763131"/>
                <a:gd name="connsiteX122" fmla="*/ 241122 w 1629088"/>
                <a:gd name="connsiteY122" fmla="*/ 1452786 h 1763131"/>
                <a:gd name="connsiteX123" fmla="*/ 902665 w 1629088"/>
                <a:gd name="connsiteY123" fmla="*/ 1763018 h 1763131"/>
                <a:gd name="connsiteX124" fmla="*/ 42312 w 1629088"/>
                <a:gd name="connsiteY124" fmla="*/ 902665 h 1763131"/>
                <a:gd name="connsiteX125" fmla="*/ 0 w 1629088"/>
                <a:gd name="connsiteY125" fmla="*/ 902665 h 1763131"/>
                <a:gd name="connsiteX126" fmla="*/ 902665 w 1629088"/>
                <a:gd name="connsiteY126" fmla="*/ 0 h 1763131"/>
                <a:gd name="connsiteX127" fmla="*/ 1586717 w 1629088"/>
                <a:gd name="connsiteY127" fmla="*/ 313641 h 1763131"/>
                <a:gd name="connsiteX128" fmla="*/ 1586717 w 1629088"/>
                <a:gd name="connsiteY128" fmla="*/ 79924 h 1763131"/>
                <a:gd name="connsiteX129" fmla="*/ 1629088 w 1629088"/>
                <a:gd name="connsiteY129" fmla="*/ 79924 h 1763131"/>
                <a:gd name="connsiteX130" fmla="*/ 1629088 w 1629088"/>
                <a:gd name="connsiteY130" fmla="*/ 394916 h 1763131"/>
                <a:gd name="connsiteX131" fmla="*/ 1314036 w 1629088"/>
                <a:gd name="connsiteY131" fmla="*/ 394916 h 1763131"/>
                <a:gd name="connsiteX132" fmla="*/ 1314036 w 1629088"/>
                <a:gd name="connsiteY132" fmla="*/ 352604 h 1763131"/>
                <a:gd name="connsiteX133" fmla="*/ 1564209 w 1629088"/>
                <a:gd name="connsiteY133" fmla="*/ 352604 h 1763131"/>
                <a:gd name="connsiteX134" fmla="*/ 902665 w 1629088"/>
                <a:gd name="connsiteY134" fmla="*/ 42312 h 1763131"/>
                <a:gd name="connsiteX135" fmla="*/ 42312 w 1629088"/>
                <a:gd name="connsiteY135" fmla="*/ 902665 h 1763131"/>
                <a:gd name="connsiteX0" fmla="*/ 983764 w 1629088"/>
                <a:gd name="connsiteY0" fmla="*/ 1335193 h 1725407"/>
                <a:gd name="connsiteX1" fmla="*/ 821567 w 1629088"/>
                <a:gd name="connsiteY1" fmla="*/ 1335193 h 1725407"/>
                <a:gd name="connsiteX2" fmla="*/ 800410 w 1629088"/>
                <a:gd name="connsiteY2" fmla="*/ 1314036 h 1725407"/>
                <a:gd name="connsiteX3" fmla="*/ 800410 w 1629088"/>
                <a:gd name="connsiteY3" fmla="*/ 1221948 h 1725407"/>
                <a:gd name="connsiteX4" fmla="*/ 749342 w 1629088"/>
                <a:gd name="connsiteY4" fmla="*/ 1200616 h 1725407"/>
                <a:gd name="connsiteX5" fmla="*/ 684051 w 1629088"/>
                <a:gd name="connsiteY5" fmla="*/ 1265906 h 1725407"/>
                <a:gd name="connsiteX6" fmla="*/ 669124 w 1629088"/>
                <a:gd name="connsiteY6" fmla="*/ 1272077 h 1725407"/>
                <a:gd name="connsiteX7" fmla="*/ 669124 w 1629088"/>
                <a:gd name="connsiteY7" fmla="*/ 1272077 h 1725407"/>
                <a:gd name="connsiteX8" fmla="*/ 654197 w 1629088"/>
                <a:gd name="connsiteY8" fmla="*/ 1265906 h 1725407"/>
                <a:gd name="connsiteX9" fmla="*/ 539484 w 1629088"/>
                <a:gd name="connsiteY9" fmla="*/ 1151192 h 1725407"/>
                <a:gd name="connsiteX10" fmla="*/ 539484 w 1629088"/>
                <a:gd name="connsiteY10" fmla="*/ 1121221 h 1725407"/>
                <a:gd name="connsiteX11" fmla="*/ 604598 w 1629088"/>
                <a:gd name="connsiteY11" fmla="*/ 1056166 h 1725407"/>
                <a:gd name="connsiteX12" fmla="*/ 583618 w 1629088"/>
                <a:gd name="connsiteY12" fmla="*/ 1004979 h 1725407"/>
                <a:gd name="connsiteX13" fmla="*/ 491294 w 1629088"/>
                <a:gd name="connsiteY13" fmla="*/ 1004979 h 1725407"/>
                <a:gd name="connsiteX14" fmla="*/ 470138 w 1629088"/>
                <a:gd name="connsiteY14" fmla="*/ 983823 h 1725407"/>
                <a:gd name="connsiteX15" fmla="*/ 470138 w 1629088"/>
                <a:gd name="connsiteY15" fmla="*/ 821625 h 1725407"/>
                <a:gd name="connsiteX16" fmla="*/ 491294 w 1629088"/>
                <a:gd name="connsiteY16" fmla="*/ 800469 h 1725407"/>
                <a:gd name="connsiteX17" fmla="*/ 583383 w 1629088"/>
                <a:gd name="connsiteY17" fmla="*/ 800469 h 1725407"/>
                <a:gd name="connsiteX18" fmla="*/ 604715 w 1629088"/>
                <a:gd name="connsiteY18" fmla="*/ 749400 h 1725407"/>
                <a:gd name="connsiteX19" fmla="*/ 539484 w 1629088"/>
                <a:gd name="connsiteY19" fmla="*/ 684051 h 1725407"/>
                <a:gd name="connsiteX20" fmla="*/ 539484 w 1629088"/>
                <a:gd name="connsiteY20" fmla="*/ 654139 h 1725407"/>
                <a:gd name="connsiteX21" fmla="*/ 654139 w 1629088"/>
                <a:gd name="connsiteY21" fmla="*/ 539425 h 1725407"/>
                <a:gd name="connsiteX22" fmla="*/ 684051 w 1629088"/>
                <a:gd name="connsiteY22" fmla="*/ 539425 h 1725407"/>
                <a:gd name="connsiteX23" fmla="*/ 749165 w 1629088"/>
                <a:gd name="connsiteY23" fmla="*/ 604598 h 1725407"/>
                <a:gd name="connsiteX24" fmla="*/ 800410 w 1629088"/>
                <a:gd name="connsiteY24" fmla="*/ 583618 h 1725407"/>
                <a:gd name="connsiteX25" fmla="*/ 800410 w 1629088"/>
                <a:gd name="connsiteY25" fmla="*/ 491294 h 1725407"/>
                <a:gd name="connsiteX26" fmla="*/ 821567 w 1629088"/>
                <a:gd name="connsiteY26" fmla="*/ 470138 h 1725407"/>
                <a:gd name="connsiteX27" fmla="*/ 983764 w 1629088"/>
                <a:gd name="connsiteY27" fmla="*/ 470138 h 1725407"/>
                <a:gd name="connsiteX28" fmla="*/ 1004921 w 1629088"/>
                <a:gd name="connsiteY28" fmla="*/ 491294 h 1725407"/>
                <a:gd name="connsiteX29" fmla="*/ 1004921 w 1629088"/>
                <a:gd name="connsiteY29" fmla="*/ 583383 h 1725407"/>
                <a:gd name="connsiteX30" fmla="*/ 1055931 w 1629088"/>
                <a:gd name="connsiteY30" fmla="*/ 604715 h 1725407"/>
                <a:gd name="connsiteX31" fmla="*/ 1121162 w 1629088"/>
                <a:gd name="connsiteY31" fmla="*/ 539425 h 1725407"/>
                <a:gd name="connsiteX32" fmla="*/ 1151134 w 1629088"/>
                <a:gd name="connsiteY32" fmla="*/ 539425 h 1725407"/>
                <a:gd name="connsiteX33" fmla="*/ 1265847 w 1629088"/>
                <a:gd name="connsiteY33" fmla="*/ 654139 h 1725407"/>
                <a:gd name="connsiteX34" fmla="*/ 1272018 w 1629088"/>
                <a:gd name="connsiteY34" fmla="*/ 669066 h 1725407"/>
                <a:gd name="connsiteX35" fmla="*/ 1265847 w 1629088"/>
                <a:gd name="connsiteY35" fmla="*/ 683992 h 1725407"/>
                <a:gd name="connsiteX36" fmla="*/ 1200674 w 1629088"/>
                <a:gd name="connsiteY36" fmla="*/ 749107 h 1725407"/>
                <a:gd name="connsiteX37" fmla="*/ 1221654 w 1629088"/>
                <a:gd name="connsiteY37" fmla="*/ 800352 h 1725407"/>
                <a:gd name="connsiteX38" fmla="*/ 1314036 w 1629088"/>
                <a:gd name="connsiteY38" fmla="*/ 800352 h 1725407"/>
                <a:gd name="connsiteX39" fmla="*/ 1335193 w 1629088"/>
                <a:gd name="connsiteY39" fmla="*/ 821508 h 1725407"/>
                <a:gd name="connsiteX40" fmla="*/ 1335193 w 1629088"/>
                <a:gd name="connsiteY40" fmla="*/ 983706 h 1725407"/>
                <a:gd name="connsiteX41" fmla="*/ 1314036 w 1629088"/>
                <a:gd name="connsiteY41" fmla="*/ 1004862 h 1725407"/>
                <a:gd name="connsiteX42" fmla="*/ 1221948 w 1629088"/>
                <a:gd name="connsiteY42" fmla="*/ 1004862 h 1725407"/>
                <a:gd name="connsiteX43" fmla="*/ 1200616 w 1629088"/>
                <a:gd name="connsiteY43" fmla="*/ 1055872 h 1725407"/>
                <a:gd name="connsiteX44" fmla="*/ 1265906 w 1629088"/>
                <a:gd name="connsiteY44" fmla="*/ 1121103 h 1725407"/>
                <a:gd name="connsiteX45" fmla="*/ 1272077 w 1629088"/>
                <a:gd name="connsiteY45" fmla="*/ 1136089 h 1725407"/>
                <a:gd name="connsiteX46" fmla="*/ 1265906 w 1629088"/>
                <a:gd name="connsiteY46" fmla="*/ 1151075 h 1725407"/>
                <a:gd name="connsiteX47" fmla="*/ 1151192 w 1629088"/>
                <a:gd name="connsiteY47" fmla="*/ 1265789 h 1725407"/>
                <a:gd name="connsiteX48" fmla="*/ 1136207 w 1629088"/>
                <a:gd name="connsiteY48" fmla="*/ 1271959 h 1725407"/>
                <a:gd name="connsiteX49" fmla="*/ 1136207 w 1629088"/>
                <a:gd name="connsiteY49" fmla="*/ 1271959 h 1725407"/>
                <a:gd name="connsiteX50" fmla="*/ 1121221 w 1629088"/>
                <a:gd name="connsiteY50" fmla="*/ 1265789 h 1725407"/>
                <a:gd name="connsiteX51" fmla="*/ 1056166 w 1629088"/>
                <a:gd name="connsiteY51" fmla="*/ 1200616 h 1725407"/>
                <a:gd name="connsiteX52" fmla="*/ 1004979 w 1629088"/>
                <a:gd name="connsiteY52" fmla="*/ 1221596 h 1725407"/>
                <a:gd name="connsiteX53" fmla="*/ 1004979 w 1629088"/>
                <a:gd name="connsiteY53" fmla="*/ 1314036 h 1725407"/>
                <a:gd name="connsiteX54" fmla="*/ 983764 w 1629088"/>
                <a:gd name="connsiteY54" fmla="*/ 1335193 h 1725407"/>
                <a:gd name="connsiteX55" fmla="*/ 842723 w 1629088"/>
                <a:gd name="connsiteY55" fmla="*/ 1292880 h 1725407"/>
                <a:gd name="connsiteX56" fmla="*/ 962608 w 1629088"/>
                <a:gd name="connsiteY56" fmla="*/ 1292880 h 1725407"/>
                <a:gd name="connsiteX57" fmla="*/ 962608 w 1629088"/>
                <a:gd name="connsiteY57" fmla="*/ 1207550 h 1725407"/>
                <a:gd name="connsiteX58" fmla="*/ 975772 w 1629088"/>
                <a:gd name="connsiteY58" fmla="*/ 1187981 h 1725407"/>
                <a:gd name="connsiteX59" fmla="*/ 1053110 w 1629088"/>
                <a:gd name="connsiteY59" fmla="*/ 1156246 h 1725407"/>
                <a:gd name="connsiteX60" fmla="*/ 1076146 w 1629088"/>
                <a:gd name="connsiteY60" fmla="*/ 1160830 h 1725407"/>
                <a:gd name="connsiteX61" fmla="*/ 1136207 w 1629088"/>
                <a:gd name="connsiteY61" fmla="*/ 1221008 h 1725407"/>
                <a:gd name="connsiteX62" fmla="*/ 1221008 w 1629088"/>
                <a:gd name="connsiteY62" fmla="*/ 1136207 h 1725407"/>
                <a:gd name="connsiteX63" fmla="*/ 1160595 w 1629088"/>
                <a:gd name="connsiteY63" fmla="*/ 1075911 h 1725407"/>
                <a:gd name="connsiteX64" fmla="*/ 1156070 w 1629088"/>
                <a:gd name="connsiteY64" fmla="*/ 1052757 h 1725407"/>
                <a:gd name="connsiteX65" fmla="*/ 1188392 w 1629088"/>
                <a:gd name="connsiteY65" fmla="*/ 975654 h 1725407"/>
                <a:gd name="connsiteX66" fmla="*/ 1207903 w 1629088"/>
                <a:gd name="connsiteY66" fmla="*/ 962608 h 1725407"/>
                <a:gd name="connsiteX67" fmla="*/ 1292880 w 1629088"/>
                <a:gd name="connsiteY67" fmla="*/ 962608 h 1725407"/>
                <a:gd name="connsiteX68" fmla="*/ 1292880 w 1629088"/>
                <a:gd name="connsiteY68" fmla="*/ 842723 h 1725407"/>
                <a:gd name="connsiteX69" fmla="*/ 1207550 w 1629088"/>
                <a:gd name="connsiteY69" fmla="*/ 842723 h 1725407"/>
                <a:gd name="connsiteX70" fmla="*/ 1187981 w 1629088"/>
                <a:gd name="connsiteY70" fmla="*/ 829618 h 1725407"/>
                <a:gd name="connsiteX71" fmla="*/ 1156246 w 1629088"/>
                <a:gd name="connsiteY71" fmla="*/ 752280 h 1725407"/>
                <a:gd name="connsiteX72" fmla="*/ 1160830 w 1629088"/>
                <a:gd name="connsiteY72" fmla="*/ 729302 h 1725407"/>
                <a:gd name="connsiteX73" fmla="*/ 1221008 w 1629088"/>
                <a:gd name="connsiteY73" fmla="*/ 669183 h 1725407"/>
                <a:gd name="connsiteX74" fmla="*/ 1136207 w 1629088"/>
                <a:gd name="connsiteY74" fmla="*/ 584382 h 1725407"/>
                <a:gd name="connsiteX75" fmla="*/ 1075911 w 1629088"/>
                <a:gd name="connsiteY75" fmla="*/ 644736 h 1725407"/>
                <a:gd name="connsiteX76" fmla="*/ 1052757 w 1629088"/>
                <a:gd name="connsiteY76" fmla="*/ 649320 h 1725407"/>
                <a:gd name="connsiteX77" fmla="*/ 975654 w 1629088"/>
                <a:gd name="connsiteY77" fmla="*/ 617057 h 1725407"/>
                <a:gd name="connsiteX78" fmla="*/ 962608 w 1629088"/>
                <a:gd name="connsiteY78" fmla="*/ 597546 h 1725407"/>
                <a:gd name="connsiteX79" fmla="*/ 962608 w 1629088"/>
                <a:gd name="connsiteY79" fmla="*/ 512451 h 1725407"/>
                <a:gd name="connsiteX80" fmla="*/ 842723 w 1629088"/>
                <a:gd name="connsiteY80" fmla="*/ 512451 h 1725407"/>
                <a:gd name="connsiteX81" fmla="*/ 842723 w 1629088"/>
                <a:gd name="connsiteY81" fmla="*/ 597781 h 1725407"/>
                <a:gd name="connsiteX82" fmla="*/ 829618 w 1629088"/>
                <a:gd name="connsiteY82" fmla="*/ 617350 h 1725407"/>
                <a:gd name="connsiteX83" fmla="*/ 752280 w 1629088"/>
                <a:gd name="connsiteY83" fmla="*/ 649085 h 1725407"/>
                <a:gd name="connsiteX84" fmla="*/ 729302 w 1629088"/>
                <a:gd name="connsiteY84" fmla="*/ 644442 h 1725407"/>
                <a:gd name="connsiteX85" fmla="*/ 669183 w 1629088"/>
                <a:gd name="connsiteY85" fmla="*/ 584323 h 1725407"/>
                <a:gd name="connsiteX86" fmla="*/ 584441 w 1629088"/>
                <a:gd name="connsiteY86" fmla="*/ 669124 h 1725407"/>
                <a:gd name="connsiteX87" fmla="*/ 644795 w 1629088"/>
                <a:gd name="connsiteY87" fmla="*/ 729537 h 1725407"/>
                <a:gd name="connsiteX88" fmla="*/ 649320 w 1629088"/>
                <a:gd name="connsiteY88" fmla="*/ 752691 h 1725407"/>
                <a:gd name="connsiteX89" fmla="*/ 617057 w 1629088"/>
                <a:gd name="connsiteY89" fmla="*/ 829794 h 1725407"/>
                <a:gd name="connsiteX90" fmla="*/ 597546 w 1629088"/>
                <a:gd name="connsiteY90" fmla="*/ 842782 h 1725407"/>
                <a:gd name="connsiteX91" fmla="*/ 512451 w 1629088"/>
                <a:gd name="connsiteY91" fmla="*/ 842782 h 1725407"/>
                <a:gd name="connsiteX92" fmla="*/ 512451 w 1629088"/>
                <a:gd name="connsiteY92" fmla="*/ 962667 h 1725407"/>
                <a:gd name="connsiteX93" fmla="*/ 597781 w 1629088"/>
                <a:gd name="connsiteY93" fmla="*/ 962667 h 1725407"/>
                <a:gd name="connsiteX94" fmla="*/ 617350 w 1629088"/>
                <a:gd name="connsiteY94" fmla="*/ 975831 h 1725407"/>
                <a:gd name="connsiteX95" fmla="*/ 649085 w 1629088"/>
                <a:gd name="connsiteY95" fmla="*/ 1053169 h 1725407"/>
                <a:gd name="connsiteX96" fmla="*/ 644442 w 1629088"/>
                <a:gd name="connsiteY96" fmla="*/ 1076205 h 1725407"/>
                <a:gd name="connsiteX97" fmla="*/ 584382 w 1629088"/>
                <a:gd name="connsiteY97" fmla="*/ 1136265 h 1725407"/>
                <a:gd name="connsiteX98" fmla="*/ 669124 w 1629088"/>
                <a:gd name="connsiteY98" fmla="*/ 1221067 h 1725407"/>
                <a:gd name="connsiteX99" fmla="*/ 729537 w 1629088"/>
                <a:gd name="connsiteY99" fmla="*/ 1160654 h 1725407"/>
                <a:gd name="connsiteX100" fmla="*/ 752691 w 1629088"/>
                <a:gd name="connsiteY100" fmla="*/ 1156129 h 1725407"/>
                <a:gd name="connsiteX101" fmla="*/ 829794 w 1629088"/>
                <a:gd name="connsiteY101" fmla="*/ 1188451 h 1725407"/>
                <a:gd name="connsiteX102" fmla="*/ 842782 w 1629088"/>
                <a:gd name="connsiteY102" fmla="*/ 1207962 h 1725407"/>
                <a:gd name="connsiteX103" fmla="*/ 842723 w 1629088"/>
                <a:gd name="connsiteY103" fmla="*/ 1292880 h 1725407"/>
                <a:gd name="connsiteX104" fmla="*/ 842723 w 1629088"/>
                <a:gd name="connsiteY104" fmla="*/ 1292880 h 1725407"/>
                <a:gd name="connsiteX105" fmla="*/ 902665 w 1629088"/>
                <a:gd name="connsiteY105" fmla="*/ 1100124 h 1725407"/>
                <a:gd name="connsiteX106" fmla="*/ 705207 w 1629088"/>
                <a:gd name="connsiteY106" fmla="*/ 902665 h 1725407"/>
                <a:gd name="connsiteX107" fmla="*/ 902665 w 1629088"/>
                <a:gd name="connsiteY107" fmla="*/ 705207 h 1725407"/>
                <a:gd name="connsiteX108" fmla="*/ 1100124 w 1629088"/>
                <a:gd name="connsiteY108" fmla="*/ 902665 h 1725407"/>
                <a:gd name="connsiteX109" fmla="*/ 902665 w 1629088"/>
                <a:gd name="connsiteY109" fmla="*/ 1100124 h 1725407"/>
                <a:gd name="connsiteX110" fmla="*/ 902665 w 1629088"/>
                <a:gd name="connsiteY110" fmla="*/ 747520 h 1725407"/>
                <a:gd name="connsiteX111" fmla="*/ 747520 w 1629088"/>
                <a:gd name="connsiteY111" fmla="*/ 902665 h 1725407"/>
                <a:gd name="connsiteX112" fmla="*/ 902665 w 1629088"/>
                <a:gd name="connsiteY112" fmla="*/ 1057811 h 1725407"/>
                <a:gd name="connsiteX113" fmla="*/ 1057811 w 1629088"/>
                <a:gd name="connsiteY113" fmla="*/ 902665 h 1725407"/>
                <a:gd name="connsiteX114" fmla="*/ 902665 w 1629088"/>
                <a:gd name="connsiteY114" fmla="*/ 747520 h 1725407"/>
                <a:gd name="connsiteX115" fmla="*/ 241122 w 1629088"/>
                <a:gd name="connsiteY115" fmla="*/ 1452786 h 1725407"/>
                <a:gd name="connsiteX116" fmla="*/ 218614 w 1629088"/>
                <a:gd name="connsiteY116" fmla="*/ 1491631 h 1725407"/>
                <a:gd name="connsiteX117" fmla="*/ 218614 w 1629088"/>
                <a:gd name="connsiteY117" fmla="*/ 1725407 h 1725407"/>
                <a:gd name="connsiteX118" fmla="*/ 176302 w 1629088"/>
                <a:gd name="connsiteY118" fmla="*/ 1725407 h 1725407"/>
                <a:gd name="connsiteX119" fmla="*/ 176302 w 1629088"/>
                <a:gd name="connsiteY119" fmla="*/ 1410415 h 1725407"/>
                <a:gd name="connsiteX120" fmla="*/ 491294 w 1629088"/>
                <a:gd name="connsiteY120" fmla="*/ 1410415 h 1725407"/>
                <a:gd name="connsiteX121" fmla="*/ 491294 w 1629088"/>
                <a:gd name="connsiteY121" fmla="*/ 1452786 h 1725407"/>
                <a:gd name="connsiteX122" fmla="*/ 241122 w 1629088"/>
                <a:gd name="connsiteY122" fmla="*/ 1452786 h 1725407"/>
                <a:gd name="connsiteX123" fmla="*/ 42312 w 1629088"/>
                <a:gd name="connsiteY123" fmla="*/ 902665 h 1725407"/>
                <a:gd name="connsiteX124" fmla="*/ 0 w 1629088"/>
                <a:gd name="connsiteY124" fmla="*/ 902665 h 1725407"/>
                <a:gd name="connsiteX125" fmla="*/ 902665 w 1629088"/>
                <a:gd name="connsiteY125" fmla="*/ 0 h 1725407"/>
                <a:gd name="connsiteX126" fmla="*/ 1586717 w 1629088"/>
                <a:gd name="connsiteY126" fmla="*/ 313641 h 1725407"/>
                <a:gd name="connsiteX127" fmla="*/ 1586717 w 1629088"/>
                <a:gd name="connsiteY127" fmla="*/ 79924 h 1725407"/>
                <a:gd name="connsiteX128" fmla="*/ 1629088 w 1629088"/>
                <a:gd name="connsiteY128" fmla="*/ 79924 h 1725407"/>
                <a:gd name="connsiteX129" fmla="*/ 1629088 w 1629088"/>
                <a:gd name="connsiteY129" fmla="*/ 394916 h 1725407"/>
                <a:gd name="connsiteX130" fmla="*/ 1314036 w 1629088"/>
                <a:gd name="connsiteY130" fmla="*/ 394916 h 1725407"/>
                <a:gd name="connsiteX131" fmla="*/ 1314036 w 1629088"/>
                <a:gd name="connsiteY131" fmla="*/ 352604 h 1725407"/>
                <a:gd name="connsiteX132" fmla="*/ 1564209 w 1629088"/>
                <a:gd name="connsiteY132" fmla="*/ 352604 h 1725407"/>
                <a:gd name="connsiteX133" fmla="*/ 902665 w 1629088"/>
                <a:gd name="connsiteY133" fmla="*/ 42312 h 1725407"/>
                <a:gd name="connsiteX134" fmla="*/ 42312 w 1629088"/>
                <a:gd name="connsiteY134" fmla="*/ 902665 h 1725407"/>
                <a:gd name="connsiteX0" fmla="*/ 983764 w 1629088"/>
                <a:gd name="connsiteY0" fmla="*/ 1335193 h 1725407"/>
                <a:gd name="connsiteX1" fmla="*/ 821567 w 1629088"/>
                <a:gd name="connsiteY1" fmla="*/ 1335193 h 1725407"/>
                <a:gd name="connsiteX2" fmla="*/ 800410 w 1629088"/>
                <a:gd name="connsiteY2" fmla="*/ 1314036 h 1725407"/>
                <a:gd name="connsiteX3" fmla="*/ 800410 w 1629088"/>
                <a:gd name="connsiteY3" fmla="*/ 1221948 h 1725407"/>
                <a:gd name="connsiteX4" fmla="*/ 749342 w 1629088"/>
                <a:gd name="connsiteY4" fmla="*/ 1200616 h 1725407"/>
                <a:gd name="connsiteX5" fmla="*/ 684051 w 1629088"/>
                <a:gd name="connsiteY5" fmla="*/ 1265906 h 1725407"/>
                <a:gd name="connsiteX6" fmla="*/ 669124 w 1629088"/>
                <a:gd name="connsiteY6" fmla="*/ 1272077 h 1725407"/>
                <a:gd name="connsiteX7" fmla="*/ 669124 w 1629088"/>
                <a:gd name="connsiteY7" fmla="*/ 1272077 h 1725407"/>
                <a:gd name="connsiteX8" fmla="*/ 654197 w 1629088"/>
                <a:gd name="connsiteY8" fmla="*/ 1265906 h 1725407"/>
                <a:gd name="connsiteX9" fmla="*/ 539484 w 1629088"/>
                <a:gd name="connsiteY9" fmla="*/ 1151192 h 1725407"/>
                <a:gd name="connsiteX10" fmla="*/ 539484 w 1629088"/>
                <a:gd name="connsiteY10" fmla="*/ 1121221 h 1725407"/>
                <a:gd name="connsiteX11" fmla="*/ 604598 w 1629088"/>
                <a:gd name="connsiteY11" fmla="*/ 1056166 h 1725407"/>
                <a:gd name="connsiteX12" fmla="*/ 583618 w 1629088"/>
                <a:gd name="connsiteY12" fmla="*/ 1004979 h 1725407"/>
                <a:gd name="connsiteX13" fmla="*/ 491294 w 1629088"/>
                <a:gd name="connsiteY13" fmla="*/ 1004979 h 1725407"/>
                <a:gd name="connsiteX14" fmla="*/ 470138 w 1629088"/>
                <a:gd name="connsiteY14" fmla="*/ 983823 h 1725407"/>
                <a:gd name="connsiteX15" fmla="*/ 470138 w 1629088"/>
                <a:gd name="connsiteY15" fmla="*/ 821625 h 1725407"/>
                <a:gd name="connsiteX16" fmla="*/ 491294 w 1629088"/>
                <a:gd name="connsiteY16" fmla="*/ 800469 h 1725407"/>
                <a:gd name="connsiteX17" fmla="*/ 583383 w 1629088"/>
                <a:gd name="connsiteY17" fmla="*/ 800469 h 1725407"/>
                <a:gd name="connsiteX18" fmla="*/ 604715 w 1629088"/>
                <a:gd name="connsiteY18" fmla="*/ 749400 h 1725407"/>
                <a:gd name="connsiteX19" fmla="*/ 539484 w 1629088"/>
                <a:gd name="connsiteY19" fmla="*/ 684051 h 1725407"/>
                <a:gd name="connsiteX20" fmla="*/ 539484 w 1629088"/>
                <a:gd name="connsiteY20" fmla="*/ 654139 h 1725407"/>
                <a:gd name="connsiteX21" fmla="*/ 654139 w 1629088"/>
                <a:gd name="connsiteY21" fmla="*/ 539425 h 1725407"/>
                <a:gd name="connsiteX22" fmla="*/ 684051 w 1629088"/>
                <a:gd name="connsiteY22" fmla="*/ 539425 h 1725407"/>
                <a:gd name="connsiteX23" fmla="*/ 749165 w 1629088"/>
                <a:gd name="connsiteY23" fmla="*/ 604598 h 1725407"/>
                <a:gd name="connsiteX24" fmla="*/ 800410 w 1629088"/>
                <a:gd name="connsiteY24" fmla="*/ 583618 h 1725407"/>
                <a:gd name="connsiteX25" fmla="*/ 800410 w 1629088"/>
                <a:gd name="connsiteY25" fmla="*/ 491294 h 1725407"/>
                <a:gd name="connsiteX26" fmla="*/ 821567 w 1629088"/>
                <a:gd name="connsiteY26" fmla="*/ 470138 h 1725407"/>
                <a:gd name="connsiteX27" fmla="*/ 983764 w 1629088"/>
                <a:gd name="connsiteY27" fmla="*/ 470138 h 1725407"/>
                <a:gd name="connsiteX28" fmla="*/ 1004921 w 1629088"/>
                <a:gd name="connsiteY28" fmla="*/ 491294 h 1725407"/>
                <a:gd name="connsiteX29" fmla="*/ 1004921 w 1629088"/>
                <a:gd name="connsiteY29" fmla="*/ 583383 h 1725407"/>
                <a:gd name="connsiteX30" fmla="*/ 1055931 w 1629088"/>
                <a:gd name="connsiteY30" fmla="*/ 604715 h 1725407"/>
                <a:gd name="connsiteX31" fmla="*/ 1121162 w 1629088"/>
                <a:gd name="connsiteY31" fmla="*/ 539425 h 1725407"/>
                <a:gd name="connsiteX32" fmla="*/ 1151134 w 1629088"/>
                <a:gd name="connsiteY32" fmla="*/ 539425 h 1725407"/>
                <a:gd name="connsiteX33" fmla="*/ 1265847 w 1629088"/>
                <a:gd name="connsiteY33" fmla="*/ 654139 h 1725407"/>
                <a:gd name="connsiteX34" fmla="*/ 1272018 w 1629088"/>
                <a:gd name="connsiteY34" fmla="*/ 669066 h 1725407"/>
                <a:gd name="connsiteX35" fmla="*/ 1265847 w 1629088"/>
                <a:gd name="connsiteY35" fmla="*/ 683992 h 1725407"/>
                <a:gd name="connsiteX36" fmla="*/ 1200674 w 1629088"/>
                <a:gd name="connsiteY36" fmla="*/ 749107 h 1725407"/>
                <a:gd name="connsiteX37" fmla="*/ 1221654 w 1629088"/>
                <a:gd name="connsiteY37" fmla="*/ 800352 h 1725407"/>
                <a:gd name="connsiteX38" fmla="*/ 1314036 w 1629088"/>
                <a:gd name="connsiteY38" fmla="*/ 800352 h 1725407"/>
                <a:gd name="connsiteX39" fmla="*/ 1335193 w 1629088"/>
                <a:gd name="connsiteY39" fmla="*/ 821508 h 1725407"/>
                <a:gd name="connsiteX40" fmla="*/ 1335193 w 1629088"/>
                <a:gd name="connsiteY40" fmla="*/ 983706 h 1725407"/>
                <a:gd name="connsiteX41" fmla="*/ 1314036 w 1629088"/>
                <a:gd name="connsiteY41" fmla="*/ 1004862 h 1725407"/>
                <a:gd name="connsiteX42" fmla="*/ 1221948 w 1629088"/>
                <a:gd name="connsiteY42" fmla="*/ 1004862 h 1725407"/>
                <a:gd name="connsiteX43" fmla="*/ 1200616 w 1629088"/>
                <a:gd name="connsiteY43" fmla="*/ 1055872 h 1725407"/>
                <a:gd name="connsiteX44" fmla="*/ 1265906 w 1629088"/>
                <a:gd name="connsiteY44" fmla="*/ 1121103 h 1725407"/>
                <a:gd name="connsiteX45" fmla="*/ 1272077 w 1629088"/>
                <a:gd name="connsiteY45" fmla="*/ 1136089 h 1725407"/>
                <a:gd name="connsiteX46" fmla="*/ 1265906 w 1629088"/>
                <a:gd name="connsiteY46" fmla="*/ 1151075 h 1725407"/>
                <a:gd name="connsiteX47" fmla="*/ 1151192 w 1629088"/>
                <a:gd name="connsiteY47" fmla="*/ 1265789 h 1725407"/>
                <a:gd name="connsiteX48" fmla="*/ 1136207 w 1629088"/>
                <a:gd name="connsiteY48" fmla="*/ 1271959 h 1725407"/>
                <a:gd name="connsiteX49" fmla="*/ 1136207 w 1629088"/>
                <a:gd name="connsiteY49" fmla="*/ 1271959 h 1725407"/>
                <a:gd name="connsiteX50" fmla="*/ 1121221 w 1629088"/>
                <a:gd name="connsiteY50" fmla="*/ 1265789 h 1725407"/>
                <a:gd name="connsiteX51" fmla="*/ 1056166 w 1629088"/>
                <a:gd name="connsiteY51" fmla="*/ 1200616 h 1725407"/>
                <a:gd name="connsiteX52" fmla="*/ 1004979 w 1629088"/>
                <a:gd name="connsiteY52" fmla="*/ 1221596 h 1725407"/>
                <a:gd name="connsiteX53" fmla="*/ 1004979 w 1629088"/>
                <a:gd name="connsiteY53" fmla="*/ 1314036 h 1725407"/>
                <a:gd name="connsiteX54" fmla="*/ 983764 w 1629088"/>
                <a:gd name="connsiteY54" fmla="*/ 1335193 h 1725407"/>
                <a:gd name="connsiteX55" fmla="*/ 842723 w 1629088"/>
                <a:gd name="connsiteY55" fmla="*/ 1292880 h 1725407"/>
                <a:gd name="connsiteX56" fmla="*/ 962608 w 1629088"/>
                <a:gd name="connsiteY56" fmla="*/ 1292880 h 1725407"/>
                <a:gd name="connsiteX57" fmla="*/ 962608 w 1629088"/>
                <a:gd name="connsiteY57" fmla="*/ 1207550 h 1725407"/>
                <a:gd name="connsiteX58" fmla="*/ 975772 w 1629088"/>
                <a:gd name="connsiteY58" fmla="*/ 1187981 h 1725407"/>
                <a:gd name="connsiteX59" fmla="*/ 1053110 w 1629088"/>
                <a:gd name="connsiteY59" fmla="*/ 1156246 h 1725407"/>
                <a:gd name="connsiteX60" fmla="*/ 1076146 w 1629088"/>
                <a:gd name="connsiteY60" fmla="*/ 1160830 h 1725407"/>
                <a:gd name="connsiteX61" fmla="*/ 1136207 w 1629088"/>
                <a:gd name="connsiteY61" fmla="*/ 1221008 h 1725407"/>
                <a:gd name="connsiteX62" fmla="*/ 1221008 w 1629088"/>
                <a:gd name="connsiteY62" fmla="*/ 1136207 h 1725407"/>
                <a:gd name="connsiteX63" fmla="*/ 1160595 w 1629088"/>
                <a:gd name="connsiteY63" fmla="*/ 1075911 h 1725407"/>
                <a:gd name="connsiteX64" fmla="*/ 1156070 w 1629088"/>
                <a:gd name="connsiteY64" fmla="*/ 1052757 h 1725407"/>
                <a:gd name="connsiteX65" fmla="*/ 1188392 w 1629088"/>
                <a:gd name="connsiteY65" fmla="*/ 975654 h 1725407"/>
                <a:gd name="connsiteX66" fmla="*/ 1207903 w 1629088"/>
                <a:gd name="connsiteY66" fmla="*/ 962608 h 1725407"/>
                <a:gd name="connsiteX67" fmla="*/ 1292880 w 1629088"/>
                <a:gd name="connsiteY67" fmla="*/ 962608 h 1725407"/>
                <a:gd name="connsiteX68" fmla="*/ 1292880 w 1629088"/>
                <a:gd name="connsiteY68" fmla="*/ 842723 h 1725407"/>
                <a:gd name="connsiteX69" fmla="*/ 1207550 w 1629088"/>
                <a:gd name="connsiteY69" fmla="*/ 842723 h 1725407"/>
                <a:gd name="connsiteX70" fmla="*/ 1187981 w 1629088"/>
                <a:gd name="connsiteY70" fmla="*/ 829618 h 1725407"/>
                <a:gd name="connsiteX71" fmla="*/ 1156246 w 1629088"/>
                <a:gd name="connsiteY71" fmla="*/ 752280 h 1725407"/>
                <a:gd name="connsiteX72" fmla="*/ 1160830 w 1629088"/>
                <a:gd name="connsiteY72" fmla="*/ 729302 h 1725407"/>
                <a:gd name="connsiteX73" fmla="*/ 1221008 w 1629088"/>
                <a:gd name="connsiteY73" fmla="*/ 669183 h 1725407"/>
                <a:gd name="connsiteX74" fmla="*/ 1136207 w 1629088"/>
                <a:gd name="connsiteY74" fmla="*/ 584382 h 1725407"/>
                <a:gd name="connsiteX75" fmla="*/ 1075911 w 1629088"/>
                <a:gd name="connsiteY75" fmla="*/ 644736 h 1725407"/>
                <a:gd name="connsiteX76" fmla="*/ 1052757 w 1629088"/>
                <a:gd name="connsiteY76" fmla="*/ 649320 h 1725407"/>
                <a:gd name="connsiteX77" fmla="*/ 975654 w 1629088"/>
                <a:gd name="connsiteY77" fmla="*/ 617057 h 1725407"/>
                <a:gd name="connsiteX78" fmla="*/ 962608 w 1629088"/>
                <a:gd name="connsiteY78" fmla="*/ 597546 h 1725407"/>
                <a:gd name="connsiteX79" fmla="*/ 962608 w 1629088"/>
                <a:gd name="connsiteY79" fmla="*/ 512451 h 1725407"/>
                <a:gd name="connsiteX80" fmla="*/ 842723 w 1629088"/>
                <a:gd name="connsiteY80" fmla="*/ 512451 h 1725407"/>
                <a:gd name="connsiteX81" fmla="*/ 842723 w 1629088"/>
                <a:gd name="connsiteY81" fmla="*/ 597781 h 1725407"/>
                <a:gd name="connsiteX82" fmla="*/ 829618 w 1629088"/>
                <a:gd name="connsiteY82" fmla="*/ 617350 h 1725407"/>
                <a:gd name="connsiteX83" fmla="*/ 752280 w 1629088"/>
                <a:gd name="connsiteY83" fmla="*/ 649085 h 1725407"/>
                <a:gd name="connsiteX84" fmla="*/ 729302 w 1629088"/>
                <a:gd name="connsiteY84" fmla="*/ 644442 h 1725407"/>
                <a:gd name="connsiteX85" fmla="*/ 669183 w 1629088"/>
                <a:gd name="connsiteY85" fmla="*/ 584323 h 1725407"/>
                <a:gd name="connsiteX86" fmla="*/ 584441 w 1629088"/>
                <a:gd name="connsiteY86" fmla="*/ 669124 h 1725407"/>
                <a:gd name="connsiteX87" fmla="*/ 644795 w 1629088"/>
                <a:gd name="connsiteY87" fmla="*/ 729537 h 1725407"/>
                <a:gd name="connsiteX88" fmla="*/ 649320 w 1629088"/>
                <a:gd name="connsiteY88" fmla="*/ 752691 h 1725407"/>
                <a:gd name="connsiteX89" fmla="*/ 617057 w 1629088"/>
                <a:gd name="connsiteY89" fmla="*/ 829794 h 1725407"/>
                <a:gd name="connsiteX90" fmla="*/ 597546 w 1629088"/>
                <a:gd name="connsiteY90" fmla="*/ 842782 h 1725407"/>
                <a:gd name="connsiteX91" fmla="*/ 512451 w 1629088"/>
                <a:gd name="connsiteY91" fmla="*/ 842782 h 1725407"/>
                <a:gd name="connsiteX92" fmla="*/ 512451 w 1629088"/>
                <a:gd name="connsiteY92" fmla="*/ 962667 h 1725407"/>
                <a:gd name="connsiteX93" fmla="*/ 597781 w 1629088"/>
                <a:gd name="connsiteY93" fmla="*/ 962667 h 1725407"/>
                <a:gd name="connsiteX94" fmla="*/ 617350 w 1629088"/>
                <a:gd name="connsiteY94" fmla="*/ 975831 h 1725407"/>
                <a:gd name="connsiteX95" fmla="*/ 649085 w 1629088"/>
                <a:gd name="connsiteY95" fmla="*/ 1053169 h 1725407"/>
                <a:gd name="connsiteX96" fmla="*/ 644442 w 1629088"/>
                <a:gd name="connsiteY96" fmla="*/ 1076205 h 1725407"/>
                <a:gd name="connsiteX97" fmla="*/ 584382 w 1629088"/>
                <a:gd name="connsiteY97" fmla="*/ 1136265 h 1725407"/>
                <a:gd name="connsiteX98" fmla="*/ 669124 w 1629088"/>
                <a:gd name="connsiteY98" fmla="*/ 1221067 h 1725407"/>
                <a:gd name="connsiteX99" fmla="*/ 729537 w 1629088"/>
                <a:gd name="connsiteY99" fmla="*/ 1160654 h 1725407"/>
                <a:gd name="connsiteX100" fmla="*/ 752691 w 1629088"/>
                <a:gd name="connsiteY100" fmla="*/ 1156129 h 1725407"/>
                <a:gd name="connsiteX101" fmla="*/ 829794 w 1629088"/>
                <a:gd name="connsiteY101" fmla="*/ 1188451 h 1725407"/>
                <a:gd name="connsiteX102" fmla="*/ 842782 w 1629088"/>
                <a:gd name="connsiteY102" fmla="*/ 1207962 h 1725407"/>
                <a:gd name="connsiteX103" fmla="*/ 842723 w 1629088"/>
                <a:gd name="connsiteY103" fmla="*/ 1292880 h 1725407"/>
                <a:gd name="connsiteX104" fmla="*/ 842723 w 1629088"/>
                <a:gd name="connsiteY104" fmla="*/ 1292880 h 1725407"/>
                <a:gd name="connsiteX105" fmla="*/ 902665 w 1629088"/>
                <a:gd name="connsiteY105" fmla="*/ 1100124 h 1725407"/>
                <a:gd name="connsiteX106" fmla="*/ 705207 w 1629088"/>
                <a:gd name="connsiteY106" fmla="*/ 902665 h 1725407"/>
                <a:gd name="connsiteX107" fmla="*/ 902665 w 1629088"/>
                <a:gd name="connsiteY107" fmla="*/ 705207 h 1725407"/>
                <a:gd name="connsiteX108" fmla="*/ 1100124 w 1629088"/>
                <a:gd name="connsiteY108" fmla="*/ 902665 h 1725407"/>
                <a:gd name="connsiteX109" fmla="*/ 902665 w 1629088"/>
                <a:gd name="connsiteY109" fmla="*/ 1100124 h 1725407"/>
                <a:gd name="connsiteX110" fmla="*/ 902665 w 1629088"/>
                <a:gd name="connsiteY110" fmla="*/ 747520 h 1725407"/>
                <a:gd name="connsiteX111" fmla="*/ 747520 w 1629088"/>
                <a:gd name="connsiteY111" fmla="*/ 902665 h 1725407"/>
                <a:gd name="connsiteX112" fmla="*/ 902665 w 1629088"/>
                <a:gd name="connsiteY112" fmla="*/ 1057811 h 1725407"/>
                <a:gd name="connsiteX113" fmla="*/ 1057811 w 1629088"/>
                <a:gd name="connsiteY113" fmla="*/ 902665 h 1725407"/>
                <a:gd name="connsiteX114" fmla="*/ 902665 w 1629088"/>
                <a:gd name="connsiteY114" fmla="*/ 747520 h 1725407"/>
                <a:gd name="connsiteX115" fmla="*/ 241122 w 1629088"/>
                <a:gd name="connsiteY115" fmla="*/ 1452786 h 1725407"/>
                <a:gd name="connsiteX116" fmla="*/ 218614 w 1629088"/>
                <a:gd name="connsiteY116" fmla="*/ 1725407 h 1725407"/>
                <a:gd name="connsiteX117" fmla="*/ 176302 w 1629088"/>
                <a:gd name="connsiteY117" fmla="*/ 1725407 h 1725407"/>
                <a:gd name="connsiteX118" fmla="*/ 176302 w 1629088"/>
                <a:gd name="connsiteY118" fmla="*/ 1410415 h 1725407"/>
                <a:gd name="connsiteX119" fmla="*/ 491294 w 1629088"/>
                <a:gd name="connsiteY119" fmla="*/ 1410415 h 1725407"/>
                <a:gd name="connsiteX120" fmla="*/ 491294 w 1629088"/>
                <a:gd name="connsiteY120" fmla="*/ 1452786 h 1725407"/>
                <a:gd name="connsiteX121" fmla="*/ 241122 w 1629088"/>
                <a:gd name="connsiteY121" fmla="*/ 1452786 h 1725407"/>
                <a:gd name="connsiteX122" fmla="*/ 42312 w 1629088"/>
                <a:gd name="connsiteY122" fmla="*/ 902665 h 1725407"/>
                <a:gd name="connsiteX123" fmla="*/ 0 w 1629088"/>
                <a:gd name="connsiteY123" fmla="*/ 902665 h 1725407"/>
                <a:gd name="connsiteX124" fmla="*/ 902665 w 1629088"/>
                <a:gd name="connsiteY124" fmla="*/ 0 h 1725407"/>
                <a:gd name="connsiteX125" fmla="*/ 1586717 w 1629088"/>
                <a:gd name="connsiteY125" fmla="*/ 313641 h 1725407"/>
                <a:gd name="connsiteX126" fmla="*/ 1586717 w 1629088"/>
                <a:gd name="connsiteY126" fmla="*/ 79924 h 1725407"/>
                <a:gd name="connsiteX127" fmla="*/ 1629088 w 1629088"/>
                <a:gd name="connsiteY127" fmla="*/ 79924 h 1725407"/>
                <a:gd name="connsiteX128" fmla="*/ 1629088 w 1629088"/>
                <a:gd name="connsiteY128" fmla="*/ 394916 h 1725407"/>
                <a:gd name="connsiteX129" fmla="*/ 1314036 w 1629088"/>
                <a:gd name="connsiteY129" fmla="*/ 394916 h 1725407"/>
                <a:gd name="connsiteX130" fmla="*/ 1314036 w 1629088"/>
                <a:gd name="connsiteY130" fmla="*/ 352604 h 1725407"/>
                <a:gd name="connsiteX131" fmla="*/ 1564209 w 1629088"/>
                <a:gd name="connsiteY131" fmla="*/ 352604 h 1725407"/>
                <a:gd name="connsiteX132" fmla="*/ 902665 w 1629088"/>
                <a:gd name="connsiteY132" fmla="*/ 42312 h 1725407"/>
                <a:gd name="connsiteX133" fmla="*/ 42312 w 1629088"/>
                <a:gd name="connsiteY133" fmla="*/ 902665 h 1725407"/>
                <a:gd name="connsiteX0" fmla="*/ 983764 w 1629088"/>
                <a:gd name="connsiteY0" fmla="*/ 1335193 h 1725407"/>
                <a:gd name="connsiteX1" fmla="*/ 821567 w 1629088"/>
                <a:gd name="connsiteY1" fmla="*/ 1335193 h 1725407"/>
                <a:gd name="connsiteX2" fmla="*/ 800410 w 1629088"/>
                <a:gd name="connsiteY2" fmla="*/ 1314036 h 1725407"/>
                <a:gd name="connsiteX3" fmla="*/ 800410 w 1629088"/>
                <a:gd name="connsiteY3" fmla="*/ 1221948 h 1725407"/>
                <a:gd name="connsiteX4" fmla="*/ 749342 w 1629088"/>
                <a:gd name="connsiteY4" fmla="*/ 1200616 h 1725407"/>
                <a:gd name="connsiteX5" fmla="*/ 684051 w 1629088"/>
                <a:gd name="connsiteY5" fmla="*/ 1265906 h 1725407"/>
                <a:gd name="connsiteX6" fmla="*/ 669124 w 1629088"/>
                <a:gd name="connsiteY6" fmla="*/ 1272077 h 1725407"/>
                <a:gd name="connsiteX7" fmla="*/ 669124 w 1629088"/>
                <a:gd name="connsiteY7" fmla="*/ 1272077 h 1725407"/>
                <a:gd name="connsiteX8" fmla="*/ 654197 w 1629088"/>
                <a:gd name="connsiteY8" fmla="*/ 1265906 h 1725407"/>
                <a:gd name="connsiteX9" fmla="*/ 539484 w 1629088"/>
                <a:gd name="connsiteY9" fmla="*/ 1151192 h 1725407"/>
                <a:gd name="connsiteX10" fmla="*/ 539484 w 1629088"/>
                <a:gd name="connsiteY10" fmla="*/ 1121221 h 1725407"/>
                <a:gd name="connsiteX11" fmla="*/ 604598 w 1629088"/>
                <a:gd name="connsiteY11" fmla="*/ 1056166 h 1725407"/>
                <a:gd name="connsiteX12" fmla="*/ 583618 w 1629088"/>
                <a:gd name="connsiteY12" fmla="*/ 1004979 h 1725407"/>
                <a:gd name="connsiteX13" fmla="*/ 491294 w 1629088"/>
                <a:gd name="connsiteY13" fmla="*/ 1004979 h 1725407"/>
                <a:gd name="connsiteX14" fmla="*/ 470138 w 1629088"/>
                <a:gd name="connsiteY14" fmla="*/ 983823 h 1725407"/>
                <a:gd name="connsiteX15" fmla="*/ 470138 w 1629088"/>
                <a:gd name="connsiteY15" fmla="*/ 821625 h 1725407"/>
                <a:gd name="connsiteX16" fmla="*/ 491294 w 1629088"/>
                <a:gd name="connsiteY16" fmla="*/ 800469 h 1725407"/>
                <a:gd name="connsiteX17" fmla="*/ 583383 w 1629088"/>
                <a:gd name="connsiteY17" fmla="*/ 800469 h 1725407"/>
                <a:gd name="connsiteX18" fmla="*/ 604715 w 1629088"/>
                <a:gd name="connsiteY18" fmla="*/ 749400 h 1725407"/>
                <a:gd name="connsiteX19" fmla="*/ 539484 w 1629088"/>
                <a:gd name="connsiteY19" fmla="*/ 684051 h 1725407"/>
                <a:gd name="connsiteX20" fmla="*/ 539484 w 1629088"/>
                <a:gd name="connsiteY20" fmla="*/ 654139 h 1725407"/>
                <a:gd name="connsiteX21" fmla="*/ 654139 w 1629088"/>
                <a:gd name="connsiteY21" fmla="*/ 539425 h 1725407"/>
                <a:gd name="connsiteX22" fmla="*/ 684051 w 1629088"/>
                <a:gd name="connsiteY22" fmla="*/ 539425 h 1725407"/>
                <a:gd name="connsiteX23" fmla="*/ 749165 w 1629088"/>
                <a:gd name="connsiteY23" fmla="*/ 604598 h 1725407"/>
                <a:gd name="connsiteX24" fmla="*/ 800410 w 1629088"/>
                <a:gd name="connsiteY24" fmla="*/ 583618 h 1725407"/>
                <a:gd name="connsiteX25" fmla="*/ 800410 w 1629088"/>
                <a:gd name="connsiteY25" fmla="*/ 491294 h 1725407"/>
                <a:gd name="connsiteX26" fmla="*/ 821567 w 1629088"/>
                <a:gd name="connsiteY26" fmla="*/ 470138 h 1725407"/>
                <a:gd name="connsiteX27" fmla="*/ 983764 w 1629088"/>
                <a:gd name="connsiteY27" fmla="*/ 470138 h 1725407"/>
                <a:gd name="connsiteX28" fmla="*/ 1004921 w 1629088"/>
                <a:gd name="connsiteY28" fmla="*/ 491294 h 1725407"/>
                <a:gd name="connsiteX29" fmla="*/ 1004921 w 1629088"/>
                <a:gd name="connsiteY29" fmla="*/ 583383 h 1725407"/>
                <a:gd name="connsiteX30" fmla="*/ 1055931 w 1629088"/>
                <a:gd name="connsiteY30" fmla="*/ 604715 h 1725407"/>
                <a:gd name="connsiteX31" fmla="*/ 1121162 w 1629088"/>
                <a:gd name="connsiteY31" fmla="*/ 539425 h 1725407"/>
                <a:gd name="connsiteX32" fmla="*/ 1151134 w 1629088"/>
                <a:gd name="connsiteY32" fmla="*/ 539425 h 1725407"/>
                <a:gd name="connsiteX33" fmla="*/ 1265847 w 1629088"/>
                <a:gd name="connsiteY33" fmla="*/ 654139 h 1725407"/>
                <a:gd name="connsiteX34" fmla="*/ 1272018 w 1629088"/>
                <a:gd name="connsiteY34" fmla="*/ 669066 h 1725407"/>
                <a:gd name="connsiteX35" fmla="*/ 1265847 w 1629088"/>
                <a:gd name="connsiteY35" fmla="*/ 683992 h 1725407"/>
                <a:gd name="connsiteX36" fmla="*/ 1200674 w 1629088"/>
                <a:gd name="connsiteY36" fmla="*/ 749107 h 1725407"/>
                <a:gd name="connsiteX37" fmla="*/ 1221654 w 1629088"/>
                <a:gd name="connsiteY37" fmla="*/ 800352 h 1725407"/>
                <a:gd name="connsiteX38" fmla="*/ 1314036 w 1629088"/>
                <a:gd name="connsiteY38" fmla="*/ 800352 h 1725407"/>
                <a:gd name="connsiteX39" fmla="*/ 1335193 w 1629088"/>
                <a:gd name="connsiteY39" fmla="*/ 821508 h 1725407"/>
                <a:gd name="connsiteX40" fmla="*/ 1335193 w 1629088"/>
                <a:gd name="connsiteY40" fmla="*/ 983706 h 1725407"/>
                <a:gd name="connsiteX41" fmla="*/ 1314036 w 1629088"/>
                <a:gd name="connsiteY41" fmla="*/ 1004862 h 1725407"/>
                <a:gd name="connsiteX42" fmla="*/ 1221948 w 1629088"/>
                <a:gd name="connsiteY42" fmla="*/ 1004862 h 1725407"/>
                <a:gd name="connsiteX43" fmla="*/ 1200616 w 1629088"/>
                <a:gd name="connsiteY43" fmla="*/ 1055872 h 1725407"/>
                <a:gd name="connsiteX44" fmla="*/ 1265906 w 1629088"/>
                <a:gd name="connsiteY44" fmla="*/ 1121103 h 1725407"/>
                <a:gd name="connsiteX45" fmla="*/ 1272077 w 1629088"/>
                <a:gd name="connsiteY45" fmla="*/ 1136089 h 1725407"/>
                <a:gd name="connsiteX46" fmla="*/ 1265906 w 1629088"/>
                <a:gd name="connsiteY46" fmla="*/ 1151075 h 1725407"/>
                <a:gd name="connsiteX47" fmla="*/ 1151192 w 1629088"/>
                <a:gd name="connsiteY47" fmla="*/ 1265789 h 1725407"/>
                <a:gd name="connsiteX48" fmla="*/ 1136207 w 1629088"/>
                <a:gd name="connsiteY48" fmla="*/ 1271959 h 1725407"/>
                <a:gd name="connsiteX49" fmla="*/ 1136207 w 1629088"/>
                <a:gd name="connsiteY49" fmla="*/ 1271959 h 1725407"/>
                <a:gd name="connsiteX50" fmla="*/ 1121221 w 1629088"/>
                <a:gd name="connsiteY50" fmla="*/ 1265789 h 1725407"/>
                <a:gd name="connsiteX51" fmla="*/ 1056166 w 1629088"/>
                <a:gd name="connsiteY51" fmla="*/ 1200616 h 1725407"/>
                <a:gd name="connsiteX52" fmla="*/ 1004979 w 1629088"/>
                <a:gd name="connsiteY52" fmla="*/ 1221596 h 1725407"/>
                <a:gd name="connsiteX53" fmla="*/ 1004979 w 1629088"/>
                <a:gd name="connsiteY53" fmla="*/ 1314036 h 1725407"/>
                <a:gd name="connsiteX54" fmla="*/ 983764 w 1629088"/>
                <a:gd name="connsiteY54" fmla="*/ 1335193 h 1725407"/>
                <a:gd name="connsiteX55" fmla="*/ 842723 w 1629088"/>
                <a:gd name="connsiteY55" fmla="*/ 1292880 h 1725407"/>
                <a:gd name="connsiteX56" fmla="*/ 962608 w 1629088"/>
                <a:gd name="connsiteY56" fmla="*/ 1292880 h 1725407"/>
                <a:gd name="connsiteX57" fmla="*/ 962608 w 1629088"/>
                <a:gd name="connsiteY57" fmla="*/ 1207550 h 1725407"/>
                <a:gd name="connsiteX58" fmla="*/ 975772 w 1629088"/>
                <a:gd name="connsiteY58" fmla="*/ 1187981 h 1725407"/>
                <a:gd name="connsiteX59" fmla="*/ 1053110 w 1629088"/>
                <a:gd name="connsiteY59" fmla="*/ 1156246 h 1725407"/>
                <a:gd name="connsiteX60" fmla="*/ 1076146 w 1629088"/>
                <a:gd name="connsiteY60" fmla="*/ 1160830 h 1725407"/>
                <a:gd name="connsiteX61" fmla="*/ 1136207 w 1629088"/>
                <a:gd name="connsiteY61" fmla="*/ 1221008 h 1725407"/>
                <a:gd name="connsiteX62" fmla="*/ 1221008 w 1629088"/>
                <a:gd name="connsiteY62" fmla="*/ 1136207 h 1725407"/>
                <a:gd name="connsiteX63" fmla="*/ 1160595 w 1629088"/>
                <a:gd name="connsiteY63" fmla="*/ 1075911 h 1725407"/>
                <a:gd name="connsiteX64" fmla="*/ 1156070 w 1629088"/>
                <a:gd name="connsiteY64" fmla="*/ 1052757 h 1725407"/>
                <a:gd name="connsiteX65" fmla="*/ 1188392 w 1629088"/>
                <a:gd name="connsiteY65" fmla="*/ 975654 h 1725407"/>
                <a:gd name="connsiteX66" fmla="*/ 1207903 w 1629088"/>
                <a:gd name="connsiteY66" fmla="*/ 962608 h 1725407"/>
                <a:gd name="connsiteX67" fmla="*/ 1292880 w 1629088"/>
                <a:gd name="connsiteY67" fmla="*/ 962608 h 1725407"/>
                <a:gd name="connsiteX68" fmla="*/ 1292880 w 1629088"/>
                <a:gd name="connsiteY68" fmla="*/ 842723 h 1725407"/>
                <a:gd name="connsiteX69" fmla="*/ 1207550 w 1629088"/>
                <a:gd name="connsiteY69" fmla="*/ 842723 h 1725407"/>
                <a:gd name="connsiteX70" fmla="*/ 1187981 w 1629088"/>
                <a:gd name="connsiteY70" fmla="*/ 829618 h 1725407"/>
                <a:gd name="connsiteX71" fmla="*/ 1156246 w 1629088"/>
                <a:gd name="connsiteY71" fmla="*/ 752280 h 1725407"/>
                <a:gd name="connsiteX72" fmla="*/ 1160830 w 1629088"/>
                <a:gd name="connsiteY72" fmla="*/ 729302 h 1725407"/>
                <a:gd name="connsiteX73" fmla="*/ 1221008 w 1629088"/>
                <a:gd name="connsiteY73" fmla="*/ 669183 h 1725407"/>
                <a:gd name="connsiteX74" fmla="*/ 1136207 w 1629088"/>
                <a:gd name="connsiteY74" fmla="*/ 584382 h 1725407"/>
                <a:gd name="connsiteX75" fmla="*/ 1075911 w 1629088"/>
                <a:gd name="connsiteY75" fmla="*/ 644736 h 1725407"/>
                <a:gd name="connsiteX76" fmla="*/ 1052757 w 1629088"/>
                <a:gd name="connsiteY76" fmla="*/ 649320 h 1725407"/>
                <a:gd name="connsiteX77" fmla="*/ 975654 w 1629088"/>
                <a:gd name="connsiteY77" fmla="*/ 617057 h 1725407"/>
                <a:gd name="connsiteX78" fmla="*/ 962608 w 1629088"/>
                <a:gd name="connsiteY78" fmla="*/ 597546 h 1725407"/>
                <a:gd name="connsiteX79" fmla="*/ 962608 w 1629088"/>
                <a:gd name="connsiteY79" fmla="*/ 512451 h 1725407"/>
                <a:gd name="connsiteX80" fmla="*/ 842723 w 1629088"/>
                <a:gd name="connsiteY80" fmla="*/ 512451 h 1725407"/>
                <a:gd name="connsiteX81" fmla="*/ 842723 w 1629088"/>
                <a:gd name="connsiteY81" fmla="*/ 597781 h 1725407"/>
                <a:gd name="connsiteX82" fmla="*/ 829618 w 1629088"/>
                <a:gd name="connsiteY82" fmla="*/ 617350 h 1725407"/>
                <a:gd name="connsiteX83" fmla="*/ 752280 w 1629088"/>
                <a:gd name="connsiteY83" fmla="*/ 649085 h 1725407"/>
                <a:gd name="connsiteX84" fmla="*/ 729302 w 1629088"/>
                <a:gd name="connsiteY84" fmla="*/ 644442 h 1725407"/>
                <a:gd name="connsiteX85" fmla="*/ 669183 w 1629088"/>
                <a:gd name="connsiteY85" fmla="*/ 584323 h 1725407"/>
                <a:gd name="connsiteX86" fmla="*/ 584441 w 1629088"/>
                <a:gd name="connsiteY86" fmla="*/ 669124 h 1725407"/>
                <a:gd name="connsiteX87" fmla="*/ 644795 w 1629088"/>
                <a:gd name="connsiteY87" fmla="*/ 729537 h 1725407"/>
                <a:gd name="connsiteX88" fmla="*/ 649320 w 1629088"/>
                <a:gd name="connsiteY88" fmla="*/ 752691 h 1725407"/>
                <a:gd name="connsiteX89" fmla="*/ 617057 w 1629088"/>
                <a:gd name="connsiteY89" fmla="*/ 829794 h 1725407"/>
                <a:gd name="connsiteX90" fmla="*/ 597546 w 1629088"/>
                <a:gd name="connsiteY90" fmla="*/ 842782 h 1725407"/>
                <a:gd name="connsiteX91" fmla="*/ 512451 w 1629088"/>
                <a:gd name="connsiteY91" fmla="*/ 842782 h 1725407"/>
                <a:gd name="connsiteX92" fmla="*/ 512451 w 1629088"/>
                <a:gd name="connsiteY92" fmla="*/ 962667 h 1725407"/>
                <a:gd name="connsiteX93" fmla="*/ 597781 w 1629088"/>
                <a:gd name="connsiteY93" fmla="*/ 962667 h 1725407"/>
                <a:gd name="connsiteX94" fmla="*/ 617350 w 1629088"/>
                <a:gd name="connsiteY94" fmla="*/ 975831 h 1725407"/>
                <a:gd name="connsiteX95" fmla="*/ 649085 w 1629088"/>
                <a:gd name="connsiteY95" fmla="*/ 1053169 h 1725407"/>
                <a:gd name="connsiteX96" fmla="*/ 644442 w 1629088"/>
                <a:gd name="connsiteY96" fmla="*/ 1076205 h 1725407"/>
                <a:gd name="connsiteX97" fmla="*/ 584382 w 1629088"/>
                <a:gd name="connsiteY97" fmla="*/ 1136265 h 1725407"/>
                <a:gd name="connsiteX98" fmla="*/ 669124 w 1629088"/>
                <a:gd name="connsiteY98" fmla="*/ 1221067 h 1725407"/>
                <a:gd name="connsiteX99" fmla="*/ 729537 w 1629088"/>
                <a:gd name="connsiteY99" fmla="*/ 1160654 h 1725407"/>
                <a:gd name="connsiteX100" fmla="*/ 752691 w 1629088"/>
                <a:gd name="connsiteY100" fmla="*/ 1156129 h 1725407"/>
                <a:gd name="connsiteX101" fmla="*/ 829794 w 1629088"/>
                <a:gd name="connsiteY101" fmla="*/ 1188451 h 1725407"/>
                <a:gd name="connsiteX102" fmla="*/ 842782 w 1629088"/>
                <a:gd name="connsiteY102" fmla="*/ 1207962 h 1725407"/>
                <a:gd name="connsiteX103" fmla="*/ 842723 w 1629088"/>
                <a:gd name="connsiteY103" fmla="*/ 1292880 h 1725407"/>
                <a:gd name="connsiteX104" fmla="*/ 842723 w 1629088"/>
                <a:gd name="connsiteY104" fmla="*/ 1292880 h 1725407"/>
                <a:gd name="connsiteX105" fmla="*/ 902665 w 1629088"/>
                <a:gd name="connsiteY105" fmla="*/ 1100124 h 1725407"/>
                <a:gd name="connsiteX106" fmla="*/ 705207 w 1629088"/>
                <a:gd name="connsiteY106" fmla="*/ 902665 h 1725407"/>
                <a:gd name="connsiteX107" fmla="*/ 902665 w 1629088"/>
                <a:gd name="connsiteY107" fmla="*/ 705207 h 1725407"/>
                <a:gd name="connsiteX108" fmla="*/ 1100124 w 1629088"/>
                <a:gd name="connsiteY108" fmla="*/ 902665 h 1725407"/>
                <a:gd name="connsiteX109" fmla="*/ 902665 w 1629088"/>
                <a:gd name="connsiteY109" fmla="*/ 1100124 h 1725407"/>
                <a:gd name="connsiteX110" fmla="*/ 902665 w 1629088"/>
                <a:gd name="connsiteY110" fmla="*/ 747520 h 1725407"/>
                <a:gd name="connsiteX111" fmla="*/ 747520 w 1629088"/>
                <a:gd name="connsiteY111" fmla="*/ 902665 h 1725407"/>
                <a:gd name="connsiteX112" fmla="*/ 902665 w 1629088"/>
                <a:gd name="connsiteY112" fmla="*/ 1057811 h 1725407"/>
                <a:gd name="connsiteX113" fmla="*/ 1057811 w 1629088"/>
                <a:gd name="connsiteY113" fmla="*/ 902665 h 1725407"/>
                <a:gd name="connsiteX114" fmla="*/ 902665 w 1629088"/>
                <a:gd name="connsiteY114" fmla="*/ 747520 h 1725407"/>
                <a:gd name="connsiteX115" fmla="*/ 491294 w 1629088"/>
                <a:gd name="connsiteY115" fmla="*/ 1452786 h 1725407"/>
                <a:gd name="connsiteX116" fmla="*/ 218614 w 1629088"/>
                <a:gd name="connsiteY116" fmla="*/ 1725407 h 1725407"/>
                <a:gd name="connsiteX117" fmla="*/ 176302 w 1629088"/>
                <a:gd name="connsiteY117" fmla="*/ 1725407 h 1725407"/>
                <a:gd name="connsiteX118" fmla="*/ 176302 w 1629088"/>
                <a:gd name="connsiteY118" fmla="*/ 1410415 h 1725407"/>
                <a:gd name="connsiteX119" fmla="*/ 491294 w 1629088"/>
                <a:gd name="connsiteY119" fmla="*/ 1410415 h 1725407"/>
                <a:gd name="connsiteX120" fmla="*/ 491294 w 1629088"/>
                <a:gd name="connsiteY120" fmla="*/ 1452786 h 1725407"/>
                <a:gd name="connsiteX121" fmla="*/ 42312 w 1629088"/>
                <a:gd name="connsiteY121" fmla="*/ 902665 h 1725407"/>
                <a:gd name="connsiteX122" fmla="*/ 0 w 1629088"/>
                <a:gd name="connsiteY122" fmla="*/ 902665 h 1725407"/>
                <a:gd name="connsiteX123" fmla="*/ 902665 w 1629088"/>
                <a:gd name="connsiteY123" fmla="*/ 0 h 1725407"/>
                <a:gd name="connsiteX124" fmla="*/ 1586717 w 1629088"/>
                <a:gd name="connsiteY124" fmla="*/ 313641 h 1725407"/>
                <a:gd name="connsiteX125" fmla="*/ 1586717 w 1629088"/>
                <a:gd name="connsiteY125" fmla="*/ 79924 h 1725407"/>
                <a:gd name="connsiteX126" fmla="*/ 1629088 w 1629088"/>
                <a:gd name="connsiteY126" fmla="*/ 79924 h 1725407"/>
                <a:gd name="connsiteX127" fmla="*/ 1629088 w 1629088"/>
                <a:gd name="connsiteY127" fmla="*/ 394916 h 1725407"/>
                <a:gd name="connsiteX128" fmla="*/ 1314036 w 1629088"/>
                <a:gd name="connsiteY128" fmla="*/ 394916 h 1725407"/>
                <a:gd name="connsiteX129" fmla="*/ 1314036 w 1629088"/>
                <a:gd name="connsiteY129" fmla="*/ 352604 h 1725407"/>
                <a:gd name="connsiteX130" fmla="*/ 1564209 w 1629088"/>
                <a:gd name="connsiteY130" fmla="*/ 352604 h 1725407"/>
                <a:gd name="connsiteX131" fmla="*/ 902665 w 1629088"/>
                <a:gd name="connsiteY131" fmla="*/ 42312 h 1725407"/>
                <a:gd name="connsiteX132" fmla="*/ 42312 w 1629088"/>
                <a:gd name="connsiteY132" fmla="*/ 902665 h 1725407"/>
                <a:gd name="connsiteX0" fmla="*/ 983764 w 1629088"/>
                <a:gd name="connsiteY0" fmla="*/ 1335193 h 1725407"/>
                <a:gd name="connsiteX1" fmla="*/ 821567 w 1629088"/>
                <a:gd name="connsiteY1" fmla="*/ 1335193 h 1725407"/>
                <a:gd name="connsiteX2" fmla="*/ 800410 w 1629088"/>
                <a:gd name="connsiteY2" fmla="*/ 1314036 h 1725407"/>
                <a:gd name="connsiteX3" fmla="*/ 800410 w 1629088"/>
                <a:gd name="connsiteY3" fmla="*/ 1221948 h 1725407"/>
                <a:gd name="connsiteX4" fmla="*/ 749342 w 1629088"/>
                <a:gd name="connsiteY4" fmla="*/ 1200616 h 1725407"/>
                <a:gd name="connsiteX5" fmla="*/ 684051 w 1629088"/>
                <a:gd name="connsiteY5" fmla="*/ 1265906 h 1725407"/>
                <a:gd name="connsiteX6" fmla="*/ 669124 w 1629088"/>
                <a:gd name="connsiteY6" fmla="*/ 1272077 h 1725407"/>
                <a:gd name="connsiteX7" fmla="*/ 669124 w 1629088"/>
                <a:gd name="connsiteY7" fmla="*/ 1272077 h 1725407"/>
                <a:gd name="connsiteX8" fmla="*/ 654197 w 1629088"/>
                <a:gd name="connsiteY8" fmla="*/ 1265906 h 1725407"/>
                <a:gd name="connsiteX9" fmla="*/ 539484 w 1629088"/>
                <a:gd name="connsiteY9" fmla="*/ 1151192 h 1725407"/>
                <a:gd name="connsiteX10" fmla="*/ 539484 w 1629088"/>
                <a:gd name="connsiteY10" fmla="*/ 1121221 h 1725407"/>
                <a:gd name="connsiteX11" fmla="*/ 604598 w 1629088"/>
                <a:gd name="connsiteY11" fmla="*/ 1056166 h 1725407"/>
                <a:gd name="connsiteX12" fmla="*/ 583618 w 1629088"/>
                <a:gd name="connsiteY12" fmla="*/ 1004979 h 1725407"/>
                <a:gd name="connsiteX13" fmla="*/ 491294 w 1629088"/>
                <a:gd name="connsiteY13" fmla="*/ 1004979 h 1725407"/>
                <a:gd name="connsiteX14" fmla="*/ 470138 w 1629088"/>
                <a:gd name="connsiteY14" fmla="*/ 983823 h 1725407"/>
                <a:gd name="connsiteX15" fmla="*/ 470138 w 1629088"/>
                <a:gd name="connsiteY15" fmla="*/ 821625 h 1725407"/>
                <a:gd name="connsiteX16" fmla="*/ 491294 w 1629088"/>
                <a:gd name="connsiteY16" fmla="*/ 800469 h 1725407"/>
                <a:gd name="connsiteX17" fmla="*/ 583383 w 1629088"/>
                <a:gd name="connsiteY17" fmla="*/ 800469 h 1725407"/>
                <a:gd name="connsiteX18" fmla="*/ 604715 w 1629088"/>
                <a:gd name="connsiteY18" fmla="*/ 749400 h 1725407"/>
                <a:gd name="connsiteX19" fmla="*/ 539484 w 1629088"/>
                <a:gd name="connsiteY19" fmla="*/ 684051 h 1725407"/>
                <a:gd name="connsiteX20" fmla="*/ 539484 w 1629088"/>
                <a:gd name="connsiteY20" fmla="*/ 654139 h 1725407"/>
                <a:gd name="connsiteX21" fmla="*/ 654139 w 1629088"/>
                <a:gd name="connsiteY21" fmla="*/ 539425 h 1725407"/>
                <a:gd name="connsiteX22" fmla="*/ 684051 w 1629088"/>
                <a:gd name="connsiteY22" fmla="*/ 539425 h 1725407"/>
                <a:gd name="connsiteX23" fmla="*/ 749165 w 1629088"/>
                <a:gd name="connsiteY23" fmla="*/ 604598 h 1725407"/>
                <a:gd name="connsiteX24" fmla="*/ 800410 w 1629088"/>
                <a:gd name="connsiteY24" fmla="*/ 583618 h 1725407"/>
                <a:gd name="connsiteX25" fmla="*/ 800410 w 1629088"/>
                <a:gd name="connsiteY25" fmla="*/ 491294 h 1725407"/>
                <a:gd name="connsiteX26" fmla="*/ 821567 w 1629088"/>
                <a:gd name="connsiteY26" fmla="*/ 470138 h 1725407"/>
                <a:gd name="connsiteX27" fmla="*/ 983764 w 1629088"/>
                <a:gd name="connsiteY27" fmla="*/ 470138 h 1725407"/>
                <a:gd name="connsiteX28" fmla="*/ 1004921 w 1629088"/>
                <a:gd name="connsiteY28" fmla="*/ 491294 h 1725407"/>
                <a:gd name="connsiteX29" fmla="*/ 1004921 w 1629088"/>
                <a:gd name="connsiteY29" fmla="*/ 583383 h 1725407"/>
                <a:gd name="connsiteX30" fmla="*/ 1055931 w 1629088"/>
                <a:gd name="connsiteY30" fmla="*/ 604715 h 1725407"/>
                <a:gd name="connsiteX31" fmla="*/ 1121162 w 1629088"/>
                <a:gd name="connsiteY31" fmla="*/ 539425 h 1725407"/>
                <a:gd name="connsiteX32" fmla="*/ 1151134 w 1629088"/>
                <a:gd name="connsiteY32" fmla="*/ 539425 h 1725407"/>
                <a:gd name="connsiteX33" fmla="*/ 1265847 w 1629088"/>
                <a:gd name="connsiteY33" fmla="*/ 654139 h 1725407"/>
                <a:gd name="connsiteX34" fmla="*/ 1272018 w 1629088"/>
                <a:gd name="connsiteY34" fmla="*/ 669066 h 1725407"/>
                <a:gd name="connsiteX35" fmla="*/ 1265847 w 1629088"/>
                <a:gd name="connsiteY35" fmla="*/ 683992 h 1725407"/>
                <a:gd name="connsiteX36" fmla="*/ 1200674 w 1629088"/>
                <a:gd name="connsiteY36" fmla="*/ 749107 h 1725407"/>
                <a:gd name="connsiteX37" fmla="*/ 1221654 w 1629088"/>
                <a:gd name="connsiteY37" fmla="*/ 800352 h 1725407"/>
                <a:gd name="connsiteX38" fmla="*/ 1314036 w 1629088"/>
                <a:gd name="connsiteY38" fmla="*/ 800352 h 1725407"/>
                <a:gd name="connsiteX39" fmla="*/ 1335193 w 1629088"/>
                <a:gd name="connsiteY39" fmla="*/ 821508 h 1725407"/>
                <a:gd name="connsiteX40" fmla="*/ 1335193 w 1629088"/>
                <a:gd name="connsiteY40" fmla="*/ 983706 h 1725407"/>
                <a:gd name="connsiteX41" fmla="*/ 1314036 w 1629088"/>
                <a:gd name="connsiteY41" fmla="*/ 1004862 h 1725407"/>
                <a:gd name="connsiteX42" fmla="*/ 1221948 w 1629088"/>
                <a:gd name="connsiteY42" fmla="*/ 1004862 h 1725407"/>
                <a:gd name="connsiteX43" fmla="*/ 1200616 w 1629088"/>
                <a:gd name="connsiteY43" fmla="*/ 1055872 h 1725407"/>
                <a:gd name="connsiteX44" fmla="*/ 1265906 w 1629088"/>
                <a:gd name="connsiteY44" fmla="*/ 1121103 h 1725407"/>
                <a:gd name="connsiteX45" fmla="*/ 1272077 w 1629088"/>
                <a:gd name="connsiteY45" fmla="*/ 1136089 h 1725407"/>
                <a:gd name="connsiteX46" fmla="*/ 1265906 w 1629088"/>
                <a:gd name="connsiteY46" fmla="*/ 1151075 h 1725407"/>
                <a:gd name="connsiteX47" fmla="*/ 1151192 w 1629088"/>
                <a:gd name="connsiteY47" fmla="*/ 1265789 h 1725407"/>
                <a:gd name="connsiteX48" fmla="*/ 1136207 w 1629088"/>
                <a:gd name="connsiteY48" fmla="*/ 1271959 h 1725407"/>
                <a:gd name="connsiteX49" fmla="*/ 1136207 w 1629088"/>
                <a:gd name="connsiteY49" fmla="*/ 1271959 h 1725407"/>
                <a:gd name="connsiteX50" fmla="*/ 1121221 w 1629088"/>
                <a:gd name="connsiteY50" fmla="*/ 1265789 h 1725407"/>
                <a:gd name="connsiteX51" fmla="*/ 1056166 w 1629088"/>
                <a:gd name="connsiteY51" fmla="*/ 1200616 h 1725407"/>
                <a:gd name="connsiteX52" fmla="*/ 1004979 w 1629088"/>
                <a:gd name="connsiteY52" fmla="*/ 1221596 h 1725407"/>
                <a:gd name="connsiteX53" fmla="*/ 1004979 w 1629088"/>
                <a:gd name="connsiteY53" fmla="*/ 1314036 h 1725407"/>
                <a:gd name="connsiteX54" fmla="*/ 983764 w 1629088"/>
                <a:gd name="connsiteY54" fmla="*/ 1335193 h 1725407"/>
                <a:gd name="connsiteX55" fmla="*/ 842723 w 1629088"/>
                <a:gd name="connsiteY55" fmla="*/ 1292880 h 1725407"/>
                <a:gd name="connsiteX56" fmla="*/ 962608 w 1629088"/>
                <a:gd name="connsiteY56" fmla="*/ 1292880 h 1725407"/>
                <a:gd name="connsiteX57" fmla="*/ 962608 w 1629088"/>
                <a:gd name="connsiteY57" fmla="*/ 1207550 h 1725407"/>
                <a:gd name="connsiteX58" fmla="*/ 975772 w 1629088"/>
                <a:gd name="connsiteY58" fmla="*/ 1187981 h 1725407"/>
                <a:gd name="connsiteX59" fmla="*/ 1053110 w 1629088"/>
                <a:gd name="connsiteY59" fmla="*/ 1156246 h 1725407"/>
                <a:gd name="connsiteX60" fmla="*/ 1076146 w 1629088"/>
                <a:gd name="connsiteY60" fmla="*/ 1160830 h 1725407"/>
                <a:gd name="connsiteX61" fmla="*/ 1136207 w 1629088"/>
                <a:gd name="connsiteY61" fmla="*/ 1221008 h 1725407"/>
                <a:gd name="connsiteX62" fmla="*/ 1221008 w 1629088"/>
                <a:gd name="connsiteY62" fmla="*/ 1136207 h 1725407"/>
                <a:gd name="connsiteX63" fmla="*/ 1160595 w 1629088"/>
                <a:gd name="connsiteY63" fmla="*/ 1075911 h 1725407"/>
                <a:gd name="connsiteX64" fmla="*/ 1156070 w 1629088"/>
                <a:gd name="connsiteY64" fmla="*/ 1052757 h 1725407"/>
                <a:gd name="connsiteX65" fmla="*/ 1188392 w 1629088"/>
                <a:gd name="connsiteY65" fmla="*/ 975654 h 1725407"/>
                <a:gd name="connsiteX66" fmla="*/ 1207903 w 1629088"/>
                <a:gd name="connsiteY66" fmla="*/ 962608 h 1725407"/>
                <a:gd name="connsiteX67" fmla="*/ 1292880 w 1629088"/>
                <a:gd name="connsiteY67" fmla="*/ 962608 h 1725407"/>
                <a:gd name="connsiteX68" fmla="*/ 1292880 w 1629088"/>
                <a:gd name="connsiteY68" fmla="*/ 842723 h 1725407"/>
                <a:gd name="connsiteX69" fmla="*/ 1207550 w 1629088"/>
                <a:gd name="connsiteY69" fmla="*/ 842723 h 1725407"/>
                <a:gd name="connsiteX70" fmla="*/ 1187981 w 1629088"/>
                <a:gd name="connsiteY70" fmla="*/ 829618 h 1725407"/>
                <a:gd name="connsiteX71" fmla="*/ 1156246 w 1629088"/>
                <a:gd name="connsiteY71" fmla="*/ 752280 h 1725407"/>
                <a:gd name="connsiteX72" fmla="*/ 1160830 w 1629088"/>
                <a:gd name="connsiteY72" fmla="*/ 729302 h 1725407"/>
                <a:gd name="connsiteX73" fmla="*/ 1221008 w 1629088"/>
                <a:gd name="connsiteY73" fmla="*/ 669183 h 1725407"/>
                <a:gd name="connsiteX74" fmla="*/ 1136207 w 1629088"/>
                <a:gd name="connsiteY74" fmla="*/ 584382 h 1725407"/>
                <a:gd name="connsiteX75" fmla="*/ 1075911 w 1629088"/>
                <a:gd name="connsiteY75" fmla="*/ 644736 h 1725407"/>
                <a:gd name="connsiteX76" fmla="*/ 1052757 w 1629088"/>
                <a:gd name="connsiteY76" fmla="*/ 649320 h 1725407"/>
                <a:gd name="connsiteX77" fmla="*/ 975654 w 1629088"/>
                <a:gd name="connsiteY77" fmla="*/ 617057 h 1725407"/>
                <a:gd name="connsiteX78" fmla="*/ 962608 w 1629088"/>
                <a:gd name="connsiteY78" fmla="*/ 597546 h 1725407"/>
                <a:gd name="connsiteX79" fmla="*/ 962608 w 1629088"/>
                <a:gd name="connsiteY79" fmla="*/ 512451 h 1725407"/>
                <a:gd name="connsiteX80" fmla="*/ 842723 w 1629088"/>
                <a:gd name="connsiteY80" fmla="*/ 512451 h 1725407"/>
                <a:gd name="connsiteX81" fmla="*/ 842723 w 1629088"/>
                <a:gd name="connsiteY81" fmla="*/ 597781 h 1725407"/>
                <a:gd name="connsiteX82" fmla="*/ 829618 w 1629088"/>
                <a:gd name="connsiteY82" fmla="*/ 617350 h 1725407"/>
                <a:gd name="connsiteX83" fmla="*/ 752280 w 1629088"/>
                <a:gd name="connsiteY83" fmla="*/ 649085 h 1725407"/>
                <a:gd name="connsiteX84" fmla="*/ 729302 w 1629088"/>
                <a:gd name="connsiteY84" fmla="*/ 644442 h 1725407"/>
                <a:gd name="connsiteX85" fmla="*/ 669183 w 1629088"/>
                <a:gd name="connsiteY85" fmla="*/ 584323 h 1725407"/>
                <a:gd name="connsiteX86" fmla="*/ 584441 w 1629088"/>
                <a:gd name="connsiteY86" fmla="*/ 669124 h 1725407"/>
                <a:gd name="connsiteX87" fmla="*/ 644795 w 1629088"/>
                <a:gd name="connsiteY87" fmla="*/ 729537 h 1725407"/>
                <a:gd name="connsiteX88" fmla="*/ 649320 w 1629088"/>
                <a:gd name="connsiteY88" fmla="*/ 752691 h 1725407"/>
                <a:gd name="connsiteX89" fmla="*/ 617057 w 1629088"/>
                <a:gd name="connsiteY89" fmla="*/ 829794 h 1725407"/>
                <a:gd name="connsiteX90" fmla="*/ 597546 w 1629088"/>
                <a:gd name="connsiteY90" fmla="*/ 842782 h 1725407"/>
                <a:gd name="connsiteX91" fmla="*/ 512451 w 1629088"/>
                <a:gd name="connsiteY91" fmla="*/ 842782 h 1725407"/>
                <a:gd name="connsiteX92" fmla="*/ 512451 w 1629088"/>
                <a:gd name="connsiteY92" fmla="*/ 962667 h 1725407"/>
                <a:gd name="connsiteX93" fmla="*/ 597781 w 1629088"/>
                <a:gd name="connsiteY93" fmla="*/ 962667 h 1725407"/>
                <a:gd name="connsiteX94" fmla="*/ 617350 w 1629088"/>
                <a:gd name="connsiteY94" fmla="*/ 975831 h 1725407"/>
                <a:gd name="connsiteX95" fmla="*/ 649085 w 1629088"/>
                <a:gd name="connsiteY95" fmla="*/ 1053169 h 1725407"/>
                <a:gd name="connsiteX96" fmla="*/ 644442 w 1629088"/>
                <a:gd name="connsiteY96" fmla="*/ 1076205 h 1725407"/>
                <a:gd name="connsiteX97" fmla="*/ 584382 w 1629088"/>
                <a:gd name="connsiteY97" fmla="*/ 1136265 h 1725407"/>
                <a:gd name="connsiteX98" fmla="*/ 669124 w 1629088"/>
                <a:gd name="connsiteY98" fmla="*/ 1221067 h 1725407"/>
                <a:gd name="connsiteX99" fmla="*/ 729537 w 1629088"/>
                <a:gd name="connsiteY99" fmla="*/ 1160654 h 1725407"/>
                <a:gd name="connsiteX100" fmla="*/ 752691 w 1629088"/>
                <a:gd name="connsiteY100" fmla="*/ 1156129 h 1725407"/>
                <a:gd name="connsiteX101" fmla="*/ 829794 w 1629088"/>
                <a:gd name="connsiteY101" fmla="*/ 1188451 h 1725407"/>
                <a:gd name="connsiteX102" fmla="*/ 842782 w 1629088"/>
                <a:gd name="connsiteY102" fmla="*/ 1207962 h 1725407"/>
                <a:gd name="connsiteX103" fmla="*/ 842723 w 1629088"/>
                <a:gd name="connsiteY103" fmla="*/ 1292880 h 1725407"/>
                <a:gd name="connsiteX104" fmla="*/ 842723 w 1629088"/>
                <a:gd name="connsiteY104" fmla="*/ 1292880 h 1725407"/>
                <a:gd name="connsiteX105" fmla="*/ 902665 w 1629088"/>
                <a:gd name="connsiteY105" fmla="*/ 1100124 h 1725407"/>
                <a:gd name="connsiteX106" fmla="*/ 705207 w 1629088"/>
                <a:gd name="connsiteY106" fmla="*/ 902665 h 1725407"/>
                <a:gd name="connsiteX107" fmla="*/ 902665 w 1629088"/>
                <a:gd name="connsiteY107" fmla="*/ 705207 h 1725407"/>
                <a:gd name="connsiteX108" fmla="*/ 1100124 w 1629088"/>
                <a:gd name="connsiteY108" fmla="*/ 902665 h 1725407"/>
                <a:gd name="connsiteX109" fmla="*/ 902665 w 1629088"/>
                <a:gd name="connsiteY109" fmla="*/ 1100124 h 1725407"/>
                <a:gd name="connsiteX110" fmla="*/ 902665 w 1629088"/>
                <a:gd name="connsiteY110" fmla="*/ 747520 h 1725407"/>
                <a:gd name="connsiteX111" fmla="*/ 747520 w 1629088"/>
                <a:gd name="connsiteY111" fmla="*/ 902665 h 1725407"/>
                <a:gd name="connsiteX112" fmla="*/ 902665 w 1629088"/>
                <a:gd name="connsiteY112" fmla="*/ 1057811 h 1725407"/>
                <a:gd name="connsiteX113" fmla="*/ 1057811 w 1629088"/>
                <a:gd name="connsiteY113" fmla="*/ 902665 h 1725407"/>
                <a:gd name="connsiteX114" fmla="*/ 902665 w 1629088"/>
                <a:gd name="connsiteY114" fmla="*/ 747520 h 1725407"/>
                <a:gd name="connsiteX115" fmla="*/ 491294 w 1629088"/>
                <a:gd name="connsiteY115" fmla="*/ 1410415 h 1725407"/>
                <a:gd name="connsiteX116" fmla="*/ 218614 w 1629088"/>
                <a:gd name="connsiteY116" fmla="*/ 1725407 h 1725407"/>
                <a:gd name="connsiteX117" fmla="*/ 176302 w 1629088"/>
                <a:gd name="connsiteY117" fmla="*/ 1725407 h 1725407"/>
                <a:gd name="connsiteX118" fmla="*/ 176302 w 1629088"/>
                <a:gd name="connsiteY118" fmla="*/ 1410415 h 1725407"/>
                <a:gd name="connsiteX119" fmla="*/ 491294 w 1629088"/>
                <a:gd name="connsiteY119" fmla="*/ 1410415 h 1725407"/>
                <a:gd name="connsiteX120" fmla="*/ 42312 w 1629088"/>
                <a:gd name="connsiteY120" fmla="*/ 902665 h 1725407"/>
                <a:gd name="connsiteX121" fmla="*/ 0 w 1629088"/>
                <a:gd name="connsiteY121" fmla="*/ 902665 h 1725407"/>
                <a:gd name="connsiteX122" fmla="*/ 902665 w 1629088"/>
                <a:gd name="connsiteY122" fmla="*/ 0 h 1725407"/>
                <a:gd name="connsiteX123" fmla="*/ 1586717 w 1629088"/>
                <a:gd name="connsiteY123" fmla="*/ 313641 h 1725407"/>
                <a:gd name="connsiteX124" fmla="*/ 1586717 w 1629088"/>
                <a:gd name="connsiteY124" fmla="*/ 79924 h 1725407"/>
                <a:gd name="connsiteX125" fmla="*/ 1629088 w 1629088"/>
                <a:gd name="connsiteY125" fmla="*/ 79924 h 1725407"/>
                <a:gd name="connsiteX126" fmla="*/ 1629088 w 1629088"/>
                <a:gd name="connsiteY126" fmla="*/ 394916 h 1725407"/>
                <a:gd name="connsiteX127" fmla="*/ 1314036 w 1629088"/>
                <a:gd name="connsiteY127" fmla="*/ 394916 h 1725407"/>
                <a:gd name="connsiteX128" fmla="*/ 1314036 w 1629088"/>
                <a:gd name="connsiteY128" fmla="*/ 352604 h 1725407"/>
                <a:gd name="connsiteX129" fmla="*/ 1564209 w 1629088"/>
                <a:gd name="connsiteY129" fmla="*/ 352604 h 1725407"/>
                <a:gd name="connsiteX130" fmla="*/ 902665 w 1629088"/>
                <a:gd name="connsiteY130" fmla="*/ 42312 h 1725407"/>
                <a:gd name="connsiteX131" fmla="*/ 42312 w 1629088"/>
                <a:gd name="connsiteY131" fmla="*/ 902665 h 1725407"/>
                <a:gd name="connsiteX0" fmla="*/ 983764 w 1629088"/>
                <a:gd name="connsiteY0" fmla="*/ 1335193 h 1725407"/>
                <a:gd name="connsiteX1" fmla="*/ 821567 w 1629088"/>
                <a:gd name="connsiteY1" fmla="*/ 1335193 h 1725407"/>
                <a:gd name="connsiteX2" fmla="*/ 800410 w 1629088"/>
                <a:gd name="connsiteY2" fmla="*/ 1314036 h 1725407"/>
                <a:gd name="connsiteX3" fmla="*/ 800410 w 1629088"/>
                <a:gd name="connsiteY3" fmla="*/ 1221948 h 1725407"/>
                <a:gd name="connsiteX4" fmla="*/ 749342 w 1629088"/>
                <a:gd name="connsiteY4" fmla="*/ 1200616 h 1725407"/>
                <a:gd name="connsiteX5" fmla="*/ 684051 w 1629088"/>
                <a:gd name="connsiteY5" fmla="*/ 1265906 h 1725407"/>
                <a:gd name="connsiteX6" fmla="*/ 669124 w 1629088"/>
                <a:gd name="connsiteY6" fmla="*/ 1272077 h 1725407"/>
                <a:gd name="connsiteX7" fmla="*/ 669124 w 1629088"/>
                <a:gd name="connsiteY7" fmla="*/ 1272077 h 1725407"/>
                <a:gd name="connsiteX8" fmla="*/ 654197 w 1629088"/>
                <a:gd name="connsiteY8" fmla="*/ 1265906 h 1725407"/>
                <a:gd name="connsiteX9" fmla="*/ 539484 w 1629088"/>
                <a:gd name="connsiteY9" fmla="*/ 1151192 h 1725407"/>
                <a:gd name="connsiteX10" fmla="*/ 539484 w 1629088"/>
                <a:gd name="connsiteY10" fmla="*/ 1121221 h 1725407"/>
                <a:gd name="connsiteX11" fmla="*/ 604598 w 1629088"/>
                <a:gd name="connsiteY11" fmla="*/ 1056166 h 1725407"/>
                <a:gd name="connsiteX12" fmla="*/ 583618 w 1629088"/>
                <a:gd name="connsiteY12" fmla="*/ 1004979 h 1725407"/>
                <a:gd name="connsiteX13" fmla="*/ 491294 w 1629088"/>
                <a:gd name="connsiteY13" fmla="*/ 1004979 h 1725407"/>
                <a:gd name="connsiteX14" fmla="*/ 470138 w 1629088"/>
                <a:gd name="connsiteY14" fmla="*/ 983823 h 1725407"/>
                <a:gd name="connsiteX15" fmla="*/ 470138 w 1629088"/>
                <a:gd name="connsiteY15" fmla="*/ 821625 h 1725407"/>
                <a:gd name="connsiteX16" fmla="*/ 491294 w 1629088"/>
                <a:gd name="connsiteY16" fmla="*/ 800469 h 1725407"/>
                <a:gd name="connsiteX17" fmla="*/ 583383 w 1629088"/>
                <a:gd name="connsiteY17" fmla="*/ 800469 h 1725407"/>
                <a:gd name="connsiteX18" fmla="*/ 604715 w 1629088"/>
                <a:gd name="connsiteY18" fmla="*/ 749400 h 1725407"/>
                <a:gd name="connsiteX19" fmla="*/ 539484 w 1629088"/>
                <a:gd name="connsiteY19" fmla="*/ 684051 h 1725407"/>
                <a:gd name="connsiteX20" fmla="*/ 539484 w 1629088"/>
                <a:gd name="connsiteY20" fmla="*/ 654139 h 1725407"/>
                <a:gd name="connsiteX21" fmla="*/ 654139 w 1629088"/>
                <a:gd name="connsiteY21" fmla="*/ 539425 h 1725407"/>
                <a:gd name="connsiteX22" fmla="*/ 684051 w 1629088"/>
                <a:gd name="connsiteY22" fmla="*/ 539425 h 1725407"/>
                <a:gd name="connsiteX23" fmla="*/ 749165 w 1629088"/>
                <a:gd name="connsiteY23" fmla="*/ 604598 h 1725407"/>
                <a:gd name="connsiteX24" fmla="*/ 800410 w 1629088"/>
                <a:gd name="connsiteY24" fmla="*/ 583618 h 1725407"/>
                <a:gd name="connsiteX25" fmla="*/ 800410 w 1629088"/>
                <a:gd name="connsiteY25" fmla="*/ 491294 h 1725407"/>
                <a:gd name="connsiteX26" fmla="*/ 821567 w 1629088"/>
                <a:gd name="connsiteY26" fmla="*/ 470138 h 1725407"/>
                <a:gd name="connsiteX27" fmla="*/ 983764 w 1629088"/>
                <a:gd name="connsiteY27" fmla="*/ 470138 h 1725407"/>
                <a:gd name="connsiteX28" fmla="*/ 1004921 w 1629088"/>
                <a:gd name="connsiteY28" fmla="*/ 491294 h 1725407"/>
                <a:gd name="connsiteX29" fmla="*/ 1004921 w 1629088"/>
                <a:gd name="connsiteY29" fmla="*/ 583383 h 1725407"/>
                <a:gd name="connsiteX30" fmla="*/ 1055931 w 1629088"/>
                <a:gd name="connsiteY30" fmla="*/ 604715 h 1725407"/>
                <a:gd name="connsiteX31" fmla="*/ 1121162 w 1629088"/>
                <a:gd name="connsiteY31" fmla="*/ 539425 h 1725407"/>
                <a:gd name="connsiteX32" fmla="*/ 1151134 w 1629088"/>
                <a:gd name="connsiteY32" fmla="*/ 539425 h 1725407"/>
                <a:gd name="connsiteX33" fmla="*/ 1265847 w 1629088"/>
                <a:gd name="connsiteY33" fmla="*/ 654139 h 1725407"/>
                <a:gd name="connsiteX34" fmla="*/ 1272018 w 1629088"/>
                <a:gd name="connsiteY34" fmla="*/ 669066 h 1725407"/>
                <a:gd name="connsiteX35" fmla="*/ 1265847 w 1629088"/>
                <a:gd name="connsiteY35" fmla="*/ 683992 h 1725407"/>
                <a:gd name="connsiteX36" fmla="*/ 1200674 w 1629088"/>
                <a:gd name="connsiteY36" fmla="*/ 749107 h 1725407"/>
                <a:gd name="connsiteX37" fmla="*/ 1221654 w 1629088"/>
                <a:gd name="connsiteY37" fmla="*/ 800352 h 1725407"/>
                <a:gd name="connsiteX38" fmla="*/ 1314036 w 1629088"/>
                <a:gd name="connsiteY38" fmla="*/ 800352 h 1725407"/>
                <a:gd name="connsiteX39" fmla="*/ 1335193 w 1629088"/>
                <a:gd name="connsiteY39" fmla="*/ 821508 h 1725407"/>
                <a:gd name="connsiteX40" fmla="*/ 1335193 w 1629088"/>
                <a:gd name="connsiteY40" fmla="*/ 983706 h 1725407"/>
                <a:gd name="connsiteX41" fmla="*/ 1314036 w 1629088"/>
                <a:gd name="connsiteY41" fmla="*/ 1004862 h 1725407"/>
                <a:gd name="connsiteX42" fmla="*/ 1221948 w 1629088"/>
                <a:gd name="connsiteY42" fmla="*/ 1004862 h 1725407"/>
                <a:gd name="connsiteX43" fmla="*/ 1200616 w 1629088"/>
                <a:gd name="connsiteY43" fmla="*/ 1055872 h 1725407"/>
                <a:gd name="connsiteX44" fmla="*/ 1265906 w 1629088"/>
                <a:gd name="connsiteY44" fmla="*/ 1121103 h 1725407"/>
                <a:gd name="connsiteX45" fmla="*/ 1272077 w 1629088"/>
                <a:gd name="connsiteY45" fmla="*/ 1136089 h 1725407"/>
                <a:gd name="connsiteX46" fmla="*/ 1265906 w 1629088"/>
                <a:gd name="connsiteY46" fmla="*/ 1151075 h 1725407"/>
                <a:gd name="connsiteX47" fmla="*/ 1151192 w 1629088"/>
                <a:gd name="connsiteY47" fmla="*/ 1265789 h 1725407"/>
                <a:gd name="connsiteX48" fmla="*/ 1136207 w 1629088"/>
                <a:gd name="connsiteY48" fmla="*/ 1271959 h 1725407"/>
                <a:gd name="connsiteX49" fmla="*/ 1136207 w 1629088"/>
                <a:gd name="connsiteY49" fmla="*/ 1271959 h 1725407"/>
                <a:gd name="connsiteX50" fmla="*/ 1121221 w 1629088"/>
                <a:gd name="connsiteY50" fmla="*/ 1265789 h 1725407"/>
                <a:gd name="connsiteX51" fmla="*/ 1056166 w 1629088"/>
                <a:gd name="connsiteY51" fmla="*/ 1200616 h 1725407"/>
                <a:gd name="connsiteX52" fmla="*/ 1004979 w 1629088"/>
                <a:gd name="connsiteY52" fmla="*/ 1221596 h 1725407"/>
                <a:gd name="connsiteX53" fmla="*/ 1004979 w 1629088"/>
                <a:gd name="connsiteY53" fmla="*/ 1314036 h 1725407"/>
                <a:gd name="connsiteX54" fmla="*/ 983764 w 1629088"/>
                <a:gd name="connsiteY54" fmla="*/ 1335193 h 1725407"/>
                <a:gd name="connsiteX55" fmla="*/ 842723 w 1629088"/>
                <a:gd name="connsiteY55" fmla="*/ 1292880 h 1725407"/>
                <a:gd name="connsiteX56" fmla="*/ 962608 w 1629088"/>
                <a:gd name="connsiteY56" fmla="*/ 1292880 h 1725407"/>
                <a:gd name="connsiteX57" fmla="*/ 962608 w 1629088"/>
                <a:gd name="connsiteY57" fmla="*/ 1207550 h 1725407"/>
                <a:gd name="connsiteX58" fmla="*/ 975772 w 1629088"/>
                <a:gd name="connsiteY58" fmla="*/ 1187981 h 1725407"/>
                <a:gd name="connsiteX59" fmla="*/ 1053110 w 1629088"/>
                <a:gd name="connsiteY59" fmla="*/ 1156246 h 1725407"/>
                <a:gd name="connsiteX60" fmla="*/ 1076146 w 1629088"/>
                <a:gd name="connsiteY60" fmla="*/ 1160830 h 1725407"/>
                <a:gd name="connsiteX61" fmla="*/ 1136207 w 1629088"/>
                <a:gd name="connsiteY61" fmla="*/ 1221008 h 1725407"/>
                <a:gd name="connsiteX62" fmla="*/ 1221008 w 1629088"/>
                <a:gd name="connsiteY62" fmla="*/ 1136207 h 1725407"/>
                <a:gd name="connsiteX63" fmla="*/ 1160595 w 1629088"/>
                <a:gd name="connsiteY63" fmla="*/ 1075911 h 1725407"/>
                <a:gd name="connsiteX64" fmla="*/ 1156070 w 1629088"/>
                <a:gd name="connsiteY64" fmla="*/ 1052757 h 1725407"/>
                <a:gd name="connsiteX65" fmla="*/ 1188392 w 1629088"/>
                <a:gd name="connsiteY65" fmla="*/ 975654 h 1725407"/>
                <a:gd name="connsiteX66" fmla="*/ 1207903 w 1629088"/>
                <a:gd name="connsiteY66" fmla="*/ 962608 h 1725407"/>
                <a:gd name="connsiteX67" fmla="*/ 1292880 w 1629088"/>
                <a:gd name="connsiteY67" fmla="*/ 962608 h 1725407"/>
                <a:gd name="connsiteX68" fmla="*/ 1292880 w 1629088"/>
                <a:gd name="connsiteY68" fmla="*/ 842723 h 1725407"/>
                <a:gd name="connsiteX69" fmla="*/ 1207550 w 1629088"/>
                <a:gd name="connsiteY69" fmla="*/ 842723 h 1725407"/>
                <a:gd name="connsiteX70" fmla="*/ 1187981 w 1629088"/>
                <a:gd name="connsiteY70" fmla="*/ 829618 h 1725407"/>
                <a:gd name="connsiteX71" fmla="*/ 1156246 w 1629088"/>
                <a:gd name="connsiteY71" fmla="*/ 752280 h 1725407"/>
                <a:gd name="connsiteX72" fmla="*/ 1160830 w 1629088"/>
                <a:gd name="connsiteY72" fmla="*/ 729302 h 1725407"/>
                <a:gd name="connsiteX73" fmla="*/ 1221008 w 1629088"/>
                <a:gd name="connsiteY73" fmla="*/ 669183 h 1725407"/>
                <a:gd name="connsiteX74" fmla="*/ 1136207 w 1629088"/>
                <a:gd name="connsiteY74" fmla="*/ 584382 h 1725407"/>
                <a:gd name="connsiteX75" fmla="*/ 1075911 w 1629088"/>
                <a:gd name="connsiteY75" fmla="*/ 644736 h 1725407"/>
                <a:gd name="connsiteX76" fmla="*/ 1052757 w 1629088"/>
                <a:gd name="connsiteY76" fmla="*/ 649320 h 1725407"/>
                <a:gd name="connsiteX77" fmla="*/ 975654 w 1629088"/>
                <a:gd name="connsiteY77" fmla="*/ 617057 h 1725407"/>
                <a:gd name="connsiteX78" fmla="*/ 962608 w 1629088"/>
                <a:gd name="connsiteY78" fmla="*/ 597546 h 1725407"/>
                <a:gd name="connsiteX79" fmla="*/ 962608 w 1629088"/>
                <a:gd name="connsiteY79" fmla="*/ 512451 h 1725407"/>
                <a:gd name="connsiteX80" fmla="*/ 842723 w 1629088"/>
                <a:gd name="connsiteY80" fmla="*/ 512451 h 1725407"/>
                <a:gd name="connsiteX81" fmla="*/ 842723 w 1629088"/>
                <a:gd name="connsiteY81" fmla="*/ 597781 h 1725407"/>
                <a:gd name="connsiteX82" fmla="*/ 829618 w 1629088"/>
                <a:gd name="connsiteY82" fmla="*/ 617350 h 1725407"/>
                <a:gd name="connsiteX83" fmla="*/ 752280 w 1629088"/>
                <a:gd name="connsiteY83" fmla="*/ 649085 h 1725407"/>
                <a:gd name="connsiteX84" fmla="*/ 729302 w 1629088"/>
                <a:gd name="connsiteY84" fmla="*/ 644442 h 1725407"/>
                <a:gd name="connsiteX85" fmla="*/ 669183 w 1629088"/>
                <a:gd name="connsiteY85" fmla="*/ 584323 h 1725407"/>
                <a:gd name="connsiteX86" fmla="*/ 584441 w 1629088"/>
                <a:gd name="connsiteY86" fmla="*/ 669124 h 1725407"/>
                <a:gd name="connsiteX87" fmla="*/ 644795 w 1629088"/>
                <a:gd name="connsiteY87" fmla="*/ 729537 h 1725407"/>
                <a:gd name="connsiteX88" fmla="*/ 649320 w 1629088"/>
                <a:gd name="connsiteY88" fmla="*/ 752691 h 1725407"/>
                <a:gd name="connsiteX89" fmla="*/ 617057 w 1629088"/>
                <a:gd name="connsiteY89" fmla="*/ 829794 h 1725407"/>
                <a:gd name="connsiteX90" fmla="*/ 597546 w 1629088"/>
                <a:gd name="connsiteY90" fmla="*/ 842782 h 1725407"/>
                <a:gd name="connsiteX91" fmla="*/ 512451 w 1629088"/>
                <a:gd name="connsiteY91" fmla="*/ 842782 h 1725407"/>
                <a:gd name="connsiteX92" fmla="*/ 512451 w 1629088"/>
                <a:gd name="connsiteY92" fmla="*/ 962667 h 1725407"/>
                <a:gd name="connsiteX93" fmla="*/ 597781 w 1629088"/>
                <a:gd name="connsiteY93" fmla="*/ 962667 h 1725407"/>
                <a:gd name="connsiteX94" fmla="*/ 617350 w 1629088"/>
                <a:gd name="connsiteY94" fmla="*/ 975831 h 1725407"/>
                <a:gd name="connsiteX95" fmla="*/ 649085 w 1629088"/>
                <a:gd name="connsiteY95" fmla="*/ 1053169 h 1725407"/>
                <a:gd name="connsiteX96" fmla="*/ 644442 w 1629088"/>
                <a:gd name="connsiteY96" fmla="*/ 1076205 h 1725407"/>
                <a:gd name="connsiteX97" fmla="*/ 584382 w 1629088"/>
                <a:gd name="connsiteY97" fmla="*/ 1136265 h 1725407"/>
                <a:gd name="connsiteX98" fmla="*/ 669124 w 1629088"/>
                <a:gd name="connsiteY98" fmla="*/ 1221067 h 1725407"/>
                <a:gd name="connsiteX99" fmla="*/ 729537 w 1629088"/>
                <a:gd name="connsiteY99" fmla="*/ 1160654 h 1725407"/>
                <a:gd name="connsiteX100" fmla="*/ 752691 w 1629088"/>
                <a:gd name="connsiteY100" fmla="*/ 1156129 h 1725407"/>
                <a:gd name="connsiteX101" fmla="*/ 829794 w 1629088"/>
                <a:gd name="connsiteY101" fmla="*/ 1188451 h 1725407"/>
                <a:gd name="connsiteX102" fmla="*/ 842782 w 1629088"/>
                <a:gd name="connsiteY102" fmla="*/ 1207962 h 1725407"/>
                <a:gd name="connsiteX103" fmla="*/ 842723 w 1629088"/>
                <a:gd name="connsiteY103" fmla="*/ 1292880 h 1725407"/>
                <a:gd name="connsiteX104" fmla="*/ 842723 w 1629088"/>
                <a:gd name="connsiteY104" fmla="*/ 1292880 h 1725407"/>
                <a:gd name="connsiteX105" fmla="*/ 902665 w 1629088"/>
                <a:gd name="connsiteY105" fmla="*/ 1100124 h 1725407"/>
                <a:gd name="connsiteX106" fmla="*/ 705207 w 1629088"/>
                <a:gd name="connsiteY106" fmla="*/ 902665 h 1725407"/>
                <a:gd name="connsiteX107" fmla="*/ 902665 w 1629088"/>
                <a:gd name="connsiteY107" fmla="*/ 705207 h 1725407"/>
                <a:gd name="connsiteX108" fmla="*/ 1100124 w 1629088"/>
                <a:gd name="connsiteY108" fmla="*/ 902665 h 1725407"/>
                <a:gd name="connsiteX109" fmla="*/ 902665 w 1629088"/>
                <a:gd name="connsiteY109" fmla="*/ 1100124 h 1725407"/>
                <a:gd name="connsiteX110" fmla="*/ 902665 w 1629088"/>
                <a:gd name="connsiteY110" fmla="*/ 747520 h 1725407"/>
                <a:gd name="connsiteX111" fmla="*/ 747520 w 1629088"/>
                <a:gd name="connsiteY111" fmla="*/ 902665 h 1725407"/>
                <a:gd name="connsiteX112" fmla="*/ 902665 w 1629088"/>
                <a:gd name="connsiteY112" fmla="*/ 1057811 h 1725407"/>
                <a:gd name="connsiteX113" fmla="*/ 1057811 w 1629088"/>
                <a:gd name="connsiteY113" fmla="*/ 902665 h 1725407"/>
                <a:gd name="connsiteX114" fmla="*/ 902665 w 1629088"/>
                <a:gd name="connsiteY114" fmla="*/ 747520 h 1725407"/>
                <a:gd name="connsiteX115" fmla="*/ 176302 w 1629088"/>
                <a:gd name="connsiteY115" fmla="*/ 1410415 h 1725407"/>
                <a:gd name="connsiteX116" fmla="*/ 218614 w 1629088"/>
                <a:gd name="connsiteY116" fmla="*/ 1725407 h 1725407"/>
                <a:gd name="connsiteX117" fmla="*/ 176302 w 1629088"/>
                <a:gd name="connsiteY117" fmla="*/ 1725407 h 1725407"/>
                <a:gd name="connsiteX118" fmla="*/ 176302 w 1629088"/>
                <a:gd name="connsiteY118" fmla="*/ 1410415 h 1725407"/>
                <a:gd name="connsiteX119" fmla="*/ 42312 w 1629088"/>
                <a:gd name="connsiteY119" fmla="*/ 902665 h 1725407"/>
                <a:gd name="connsiteX120" fmla="*/ 0 w 1629088"/>
                <a:gd name="connsiteY120" fmla="*/ 902665 h 1725407"/>
                <a:gd name="connsiteX121" fmla="*/ 902665 w 1629088"/>
                <a:gd name="connsiteY121" fmla="*/ 0 h 1725407"/>
                <a:gd name="connsiteX122" fmla="*/ 1586717 w 1629088"/>
                <a:gd name="connsiteY122" fmla="*/ 313641 h 1725407"/>
                <a:gd name="connsiteX123" fmla="*/ 1586717 w 1629088"/>
                <a:gd name="connsiteY123" fmla="*/ 79924 h 1725407"/>
                <a:gd name="connsiteX124" fmla="*/ 1629088 w 1629088"/>
                <a:gd name="connsiteY124" fmla="*/ 79924 h 1725407"/>
                <a:gd name="connsiteX125" fmla="*/ 1629088 w 1629088"/>
                <a:gd name="connsiteY125" fmla="*/ 394916 h 1725407"/>
                <a:gd name="connsiteX126" fmla="*/ 1314036 w 1629088"/>
                <a:gd name="connsiteY126" fmla="*/ 394916 h 1725407"/>
                <a:gd name="connsiteX127" fmla="*/ 1314036 w 1629088"/>
                <a:gd name="connsiteY127" fmla="*/ 352604 h 1725407"/>
                <a:gd name="connsiteX128" fmla="*/ 1564209 w 1629088"/>
                <a:gd name="connsiteY128" fmla="*/ 352604 h 1725407"/>
                <a:gd name="connsiteX129" fmla="*/ 902665 w 1629088"/>
                <a:gd name="connsiteY129" fmla="*/ 42312 h 1725407"/>
                <a:gd name="connsiteX130" fmla="*/ 42312 w 1629088"/>
                <a:gd name="connsiteY130" fmla="*/ 902665 h 1725407"/>
                <a:gd name="connsiteX0" fmla="*/ 983764 w 1629088"/>
                <a:gd name="connsiteY0" fmla="*/ 1335193 h 1725407"/>
                <a:gd name="connsiteX1" fmla="*/ 821567 w 1629088"/>
                <a:gd name="connsiteY1" fmla="*/ 1335193 h 1725407"/>
                <a:gd name="connsiteX2" fmla="*/ 800410 w 1629088"/>
                <a:gd name="connsiteY2" fmla="*/ 1314036 h 1725407"/>
                <a:gd name="connsiteX3" fmla="*/ 800410 w 1629088"/>
                <a:gd name="connsiteY3" fmla="*/ 1221948 h 1725407"/>
                <a:gd name="connsiteX4" fmla="*/ 749342 w 1629088"/>
                <a:gd name="connsiteY4" fmla="*/ 1200616 h 1725407"/>
                <a:gd name="connsiteX5" fmla="*/ 684051 w 1629088"/>
                <a:gd name="connsiteY5" fmla="*/ 1265906 h 1725407"/>
                <a:gd name="connsiteX6" fmla="*/ 669124 w 1629088"/>
                <a:gd name="connsiteY6" fmla="*/ 1272077 h 1725407"/>
                <a:gd name="connsiteX7" fmla="*/ 669124 w 1629088"/>
                <a:gd name="connsiteY7" fmla="*/ 1272077 h 1725407"/>
                <a:gd name="connsiteX8" fmla="*/ 654197 w 1629088"/>
                <a:gd name="connsiteY8" fmla="*/ 1265906 h 1725407"/>
                <a:gd name="connsiteX9" fmla="*/ 539484 w 1629088"/>
                <a:gd name="connsiteY9" fmla="*/ 1151192 h 1725407"/>
                <a:gd name="connsiteX10" fmla="*/ 539484 w 1629088"/>
                <a:gd name="connsiteY10" fmla="*/ 1121221 h 1725407"/>
                <a:gd name="connsiteX11" fmla="*/ 604598 w 1629088"/>
                <a:gd name="connsiteY11" fmla="*/ 1056166 h 1725407"/>
                <a:gd name="connsiteX12" fmla="*/ 583618 w 1629088"/>
                <a:gd name="connsiteY12" fmla="*/ 1004979 h 1725407"/>
                <a:gd name="connsiteX13" fmla="*/ 491294 w 1629088"/>
                <a:gd name="connsiteY13" fmla="*/ 1004979 h 1725407"/>
                <a:gd name="connsiteX14" fmla="*/ 470138 w 1629088"/>
                <a:gd name="connsiteY14" fmla="*/ 983823 h 1725407"/>
                <a:gd name="connsiteX15" fmla="*/ 470138 w 1629088"/>
                <a:gd name="connsiteY15" fmla="*/ 821625 h 1725407"/>
                <a:gd name="connsiteX16" fmla="*/ 491294 w 1629088"/>
                <a:gd name="connsiteY16" fmla="*/ 800469 h 1725407"/>
                <a:gd name="connsiteX17" fmla="*/ 583383 w 1629088"/>
                <a:gd name="connsiteY17" fmla="*/ 800469 h 1725407"/>
                <a:gd name="connsiteX18" fmla="*/ 604715 w 1629088"/>
                <a:gd name="connsiteY18" fmla="*/ 749400 h 1725407"/>
                <a:gd name="connsiteX19" fmla="*/ 539484 w 1629088"/>
                <a:gd name="connsiteY19" fmla="*/ 684051 h 1725407"/>
                <a:gd name="connsiteX20" fmla="*/ 539484 w 1629088"/>
                <a:gd name="connsiteY20" fmla="*/ 654139 h 1725407"/>
                <a:gd name="connsiteX21" fmla="*/ 654139 w 1629088"/>
                <a:gd name="connsiteY21" fmla="*/ 539425 h 1725407"/>
                <a:gd name="connsiteX22" fmla="*/ 684051 w 1629088"/>
                <a:gd name="connsiteY22" fmla="*/ 539425 h 1725407"/>
                <a:gd name="connsiteX23" fmla="*/ 749165 w 1629088"/>
                <a:gd name="connsiteY23" fmla="*/ 604598 h 1725407"/>
                <a:gd name="connsiteX24" fmla="*/ 800410 w 1629088"/>
                <a:gd name="connsiteY24" fmla="*/ 583618 h 1725407"/>
                <a:gd name="connsiteX25" fmla="*/ 800410 w 1629088"/>
                <a:gd name="connsiteY25" fmla="*/ 491294 h 1725407"/>
                <a:gd name="connsiteX26" fmla="*/ 821567 w 1629088"/>
                <a:gd name="connsiteY26" fmla="*/ 470138 h 1725407"/>
                <a:gd name="connsiteX27" fmla="*/ 983764 w 1629088"/>
                <a:gd name="connsiteY27" fmla="*/ 470138 h 1725407"/>
                <a:gd name="connsiteX28" fmla="*/ 1004921 w 1629088"/>
                <a:gd name="connsiteY28" fmla="*/ 491294 h 1725407"/>
                <a:gd name="connsiteX29" fmla="*/ 1004921 w 1629088"/>
                <a:gd name="connsiteY29" fmla="*/ 583383 h 1725407"/>
                <a:gd name="connsiteX30" fmla="*/ 1055931 w 1629088"/>
                <a:gd name="connsiteY30" fmla="*/ 604715 h 1725407"/>
                <a:gd name="connsiteX31" fmla="*/ 1121162 w 1629088"/>
                <a:gd name="connsiteY31" fmla="*/ 539425 h 1725407"/>
                <a:gd name="connsiteX32" fmla="*/ 1151134 w 1629088"/>
                <a:gd name="connsiteY32" fmla="*/ 539425 h 1725407"/>
                <a:gd name="connsiteX33" fmla="*/ 1265847 w 1629088"/>
                <a:gd name="connsiteY33" fmla="*/ 654139 h 1725407"/>
                <a:gd name="connsiteX34" fmla="*/ 1272018 w 1629088"/>
                <a:gd name="connsiteY34" fmla="*/ 669066 h 1725407"/>
                <a:gd name="connsiteX35" fmla="*/ 1265847 w 1629088"/>
                <a:gd name="connsiteY35" fmla="*/ 683992 h 1725407"/>
                <a:gd name="connsiteX36" fmla="*/ 1200674 w 1629088"/>
                <a:gd name="connsiteY36" fmla="*/ 749107 h 1725407"/>
                <a:gd name="connsiteX37" fmla="*/ 1221654 w 1629088"/>
                <a:gd name="connsiteY37" fmla="*/ 800352 h 1725407"/>
                <a:gd name="connsiteX38" fmla="*/ 1314036 w 1629088"/>
                <a:gd name="connsiteY38" fmla="*/ 800352 h 1725407"/>
                <a:gd name="connsiteX39" fmla="*/ 1335193 w 1629088"/>
                <a:gd name="connsiteY39" fmla="*/ 821508 h 1725407"/>
                <a:gd name="connsiteX40" fmla="*/ 1335193 w 1629088"/>
                <a:gd name="connsiteY40" fmla="*/ 983706 h 1725407"/>
                <a:gd name="connsiteX41" fmla="*/ 1314036 w 1629088"/>
                <a:gd name="connsiteY41" fmla="*/ 1004862 h 1725407"/>
                <a:gd name="connsiteX42" fmla="*/ 1221948 w 1629088"/>
                <a:gd name="connsiteY42" fmla="*/ 1004862 h 1725407"/>
                <a:gd name="connsiteX43" fmla="*/ 1200616 w 1629088"/>
                <a:gd name="connsiteY43" fmla="*/ 1055872 h 1725407"/>
                <a:gd name="connsiteX44" fmla="*/ 1265906 w 1629088"/>
                <a:gd name="connsiteY44" fmla="*/ 1121103 h 1725407"/>
                <a:gd name="connsiteX45" fmla="*/ 1272077 w 1629088"/>
                <a:gd name="connsiteY45" fmla="*/ 1136089 h 1725407"/>
                <a:gd name="connsiteX46" fmla="*/ 1265906 w 1629088"/>
                <a:gd name="connsiteY46" fmla="*/ 1151075 h 1725407"/>
                <a:gd name="connsiteX47" fmla="*/ 1151192 w 1629088"/>
                <a:gd name="connsiteY47" fmla="*/ 1265789 h 1725407"/>
                <a:gd name="connsiteX48" fmla="*/ 1136207 w 1629088"/>
                <a:gd name="connsiteY48" fmla="*/ 1271959 h 1725407"/>
                <a:gd name="connsiteX49" fmla="*/ 1136207 w 1629088"/>
                <a:gd name="connsiteY49" fmla="*/ 1271959 h 1725407"/>
                <a:gd name="connsiteX50" fmla="*/ 1121221 w 1629088"/>
                <a:gd name="connsiteY50" fmla="*/ 1265789 h 1725407"/>
                <a:gd name="connsiteX51" fmla="*/ 1056166 w 1629088"/>
                <a:gd name="connsiteY51" fmla="*/ 1200616 h 1725407"/>
                <a:gd name="connsiteX52" fmla="*/ 1004979 w 1629088"/>
                <a:gd name="connsiteY52" fmla="*/ 1221596 h 1725407"/>
                <a:gd name="connsiteX53" fmla="*/ 1004979 w 1629088"/>
                <a:gd name="connsiteY53" fmla="*/ 1314036 h 1725407"/>
                <a:gd name="connsiteX54" fmla="*/ 983764 w 1629088"/>
                <a:gd name="connsiteY54" fmla="*/ 1335193 h 1725407"/>
                <a:gd name="connsiteX55" fmla="*/ 842723 w 1629088"/>
                <a:gd name="connsiteY55" fmla="*/ 1292880 h 1725407"/>
                <a:gd name="connsiteX56" fmla="*/ 962608 w 1629088"/>
                <a:gd name="connsiteY56" fmla="*/ 1292880 h 1725407"/>
                <a:gd name="connsiteX57" fmla="*/ 962608 w 1629088"/>
                <a:gd name="connsiteY57" fmla="*/ 1207550 h 1725407"/>
                <a:gd name="connsiteX58" fmla="*/ 975772 w 1629088"/>
                <a:gd name="connsiteY58" fmla="*/ 1187981 h 1725407"/>
                <a:gd name="connsiteX59" fmla="*/ 1053110 w 1629088"/>
                <a:gd name="connsiteY59" fmla="*/ 1156246 h 1725407"/>
                <a:gd name="connsiteX60" fmla="*/ 1076146 w 1629088"/>
                <a:gd name="connsiteY60" fmla="*/ 1160830 h 1725407"/>
                <a:gd name="connsiteX61" fmla="*/ 1136207 w 1629088"/>
                <a:gd name="connsiteY61" fmla="*/ 1221008 h 1725407"/>
                <a:gd name="connsiteX62" fmla="*/ 1221008 w 1629088"/>
                <a:gd name="connsiteY62" fmla="*/ 1136207 h 1725407"/>
                <a:gd name="connsiteX63" fmla="*/ 1160595 w 1629088"/>
                <a:gd name="connsiteY63" fmla="*/ 1075911 h 1725407"/>
                <a:gd name="connsiteX64" fmla="*/ 1156070 w 1629088"/>
                <a:gd name="connsiteY64" fmla="*/ 1052757 h 1725407"/>
                <a:gd name="connsiteX65" fmla="*/ 1188392 w 1629088"/>
                <a:gd name="connsiteY65" fmla="*/ 975654 h 1725407"/>
                <a:gd name="connsiteX66" fmla="*/ 1207903 w 1629088"/>
                <a:gd name="connsiteY66" fmla="*/ 962608 h 1725407"/>
                <a:gd name="connsiteX67" fmla="*/ 1292880 w 1629088"/>
                <a:gd name="connsiteY67" fmla="*/ 962608 h 1725407"/>
                <a:gd name="connsiteX68" fmla="*/ 1292880 w 1629088"/>
                <a:gd name="connsiteY68" fmla="*/ 842723 h 1725407"/>
                <a:gd name="connsiteX69" fmla="*/ 1207550 w 1629088"/>
                <a:gd name="connsiteY69" fmla="*/ 842723 h 1725407"/>
                <a:gd name="connsiteX70" fmla="*/ 1187981 w 1629088"/>
                <a:gd name="connsiteY70" fmla="*/ 829618 h 1725407"/>
                <a:gd name="connsiteX71" fmla="*/ 1156246 w 1629088"/>
                <a:gd name="connsiteY71" fmla="*/ 752280 h 1725407"/>
                <a:gd name="connsiteX72" fmla="*/ 1160830 w 1629088"/>
                <a:gd name="connsiteY72" fmla="*/ 729302 h 1725407"/>
                <a:gd name="connsiteX73" fmla="*/ 1221008 w 1629088"/>
                <a:gd name="connsiteY73" fmla="*/ 669183 h 1725407"/>
                <a:gd name="connsiteX74" fmla="*/ 1136207 w 1629088"/>
                <a:gd name="connsiteY74" fmla="*/ 584382 h 1725407"/>
                <a:gd name="connsiteX75" fmla="*/ 1075911 w 1629088"/>
                <a:gd name="connsiteY75" fmla="*/ 644736 h 1725407"/>
                <a:gd name="connsiteX76" fmla="*/ 1052757 w 1629088"/>
                <a:gd name="connsiteY76" fmla="*/ 649320 h 1725407"/>
                <a:gd name="connsiteX77" fmla="*/ 975654 w 1629088"/>
                <a:gd name="connsiteY77" fmla="*/ 617057 h 1725407"/>
                <a:gd name="connsiteX78" fmla="*/ 962608 w 1629088"/>
                <a:gd name="connsiteY78" fmla="*/ 597546 h 1725407"/>
                <a:gd name="connsiteX79" fmla="*/ 962608 w 1629088"/>
                <a:gd name="connsiteY79" fmla="*/ 512451 h 1725407"/>
                <a:gd name="connsiteX80" fmla="*/ 842723 w 1629088"/>
                <a:gd name="connsiteY80" fmla="*/ 512451 h 1725407"/>
                <a:gd name="connsiteX81" fmla="*/ 842723 w 1629088"/>
                <a:gd name="connsiteY81" fmla="*/ 597781 h 1725407"/>
                <a:gd name="connsiteX82" fmla="*/ 829618 w 1629088"/>
                <a:gd name="connsiteY82" fmla="*/ 617350 h 1725407"/>
                <a:gd name="connsiteX83" fmla="*/ 752280 w 1629088"/>
                <a:gd name="connsiteY83" fmla="*/ 649085 h 1725407"/>
                <a:gd name="connsiteX84" fmla="*/ 729302 w 1629088"/>
                <a:gd name="connsiteY84" fmla="*/ 644442 h 1725407"/>
                <a:gd name="connsiteX85" fmla="*/ 669183 w 1629088"/>
                <a:gd name="connsiteY85" fmla="*/ 584323 h 1725407"/>
                <a:gd name="connsiteX86" fmla="*/ 584441 w 1629088"/>
                <a:gd name="connsiteY86" fmla="*/ 669124 h 1725407"/>
                <a:gd name="connsiteX87" fmla="*/ 644795 w 1629088"/>
                <a:gd name="connsiteY87" fmla="*/ 729537 h 1725407"/>
                <a:gd name="connsiteX88" fmla="*/ 649320 w 1629088"/>
                <a:gd name="connsiteY88" fmla="*/ 752691 h 1725407"/>
                <a:gd name="connsiteX89" fmla="*/ 617057 w 1629088"/>
                <a:gd name="connsiteY89" fmla="*/ 829794 h 1725407"/>
                <a:gd name="connsiteX90" fmla="*/ 597546 w 1629088"/>
                <a:gd name="connsiteY90" fmla="*/ 842782 h 1725407"/>
                <a:gd name="connsiteX91" fmla="*/ 512451 w 1629088"/>
                <a:gd name="connsiteY91" fmla="*/ 842782 h 1725407"/>
                <a:gd name="connsiteX92" fmla="*/ 512451 w 1629088"/>
                <a:gd name="connsiteY92" fmla="*/ 962667 h 1725407"/>
                <a:gd name="connsiteX93" fmla="*/ 597781 w 1629088"/>
                <a:gd name="connsiteY93" fmla="*/ 962667 h 1725407"/>
                <a:gd name="connsiteX94" fmla="*/ 617350 w 1629088"/>
                <a:gd name="connsiteY94" fmla="*/ 975831 h 1725407"/>
                <a:gd name="connsiteX95" fmla="*/ 649085 w 1629088"/>
                <a:gd name="connsiteY95" fmla="*/ 1053169 h 1725407"/>
                <a:gd name="connsiteX96" fmla="*/ 644442 w 1629088"/>
                <a:gd name="connsiteY96" fmla="*/ 1076205 h 1725407"/>
                <a:gd name="connsiteX97" fmla="*/ 584382 w 1629088"/>
                <a:gd name="connsiteY97" fmla="*/ 1136265 h 1725407"/>
                <a:gd name="connsiteX98" fmla="*/ 669124 w 1629088"/>
                <a:gd name="connsiteY98" fmla="*/ 1221067 h 1725407"/>
                <a:gd name="connsiteX99" fmla="*/ 729537 w 1629088"/>
                <a:gd name="connsiteY99" fmla="*/ 1160654 h 1725407"/>
                <a:gd name="connsiteX100" fmla="*/ 752691 w 1629088"/>
                <a:gd name="connsiteY100" fmla="*/ 1156129 h 1725407"/>
                <a:gd name="connsiteX101" fmla="*/ 829794 w 1629088"/>
                <a:gd name="connsiteY101" fmla="*/ 1188451 h 1725407"/>
                <a:gd name="connsiteX102" fmla="*/ 842782 w 1629088"/>
                <a:gd name="connsiteY102" fmla="*/ 1207962 h 1725407"/>
                <a:gd name="connsiteX103" fmla="*/ 842723 w 1629088"/>
                <a:gd name="connsiteY103" fmla="*/ 1292880 h 1725407"/>
                <a:gd name="connsiteX104" fmla="*/ 842723 w 1629088"/>
                <a:gd name="connsiteY104" fmla="*/ 1292880 h 1725407"/>
                <a:gd name="connsiteX105" fmla="*/ 902665 w 1629088"/>
                <a:gd name="connsiteY105" fmla="*/ 1100124 h 1725407"/>
                <a:gd name="connsiteX106" fmla="*/ 705207 w 1629088"/>
                <a:gd name="connsiteY106" fmla="*/ 902665 h 1725407"/>
                <a:gd name="connsiteX107" fmla="*/ 902665 w 1629088"/>
                <a:gd name="connsiteY107" fmla="*/ 705207 h 1725407"/>
                <a:gd name="connsiteX108" fmla="*/ 1100124 w 1629088"/>
                <a:gd name="connsiteY108" fmla="*/ 902665 h 1725407"/>
                <a:gd name="connsiteX109" fmla="*/ 902665 w 1629088"/>
                <a:gd name="connsiteY109" fmla="*/ 1100124 h 1725407"/>
                <a:gd name="connsiteX110" fmla="*/ 902665 w 1629088"/>
                <a:gd name="connsiteY110" fmla="*/ 747520 h 1725407"/>
                <a:gd name="connsiteX111" fmla="*/ 747520 w 1629088"/>
                <a:gd name="connsiteY111" fmla="*/ 902665 h 1725407"/>
                <a:gd name="connsiteX112" fmla="*/ 902665 w 1629088"/>
                <a:gd name="connsiteY112" fmla="*/ 1057811 h 1725407"/>
                <a:gd name="connsiteX113" fmla="*/ 1057811 w 1629088"/>
                <a:gd name="connsiteY113" fmla="*/ 902665 h 1725407"/>
                <a:gd name="connsiteX114" fmla="*/ 902665 w 1629088"/>
                <a:gd name="connsiteY114" fmla="*/ 747520 h 1725407"/>
                <a:gd name="connsiteX115" fmla="*/ 176302 w 1629088"/>
                <a:gd name="connsiteY115" fmla="*/ 1725407 h 1725407"/>
                <a:gd name="connsiteX116" fmla="*/ 218614 w 1629088"/>
                <a:gd name="connsiteY116" fmla="*/ 1725407 h 1725407"/>
                <a:gd name="connsiteX117" fmla="*/ 176302 w 1629088"/>
                <a:gd name="connsiteY117" fmla="*/ 1725407 h 1725407"/>
                <a:gd name="connsiteX118" fmla="*/ 42312 w 1629088"/>
                <a:gd name="connsiteY118" fmla="*/ 902665 h 1725407"/>
                <a:gd name="connsiteX119" fmla="*/ 0 w 1629088"/>
                <a:gd name="connsiteY119" fmla="*/ 902665 h 1725407"/>
                <a:gd name="connsiteX120" fmla="*/ 902665 w 1629088"/>
                <a:gd name="connsiteY120" fmla="*/ 0 h 1725407"/>
                <a:gd name="connsiteX121" fmla="*/ 1586717 w 1629088"/>
                <a:gd name="connsiteY121" fmla="*/ 313641 h 1725407"/>
                <a:gd name="connsiteX122" fmla="*/ 1586717 w 1629088"/>
                <a:gd name="connsiteY122" fmla="*/ 79924 h 1725407"/>
                <a:gd name="connsiteX123" fmla="*/ 1629088 w 1629088"/>
                <a:gd name="connsiteY123" fmla="*/ 79924 h 1725407"/>
                <a:gd name="connsiteX124" fmla="*/ 1629088 w 1629088"/>
                <a:gd name="connsiteY124" fmla="*/ 394916 h 1725407"/>
                <a:gd name="connsiteX125" fmla="*/ 1314036 w 1629088"/>
                <a:gd name="connsiteY125" fmla="*/ 394916 h 1725407"/>
                <a:gd name="connsiteX126" fmla="*/ 1314036 w 1629088"/>
                <a:gd name="connsiteY126" fmla="*/ 352604 h 1725407"/>
                <a:gd name="connsiteX127" fmla="*/ 1564209 w 1629088"/>
                <a:gd name="connsiteY127" fmla="*/ 352604 h 1725407"/>
                <a:gd name="connsiteX128" fmla="*/ 902665 w 1629088"/>
                <a:gd name="connsiteY128" fmla="*/ 42312 h 1725407"/>
                <a:gd name="connsiteX129" fmla="*/ 42312 w 1629088"/>
                <a:gd name="connsiteY129" fmla="*/ 902665 h 1725407"/>
                <a:gd name="connsiteX0" fmla="*/ 983764 w 1629088"/>
                <a:gd name="connsiteY0" fmla="*/ 1335193 h 1335193"/>
                <a:gd name="connsiteX1" fmla="*/ 821567 w 1629088"/>
                <a:gd name="connsiteY1" fmla="*/ 1335193 h 1335193"/>
                <a:gd name="connsiteX2" fmla="*/ 800410 w 1629088"/>
                <a:gd name="connsiteY2" fmla="*/ 1314036 h 1335193"/>
                <a:gd name="connsiteX3" fmla="*/ 800410 w 1629088"/>
                <a:gd name="connsiteY3" fmla="*/ 1221948 h 1335193"/>
                <a:gd name="connsiteX4" fmla="*/ 749342 w 1629088"/>
                <a:gd name="connsiteY4" fmla="*/ 1200616 h 1335193"/>
                <a:gd name="connsiteX5" fmla="*/ 684051 w 1629088"/>
                <a:gd name="connsiteY5" fmla="*/ 1265906 h 1335193"/>
                <a:gd name="connsiteX6" fmla="*/ 669124 w 1629088"/>
                <a:gd name="connsiteY6" fmla="*/ 1272077 h 1335193"/>
                <a:gd name="connsiteX7" fmla="*/ 669124 w 1629088"/>
                <a:gd name="connsiteY7" fmla="*/ 1272077 h 1335193"/>
                <a:gd name="connsiteX8" fmla="*/ 654197 w 1629088"/>
                <a:gd name="connsiteY8" fmla="*/ 1265906 h 1335193"/>
                <a:gd name="connsiteX9" fmla="*/ 539484 w 1629088"/>
                <a:gd name="connsiteY9" fmla="*/ 1151192 h 1335193"/>
                <a:gd name="connsiteX10" fmla="*/ 539484 w 1629088"/>
                <a:gd name="connsiteY10" fmla="*/ 1121221 h 1335193"/>
                <a:gd name="connsiteX11" fmla="*/ 604598 w 1629088"/>
                <a:gd name="connsiteY11" fmla="*/ 1056166 h 1335193"/>
                <a:gd name="connsiteX12" fmla="*/ 583618 w 1629088"/>
                <a:gd name="connsiteY12" fmla="*/ 1004979 h 1335193"/>
                <a:gd name="connsiteX13" fmla="*/ 491294 w 1629088"/>
                <a:gd name="connsiteY13" fmla="*/ 1004979 h 1335193"/>
                <a:gd name="connsiteX14" fmla="*/ 470138 w 1629088"/>
                <a:gd name="connsiteY14" fmla="*/ 983823 h 1335193"/>
                <a:gd name="connsiteX15" fmla="*/ 470138 w 1629088"/>
                <a:gd name="connsiteY15" fmla="*/ 821625 h 1335193"/>
                <a:gd name="connsiteX16" fmla="*/ 491294 w 1629088"/>
                <a:gd name="connsiteY16" fmla="*/ 800469 h 1335193"/>
                <a:gd name="connsiteX17" fmla="*/ 583383 w 1629088"/>
                <a:gd name="connsiteY17" fmla="*/ 800469 h 1335193"/>
                <a:gd name="connsiteX18" fmla="*/ 604715 w 1629088"/>
                <a:gd name="connsiteY18" fmla="*/ 749400 h 1335193"/>
                <a:gd name="connsiteX19" fmla="*/ 539484 w 1629088"/>
                <a:gd name="connsiteY19" fmla="*/ 684051 h 1335193"/>
                <a:gd name="connsiteX20" fmla="*/ 539484 w 1629088"/>
                <a:gd name="connsiteY20" fmla="*/ 654139 h 1335193"/>
                <a:gd name="connsiteX21" fmla="*/ 654139 w 1629088"/>
                <a:gd name="connsiteY21" fmla="*/ 539425 h 1335193"/>
                <a:gd name="connsiteX22" fmla="*/ 684051 w 1629088"/>
                <a:gd name="connsiteY22" fmla="*/ 539425 h 1335193"/>
                <a:gd name="connsiteX23" fmla="*/ 749165 w 1629088"/>
                <a:gd name="connsiteY23" fmla="*/ 604598 h 1335193"/>
                <a:gd name="connsiteX24" fmla="*/ 800410 w 1629088"/>
                <a:gd name="connsiteY24" fmla="*/ 583618 h 1335193"/>
                <a:gd name="connsiteX25" fmla="*/ 800410 w 1629088"/>
                <a:gd name="connsiteY25" fmla="*/ 491294 h 1335193"/>
                <a:gd name="connsiteX26" fmla="*/ 821567 w 1629088"/>
                <a:gd name="connsiteY26" fmla="*/ 470138 h 1335193"/>
                <a:gd name="connsiteX27" fmla="*/ 983764 w 1629088"/>
                <a:gd name="connsiteY27" fmla="*/ 470138 h 1335193"/>
                <a:gd name="connsiteX28" fmla="*/ 1004921 w 1629088"/>
                <a:gd name="connsiteY28" fmla="*/ 491294 h 1335193"/>
                <a:gd name="connsiteX29" fmla="*/ 1004921 w 1629088"/>
                <a:gd name="connsiteY29" fmla="*/ 583383 h 1335193"/>
                <a:gd name="connsiteX30" fmla="*/ 1055931 w 1629088"/>
                <a:gd name="connsiteY30" fmla="*/ 604715 h 1335193"/>
                <a:gd name="connsiteX31" fmla="*/ 1121162 w 1629088"/>
                <a:gd name="connsiteY31" fmla="*/ 539425 h 1335193"/>
                <a:gd name="connsiteX32" fmla="*/ 1151134 w 1629088"/>
                <a:gd name="connsiteY32" fmla="*/ 539425 h 1335193"/>
                <a:gd name="connsiteX33" fmla="*/ 1265847 w 1629088"/>
                <a:gd name="connsiteY33" fmla="*/ 654139 h 1335193"/>
                <a:gd name="connsiteX34" fmla="*/ 1272018 w 1629088"/>
                <a:gd name="connsiteY34" fmla="*/ 669066 h 1335193"/>
                <a:gd name="connsiteX35" fmla="*/ 1265847 w 1629088"/>
                <a:gd name="connsiteY35" fmla="*/ 683992 h 1335193"/>
                <a:gd name="connsiteX36" fmla="*/ 1200674 w 1629088"/>
                <a:gd name="connsiteY36" fmla="*/ 749107 h 1335193"/>
                <a:gd name="connsiteX37" fmla="*/ 1221654 w 1629088"/>
                <a:gd name="connsiteY37" fmla="*/ 800352 h 1335193"/>
                <a:gd name="connsiteX38" fmla="*/ 1314036 w 1629088"/>
                <a:gd name="connsiteY38" fmla="*/ 800352 h 1335193"/>
                <a:gd name="connsiteX39" fmla="*/ 1335193 w 1629088"/>
                <a:gd name="connsiteY39" fmla="*/ 821508 h 1335193"/>
                <a:gd name="connsiteX40" fmla="*/ 1335193 w 1629088"/>
                <a:gd name="connsiteY40" fmla="*/ 983706 h 1335193"/>
                <a:gd name="connsiteX41" fmla="*/ 1314036 w 1629088"/>
                <a:gd name="connsiteY41" fmla="*/ 1004862 h 1335193"/>
                <a:gd name="connsiteX42" fmla="*/ 1221948 w 1629088"/>
                <a:gd name="connsiteY42" fmla="*/ 1004862 h 1335193"/>
                <a:gd name="connsiteX43" fmla="*/ 1200616 w 1629088"/>
                <a:gd name="connsiteY43" fmla="*/ 1055872 h 1335193"/>
                <a:gd name="connsiteX44" fmla="*/ 1265906 w 1629088"/>
                <a:gd name="connsiteY44" fmla="*/ 1121103 h 1335193"/>
                <a:gd name="connsiteX45" fmla="*/ 1272077 w 1629088"/>
                <a:gd name="connsiteY45" fmla="*/ 1136089 h 1335193"/>
                <a:gd name="connsiteX46" fmla="*/ 1265906 w 1629088"/>
                <a:gd name="connsiteY46" fmla="*/ 1151075 h 1335193"/>
                <a:gd name="connsiteX47" fmla="*/ 1151192 w 1629088"/>
                <a:gd name="connsiteY47" fmla="*/ 1265789 h 1335193"/>
                <a:gd name="connsiteX48" fmla="*/ 1136207 w 1629088"/>
                <a:gd name="connsiteY48" fmla="*/ 1271959 h 1335193"/>
                <a:gd name="connsiteX49" fmla="*/ 1136207 w 1629088"/>
                <a:gd name="connsiteY49" fmla="*/ 1271959 h 1335193"/>
                <a:gd name="connsiteX50" fmla="*/ 1121221 w 1629088"/>
                <a:gd name="connsiteY50" fmla="*/ 1265789 h 1335193"/>
                <a:gd name="connsiteX51" fmla="*/ 1056166 w 1629088"/>
                <a:gd name="connsiteY51" fmla="*/ 1200616 h 1335193"/>
                <a:gd name="connsiteX52" fmla="*/ 1004979 w 1629088"/>
                <a:gd name="connsiteY52" fmla="*/ 1221596 h 1335193"/>
                <a:gd name="connsiteX53" fmla="*/ 1004979 w 1629088"/>
                <a:gd name="connsiteY53" fmla="*/ 1314036 h 1335193"/>
                <a:gd name="connsiteX54" fmla="*/ 983764 w 1629088"/>
                <a:gd name="connsiteY54" fmla="*/ 1335193 h 1335193"/>
                <a:gd name="connsiteX55" fmla="*/ 842723 w 1629088"/>
                <a:gd name="connsiteY55" fmla="*/ 1292880 h 1335193"/>
                <a:gd name="connsiteX56" fmla="*/ 962608 w 1629088"/>
                <a:gd name="connsiteY56" fmla="*/ 1292880 h 1335193"/>
                <a:gd name="connsiteX57" fmla="*/ 962608 w 1629088"/>
                <a:gd name="connsiteY57" fmla="*/ 1207550 h 1335193"/>
                <a:gd name="connsiteX58" fmla="*/ 975772 w 1629088"/>
                <a:gd name="connsiteY58" fmla="*/ 1187981 h 1335193"/>
                <a:gd name="connsiteX59" fmla="*/ 1053110 w 1629088"/>
                <a:gd name="connsiteY59" fmla="*/ 1156246 h 1335193"/>
                <a:gd name="connsiteX60" fmla="*/ 1076146 w 1629088"/>
                <a:gd name="connsiteY60" fmla="*/ 1160830 h 1335193"/>
                <a:gd name="connsiteX61" fmla="*/ 1136207 w 1629088"/>
                <a:gd name="connsiteY61" fmla="*/ 1221008 h 1335193"/>
                <a:gd name="connsiteX62" fmla="*/ 1221008 w 1629088"/>
                <a:gd name="connsiteY62" fmla="*/ 1136207 h 1335193"/>
                <a:gd name="connsiteX63" fmla="*/ 1160595 w 1629088"/>
                <a:gd name="connsiteY63" fmla="*/ 1075911 h 1335193"/>
                <a:gd name="connsiteX64" fmla="*/ 1156070 w 1629088"/>
                <a:gd name="connsiteY64" fmla="*/ 1052757 h 1335193"/>
                <a:gd name="connsiteX65" fmla="*/ 1188392 w 1629088"/>
                <a:gd name="connsiteY65" fmla="*/ 975654 h 1335193"/>
                <a:gd name="connsiteX66" fmla="*/ 1207903 w 1629088"/>
                <a:gd name="connsiteY66" fmla="*/ 962608 h 1335193"/>
                <a:gd name="connsiteX67" fmla="*/ 1292880 w 1629088"/>
                <a:gd name="connsiteY67" fmla="*/ 962608 h 1335193"/>
                <a:gd name="connsiteX68" fmla="*/ 1292880 w 1629088"/>
                <a:gd name="connsiteY68" fmla="*/ 842723 h 1335193"/>
                <a:gd name="connsiteX69" fmla="*/ 1207550 w 1629088"/>
                <a:gd name="connsiteY69" fmla="*/ 842723 h 1335193"/>
                <a:gd name="connsiteX70" fmla="*/ 1187981 w 1629088"/>
                <a:gd name="connsiteY70" fmla="*/ 829618 h 1335193"/>
                <a:gd name="connsiteX71" fmla="*/ 1156246 w 1629088"/>
                <a:gd name="connsiteY71" fmla="*/ 752280 h 1335193"/>
                <a:gd name="connsiteX72" fmla="*/ 1160830 w 1629088"/>
                <a:gd name="connsiteY72" fmla="*/ 729302 h 1335193"/>
                <a:gd name="connsiteX73" fmla="*/ 1221008 w 1629088"/>
                <a:gd name="connsiteY73" fmla="*/ 669183 h 1335193"/>
                <a:gd name="connsiteX74" fmla="*/ 1136207 w 1629088"/>
                <a:gd name="connsiteY74" fmla="*/ 584382 h 1335193"/>
                <a:gd name="connsiteX75" fmla="*/ 1075911 w 1629088"/>
                <a:gd name="connsiteY75" fmla="*/ 644736 h 1335193"/>
                <a:gd name="connsiteX76" fmla="*/ 1052757 w 1629088"/>
                <a:gd name="connsiteY76" fmla="*/ 649320 h 1335193"/>
                <a:gd name="connsiteX77" fmla="*/ 975654 w 1629088"/>
                <a:gd name="connsiteY77" fmla="*/ 617057 h 1335193"/>
                <a:gd name="connsiteX78" fmla="*/ 962608 w 1629088"/>
                <a:gd name="connsiteY78" fmla="*/ 597546 h 1335193"/>
                <a:gd name="connsiteX79" fmla="*/ 962608 w 1629088"/>
                <a:gd name="connsiteY79" fmla="*/ 512451 h 1335193"/>
                <a:gd name="connsiteX80" fmla="*/ 842723 w 1629088"/>
                <a:gd name="connsiteY80" fmla="*/ 512451 h 1335193"/>
                <a:gd name="connsiteX81" fmla="*/ 842723 w 1629088"/>
                <a:gd name="connsiteY81" fmla="*/ 597781 h 1335193"/>
                <a:gd name="connsiteX82" fmla="*/ 829618 w 1629088"/>
                <a:gd name="connsiteY82" fmla="*/ 617350 h 1335193"/>
                <a:gd name="connsiteX83" fmla="*/ 752280 w 1629088"/>
                <a:gd name="connsiteY83" fmla="*/ 649085 h 1335193"/>
                <a:gd name="connsiteX84" fmla="*/ 729302 w 1629088"/>
                <a:gd name="connsiteY84" fmla="*/ 644442 h 1335193"/>
                <a:gd name="connsiteX85" fmla="*/ 669183 w 1629088"/>
                <a:gd name="connsiteY85" fmla="*/ 584323 h 1335193"/>
                <a:gd name="connsiteX86" fmla="*/ 584441 w 1629088"/>
                <a:gd name="connsiteY86" fmla="*/ 669124 h 1335193"/>
                <a:gd name="connsiteX87" fmla="*/ 644795 w 1629088"/>
                <a:gd name="connsiteY87" fmla="*/ 729537 h 1335193"/>
                <a:gd name="connsiteX88" fmla="*/ 649320 w 1629088"/>
                <a:gd name="connsiteY88" fmla="*/ 752691 h 1335193"/>
                <a:gd name="connsiteX89" fmla="*/ 617057 w 1629088"/>
                <a:gd name="connsiteY89" fmla="*/ 829794 h 1335193"/>
                <a:gd name="connsiteX90" fmla="*/ 597546 w 1629088"/>
                <a:gd name="connsiteY90" fmla="*/ 842782 h 1335193"/>
                <a:gd name="connsiteX91" fmla="*/ 512451 w 1629088"/>
                <a:gd name="connsiteY91" fmla="*/ 842782 h 1335193"/>
                <a:gd name="connsiteX92" fmla="*/ 512451 w 1629088"/>
                <a:gd name="connsiteY92" fmla="*/ 962667 h 1335193"/>
                <a:gd name="connsiteX93" fmla="*/ 597781 w 1629088"/>
                <a:gd name="connsiteY93" fmla="*/ 962667 h 1335193"/>
                <a:gd name="connsiteX94" fmla="*/ 617350 w 1629088"/>
                <a:gd name="connsiteY94" fmla="*/ 975831 h 1335193"/>
                <a:gd name="connsiteX95" fmla="*/ 649085 w 1629088"/>
                <a:gd name="connsiteY95" fmla="*/ 1053169 h 1335193"/>
                <a:gd name="connsiteX96" fmla="*/ 644442 w 1629088"/>
                <a:gd name="connsiteY96" fmla="*/ 1076205 h 1335193"/>
                <a:gd name="connsiteX97" fmla="*/ 584382 w 1629088"/>
                <a:gd name="connsiteY97" fmla="*/ 1136265 h 1335193"/>
                <a:gd name="connsiteX98" fmla="*/ 669124 w 1629088"/>
                <a:gd name="connsiteY98" fmla="*/ 1221067 h 1335193"/>
                <a:gd name="connsiteX99" fmla="*/ 729537 w 1629088"/>
                <a:gd name="connsiteY99" fmla="*/ 1160654 h 1335193"/>
                <a:gd name="connsiteX100" fmla="*/ 752691 w 1629088"/>
                <a:gd name="connsiteY100" fmla="*/ 1156129 h 1335193"/>
                <a:gd name="connsiteX101" fmla="*/ 829794 w 1629088"/>
                <a:gd name="connsiteY101" fmla="*/ 1188451 h 1335193"/>
                <a:gd name="connsiteX102" fmla="*/ 842782 w 1629088"/>
                <a:gd name="connsiteY102" fmla="*/ 1207962 h 1335193"/>
                <a:gd name="connsiteX103" fmla="*/ 842723 w 1629088"/>
                <a:gd name="connsiteY103" fmla="*/ 1292880 h 1335193"/>
                <a:gd name="connsiteX104" fmla="*/ 842723 w 1629088"/>
                <a:gd name="connsiteY104" fmla="*/ 1292880 h 1335193"/>
                <a:gd name="connsiteX105" fmla="*/ 902665 w 1629088"/>
                <a:gd name="connsiteY105" fmla="*/ 1100124 h 1335193"/>
                <a:gd name="connsiteX106" fmla="*/ 705207 w 1629088"/>
                <a:gd name="connsiteY106" fmla="*/ 902665 h 1335193"/>
                <a:gd name="connsiteX107" fmla="*/ 902665 w 1629088"/>
                <a:gd name="connsiteY107" fmla="*/ 705207 h 1335193"/>
                <a:gd name="connsiteX108" fmla="*/ 1100124 w 1629088"/>
                <a:gd name="connsiteY108" fmla="*/ 902665 h 1335193"/>
                <a:gd name="connsiteX109" fmla="*/ 902665 w 1629088"/>
                <a:gd name="connsiteY109" fmla="*/ 1100124 h 1335193"/>
                <a:gd name="connsiteX110" fmla="*/ 902665 w 1629088"/>
                <a:gd name="connsiteY110" fmla="*/ 747520 h 1335193"/>
                <a:gd name="connsiteX111" fmla="*/ 747520 w 1629088"/>
                <a:gd name="connsiteY111" fmla="*/ 902665 h 1335193"/>
                <a:gd name="connsiteX112" fmla="*/ 902665 w 1629088"/>
                <a:gd name="connsiteY112" fmla="*/ 1057811 h 1335193"/>
                <a:gd name="connsiteX113" fmla="*/ 1057811 w 1629088"/>
                <a:gd name="connsiteY113" fmla="*/ 902665 h 1335193"/>
                <a:gd name="connsiteX114" fmla="*/ 902665 w 1629088"/>
                <a:gd name="connsiteY114" fmla="*/ 747520 h 1335193"/>
                <a:gd name="connsiteX115" fmla="*/ 42312 w 1629088"/>
                <a:gd name="connsiteY115" fmla="*/ 902665 h 1335193"/>
                <a:gd name="connsiteX116" fmla="*/ 0 w 1629088"/>
                <a:gd name="connsiteY116" fmla="*/ 902665 h 1335193"/>
                <a:gd name="connsiteX117" fmla="*/ 902665 w 1629088"/>
                <a:gd name="connsiteY117" fmla="*/ 0 h 1335193"/>
                <a:gd name="connsiteX118" fmla="*/ 1586717 w 1629088"/>
                <a:gd name="connsiteY118" fmla="*/ 313641 h 1335193"/>
                <a:gd name="connsiteX119" fmla="*/ 1586717 w 1629088"/>
                <a:gd name="connsiteY119" fmla="*/ 79924 h 1335193"/>
                <a:gd name="connsiteX120" fmla="*/ 1629088 w 1629088"/>
                <a:gd name="connsiteY120" fmla="*/ 79924 h 1335193"/>
                <a:gd name="connsiteX121" fmla="*/ 1629088 w 1629088"/>
                <a:gd name="connsiteY121" fmla="*/ 394916 h 1335193"/>
                <a:gd name="connsiteX122" fmla="*/ 1314036 w 1629088"/>
                <a:gd name="connsiteY122" fmla="*/ 394916 h 1335193"/>
                <a:gd name="connsiteX123" fmla="*/ 1314036 w 1629088"/>
                <a:gd name="connsiteY123" fmla="*/ 352604 h 1335193"/>
                <a:gd name="connsiteX124" fmla="*/ 1564209 w 1629088"/>
                <a:gd name="connsiteY124" fmla="*/ 352604 h 1335193"/>
                <a:gd name="connsiteX125" fmla="*/ 902665 w 1629088"/>
                <a:gd name="connsiteY125" fmla="*/ 42312 h 1335193"/>
                <a:gd name="connsiteX126" fmla="*/ 42312 w 1629088"/>
                <a:gd name="connsiteY126" fmla="*/ 902665 h 1335193"/>
                <a:gd name="connsiteX0" fmla="*/ 983764 w 1629088"/>
                <a:gd name="connsiteY0" fmla="*/ 1335193 h 1335193"/>
                <a:gd name="connsiteX1" fmla="*/ 821567 w 1629088"/>
                <a:gd name="connsiteY1" fmla="*/ 1335193 h 1335193"/>
                <a:gd name="connsiteX2" fmla="*/ 800410 w 1629088"/>
                <a:gd name="connsiteY2" fmla="*/ 1314036 h 1335193"/>
                <a:gd name="connsiteX3" fmla="*/ 800410 w 1629088"/>
                <a:gd name="connsiteY3" fmla="*/ 1221948 h 1335193"/>
                <a:gd name="connsiteX4" fmla="*/ 749342 w 1629088"/>
                <a:gd name="connsiteY4" fmla="*/ 1200616 h 1335193"/>
                <a:gd name="connsiteX5" fmla="*/ 684051 w 1629088"/>
                <a:gd name="connsiteY5" fmla="*/ 1265906 h 1335193"/>
                <a:gd name="connsiteX6" fmla="*/ 669124 w 1629088"/>
                <a:gd name="connsiteY6" fmla="*/ 1272077 h 1335193"/>
                <a:gd name="connsiteX7" fmla="*/ 669124 w 1629088"/>
                <a:gd name="connsiteY7" fmla="*/ 1272077 h 1335193"/>
                <a:gd name="connsiteX8" fmla="*/ 654197 w 1629088"/>
                <a:gd name="connsiteY8" fmla="*/ 1265906 h 1335193"/>
                <a:gd name="connsiteX9" fmla="*/ 539484 w 1629088"/>
                <a:gd name="connsiteY9" fmla="*/ 1151192 h 1335193"/>
                <a:gd name="connsiteX10" fmla="*/ 539484 w 1629088"/>
                <a:gd name="connsiteY10" fmla="*/ 1121221 h 1335193"/>
                <a:gd name="connsiteX11" fmla="*/ 604598 w 1629088"/>
                <a:gd name="connsiteY11" fmla="*/ 1056166 h 1335193"/>
                <a:gd name="connsiteX12" fmla="*/ 583618 w 1629088"/>
                <a:gd name="connsiteY12" fmla="*/ 1004979 h 1335193"/>
                <a:gd name="connsiteX13" fmla="*/ 491294 w 1629088"/>
                <a:gd name="connsiteY13" fmla="*/ 1004979 h 1335193"/>
                <a:gd name="connsiteX14" fmla="*/ 470138 w 1629088"/>
                <a:gd name="connsiteY14" fmla="*/ 983823 h 1335193"/>
                <a:gd name="connsiteX15" fmla="*/ 470138 w 1629088"/>
                <a:gd name="connsiteY15" fmla="*/ 821625 h 1335193"/>
                <a:gd name="connsiteX16" fmla="*/ 491294 w 1629088"/>
                <a:gd name="connsiteY16" fmla="*/ 800469 h 1335193"/>
                <a:gd name="connsiteX17" fmla="*/ 583383 w 1629088"/>
                <a:gd name="connsiteY17" fmla="*/ 800469 h 1335193"/>
                <a:gd name="connsiteX18" fmla="*/ 604715 w 1629088"/>
                <a:gd name="connsiteY18" fmla="*/ 749400 h 1335193"/>
                <a:gd name="connsiteX19" fmla="*/ 539484 w 1629088"/>
                <a:gd name="connsiteY19" fmla="*/ 684051 h 1335193"/>
                <a:gd name="connsiteX20" fmla="*/ 539484 w 1629088"/>
                <a:gd name="connsiteY20" fmla="*/ 654139 h 1335193"/>
                <a:gd name="connsiteX21" fmla="*/ 654139 w 1629088"/>
                <a:gd name="connsiteY21" fmla="*/ 539425 h 1335193"/>
                <a:gd name="connsiteX22" fmla="*/ 684051 w 1629088"/>
                <a:gd name="connsiteY22" fmla="*/ 539425 h 1335193"/>
                <a:gd name="connsiteX23" fmla="*/ 749165 w 1629088"/>
                <a:gd name="connsiteY23" fmla="*/ 604598 h 1335193"/>
                <a:gd name="connsiteX24" fmla="*/ 800410 w 1629088"/>
                <a:gd name="connsiteY24" fmla="*/ 583618 h 1335193"/>
                <a:gd name="connsiteX25" fmla="*/ 800410 w 1629088"/>
                <a:gd name="connsiteY25" fmla="*/ 491294 h 1335193"/>
                <a:gd name="connsiteX26" fmla="*/ 821567 w 1629088"/>
                <a:gd name="connsiteY26" fmla="*/ 470138 h 1335193"/>
                <a:gd name="connsiteX27" fmla="*/ 983764 w 1629088"/>
                <a:gd name="connsiteY27" fmla="*/ 470138 h 1335193"/>
                <a:gd name="connsiteX28" fmla="*/ 1004921 w 1629088"/>
                <a:gd name="connsiteY28" fmla="*/ 491294 h 1335193"/>
                <a:gd name="connsiteX29" fmla="*/ 1004921 w 1629088"/>
                <a:gd name="connsiteY29" fmla="*/ 583383 h 1335193"/>
                <a:gd name="connsiteX30" fmla="*/ 1055931 w 1629088"/>
                <a:gd name="connsiteY30" fmla="*/ 604715 h 1335193"/>
                <a:gd name="connsiteX31" fmla="*/ 1121162 w 1629088"/>
                <a:gd name="connsiteY31" fmla="*/ 539425 h 1335193"/>
                <a:gd name="connsiteX32" fmla="*/ 1151134 w 1629088"/>
                <a:gd name="connsiteY32" fmla="*/ 539425 h 1335193"/>
                <a:gd name="connsiteX33" fmla="*/ 1265847 w 1629088"/>
                <a:gd name="connsiteY33" fmla="*/ 654139 h 1335193"/>
                <a:gd name="connsiteX34" fmla="*/ 1272018 w 1629088"/>
                <a:gd name="connsiteY34" fmla="*/ 669066 h 1335193"/>
                <a:gd name="connsiteX35" fmla="*/ 1265847 w 1629088"/>
                <a:gd name="connsiteY35" fmla="*/ 683992 h 1335193"/>
                <a:gd name="connsiteX36" fmla="*/ 1200674 w 1629088"/>
                <a:gd name="connsiteY36" fmla="*/ 749107 h 1335193"/>
                <a:gd name="connsiteX37" fmla="*/ 1221654 w 1629088"/>
                <a:gd name="connsiteY37" fmla="*/ 800352 h 1335193"/>
                <a:gd name="connsiteX38" fmla="*/ 1314036 w 1629088"/>
                <a:gd name="connsiteY38" fmla="*/ 800352 h 1335193"/>
                <a:gd name="connsiteX39" fmla="*/ 1335193 w 1629088"/>
                <a:gd name="connsiteY39" fmla="*/ 821508 h 1335193"/>
                <a:gd name="connsiteX40" fmla="*/ 1335193 w 1629088"/>
                <a:gd name="connsiteY40" fmla="*/ 983706 h 1335193"/>
                <a:gd name="connsiteX41" fmla="*/ 1314036 w 1629088"/>
                <a:gd name="connsiteY41" fmla="*/ 1004862 h 1335193"/>
                <a:gd name="connsiteX42" fmla="*/ 1221948 w 1629088"/>
                <a:gd name="connsiteY42" fmla="*/ 1004862 h 1335193"/>
                <a:gd name="connsiteX43" fmla="*/ 1200616 w 1629088"/>
                <a:gd name="connsiteY43" fmla="*/ 1055872 h 1335193"/>
                <a:gd name="connsiteX44" fmla="*/ 1265906 w 1629088"/>
                <a:gd name="connsiteY44" fmla="*/ 1121103 h 1335193"/>
                <a:gd name="connsiteX45" fmla="*/ 1272077 w 1629088"/>
                <a:gd name="connsiteY45" fmla="*/ 1136089 h 1335193"/>
                <a:gd name="connsiteX46" fmla="*/ 1265906 w 1629088"/>
                <a:gd name="connsiteY46" fmla="*/ 1151075 h 1335193"/>
                <a:gd name="connsiteX47" fmla="*/ 1151192 w 1629088"/>
                <a:gd name="connsiteY47" fmla="*/ 1265789 h 1335193"/>
                <a:gd name="connsiteX48" fmla="*/ 1136207 w 1629088"/>
                <a:gd name="connsiteY48" fmla="*/ 1271959 h 1335193"/>
                <a:gd name="connsiteX49" fmla="*/ 1136207 w 1629088"/>
                <a:gd name="connsiteY49" fmla="*/ 1271959 h 1335193"/>
                <a:gd name="connsiteX50" fmla="*/ 1121221 w 1629088"/>
                <a:gd name="connsiteY50" fmla="*/ 1265789 h 1335193"/>
                <a:gd name="connsiteX51" fmla="*/ 1056166 w 1629088"/>
                <a:gd name="connsiteY51" fmla="*/ 1200616 h 1335193"/>
                <a:gd name="connsiteX52" fmla="*/ 1004979 w 1629088"/>
                <a:gd name="connsiteY52" fmla="*/ 1221596 h 1335193"/>
                <a:gd name="connsiteX53" fmla="*/ 1004979 w 1629088"/>
                <a:gd name="connsiteY53" fmla="*/ 1314036 h 1335193"/>
                <a:gd name="connsiteX54" fmla="*/ 983764 w 1629088"/>
                <a:gd name="connsiteY54" fmla="*/ 1335193 h 1335193"/>
                <a:gd name="connsiteX55" fmla="*/ 842723 w 1629088"/>
                <a:gd name="connsiteY55" fmla="*/ 1292880 h 1335193"/>
                <a:gd name="connsiteX56" fmla="*/ 962608 w 1629088"/>
                <a:gd name="connsiteY56" fmla="*/ 1292880 h 1335193"/>
                <a:gd name="connsiteX57" fmla="*/ 962608 w 1629088"/>
                <a:gd name="connsiteY57" fmla="*/ 1207550 h 1335193"/>
                <a:gd name="connsiteX58" fmla="*/ 975772 w 1629088"/>
                <a:gd name="connsiteY58" fmla="*/ 1187981 h 1335193"/>
                <a:gd name="connsiteX59" fmla="*/ 1053110 w 1629088"/>
                <a:gd name="connsiteY59" fmla="*/ 1156246 h 1335193"/>
                <a:gd name="connsiteX60" fmla="*/ 1076146 w 1629088"/>
                <a:gd name="connsiteY60" fmla="*/ 1160830 h 1335193"/>
                <a:gd name="connsiteX61" fmla="*/ 1136207 w 1629088"/>
                <a:gd name="connsiteY61" fmla="*/ 1221008 h 1335193"/>
                <a:gd name="connsiteX62" fmla="*/ 1221008 w 1629088"/>
                <a:gd name="connsiteY62" fmla="*/ 1136207 h 1335193"/>
                <a:gd name="connsiteX63" fmla="*/ 1160595 w 1629088"/>
                <a:gd name="connsiteY63" fmla="*/ 1075911 h 1335193"/>
                <a:gd name="connsiteX64" fmla="*/ 1156070 w 1629088"/>
                <a:gd name="connsiteY64" fmla="*/ 1052757 h 1335193"/>
                <a:gd name="connsiteX65" fmla="*/ 1188392 w 1629088"/>
                <a:gd name="connsiteY65" fmla="*/ 975654 h 1335193"/>
                <a:gd name="connsiteX66" fmla="*/ 1207903 w 1629088"/>
                <a:gd name="connsiteY66" fmla="*/ 962608 h 1335193"/>
                <a:gd name="connsiteX67" fmla="*/ 1292880 w 1629088"/>
                <a:gd name="connsiteY67" fmla="*/ 962608 h 1335193"/>
                <a:gd name="connsiteX68" fmla="*/ 1292880 w 1629088"/>
                <a:gd name="connsiteY68" fmla="*/ 842723 h 1335193"/>
                <a:gd name="connsiteX69" fmla="*/ 1207550 w 1629088"/>
                <a:gd name="connsiteY69" fmla="*/ 842723 h 1335193"/>
                <a:gd name="connsiteX70" fmla="*/ 1187981 w 1629088"/>
                <a:gd name="connsiteY70" fmla="*/ 829618 h 1335193"/>
                <a:gd name="connsiteX71" fmla="*/ 1156246 w 1629088"/>
                <a:gd name="connsiteY71" fmla="*/ 752280 h 1335193"/>
                <a:gd name="connsiteX72" fmla="*/ 1160830 w 1629088"/>
                <a:gd name="connsiteY72" fmla="*/ 729302 h 1335193"/>
                <a:gd name="connsiteX73" fmla="*/ 1221008 w 1629088"/>
                <a:gd name="connsiteY73" fmla="*/ 669183 h 1335193"/>
                <a:gd name="connsiteX74" fmla="*/ 1136207 w 1629088"/>
                <a:gd name="connsiteY74" fmla="*/ 584382 h 1335193"/>
                <a:gd name="connsiteX75" fmla="*/ 1075911 w 1629088"/>
                <a:gd name="connsiteY75" fmla="*/ 644736 h 1335193"/>
                <a:gd name="connsiteX76" fmla="*/ 1052757 w 1629088"/>
                <a:gd name="connsiteY76" fmla="*/ 649320 h 1335193"/>
                <a:gd name="connsiteX77" fmla="*/ 975654 w 1629088"/>
                <a:gd name="connsiteY77" fmla="*/ 617057 h 1335193"/>
                <a:gd name="connsiteX78" fmla="*/ 962608 w 1629088"/>
                <a:gd name="connsiteY78" fmla="*/ 597546 h 1335193"/>
                <a:gd name="connsiteX79" fmla="*/ 962608 w 1629088"/>
                <a:gd name="connsiteY79" fmla="*/ 512451 h 1335193"/>
                <a:gd name="connsiteX80" fmla="*/ 842723 w 1629088"/>
                <a:gd name="connsiteY80" fmla="*/ 512451 h 1335193"/>
                <a:gd name="connsiteX81" fmla="*/ 842723 w 1629088"/>
                <a:gd name="connsiteY81" fmla="*/ 597781 h 1335193"/>
                <a:gd name="connsiteX82" fmla="*/ 829618 w 1629088"/>
                <a:gd name="connsiteY82" fmla="*/ 617350 h 1335193"/>
                <a:gd name="connsiteX83" fmla="*/ 752280 w 1629088"/>
                <a:gd name="connsiteY83" fmla="*/ 649085 h 1335193"/>
                <a:gd name="connsiteX84" fmla="*/ 729302 w 1629088"/>
                <a:gd name="connsiteY84" fmla="*/ 644442 h 1335193"/>
                <a:gd name="connsiteX85" fmla="*/ 669183 w 1629088"/>
                <a:gd name="connsiteY85" fmla="*/ 584323 h 1335193"/>
                <a:gd name="connsiteX86" fmla="*/ 584441 w 1629088"/>
                <a:gd name="connsiteY86" fmla="*/ 669124 h 1335193"/>
                <a:gd name="connsiteX87" fmla="*/ 644795 w 1629088"/>
                <a:gd name="connsiteY87" fmla="*/ 729537 h 1335193"/>
                <a:gd name="connsiteX88" fmla="*/ 649320 w 1629088"/>
                <a:gd name="connsiteY88" fmla="*/ 752691 h 1335193"/>
                <a:gd name="connsiteX89" fmla="*/ 617057 w 1629088"/>
                <a:gd name="connsiteY89" fmla="*/ 829794 h 1335193"/>
                <a:gd name="connsiteX90" fmla="*/ 597546 w 1629088"/>
                <a:gd name="connsiteY90" fmla="*/ 842782 h 1335193"/>
                <a:gd name="connsiteX91" fmla="*/ 512451 w 1629088"/>
                <a:gd name="connsiteY91" fmla="*/ 842782 h 1335193"/>
                <a:gd name="connsiteX92" fmla="*/ 512451 w 1629088"/>
                <a:gd name="connsiteY92" fmla="*/ 962667 h 1335193"/>
                <a:gd name="connsiteX93" fmla="*/ 597781 w 1629088"/>
                <a:gd name="connsiteY93" fmla="*/ 962667 h 1335193"/>
                <a:gd name="connsiteX94" fmla="*/ 617350 w 1629088"/>
                <a:gd name="connsiteY94" fmla="*/ 975831 h 1335193"/>
                <a:gd name="connsiteX95" fmla="*/ 649085 w 1629088"/>
                <a:gd name="connsiteY95" fmla="*/ 1053169 h 1335193"/>
                <a:gd name="connsiteX96" fmla="*/ 644442 w 1629088"/>
                <a:gd name="connsiteY96" fmla="*/ 1076205 h 1335193"/>
                <a:gd name="connsiteX97" fmla="*/ 584382 w 1629088"/>
                <a:gd name="connsiteY97" fmla="*/ 1136265 h 1335193"/>
                <a:gd name="connsiteX98" fmla="*/ 669124 w 1629088"/>
                <a:gd name="connsiteY98" fmla="*/ 1221067 h 1335193"/>
                <a:gd name="connsiteX99" fmla="*/ 729537 w 1629088"/>
                <a:gd name="connsiteY99" fmla="*/ 1160654 h 1335193"/>
                <a:gd name="connsiteX100" fmla="*/ 752691 w 1629088"/>
                <a:gd name="connsiteY100" fmla="*/ 1156129 h 1335193"/>
                <a:gd name="connsiteX101" fmla="*/ 829794 w 1629088"/>
                <a:gd name="connsiteY101" fmla="*/ 1188451 h 1335193"/>
                <a:gd name="connsiteX102" fmla="*/ 842782 w 1629088"/>
                <a:gd name="connsiteY102" fmla="*/ 1207962 h 1335193"/>
                <a:gd name="connsiteX103" fmla="*/ 842723 w 1629088"/>
                <a:gd name="connsiteY103" fmla="*/ 1292880 h 1335193"/>
                <a:gd name="connsiteX104" fmla="*/ 842723 w 1629088"/>
                <a:gd name="connsiteY104" fmla="*/ 1292880 h 1335193"/>
                <a:gd name="connsiteX105" fmla="*/ 902665 w 1629088"/>
                <a:gd name="connsiteY105" fmla="*/ 1100124 h 1335193"/>
                <a:gd name="connsiteX106" fmla="*/ 705207 w 1629088"/>
                <a:gd name="connsiteY106" fmla="*/ 902665 h 1335193"/>
                <a:gd name="connsiteX107" fmla="*/ 902665 w 1629088"/>
                <a:gd name="connsiteY107" fmla="*/ 705207 h 1335193"/>
                <a:gd name="connsiteX108" fmla="*/ 1100124 w 1629088"/>
                <a:gd name="connsiteY108" fmla="*/ 902665 h 1335193"/>
                <a:gd name="connsiteX109" fmla="*/ 902665 w 1629088"/>
                <a:gd name="connsiteY109" fmla="*/ 1100124 h 1335193"/>
                <a:gd name="connsiteX110" fmla="*/ 902665 w 1629088"/>
                <a:gd name="connsiteY110" fmla="*/ 747520 h 1335193"/>
                <a:gd name="connsiteX111" fmla="*/ 747520 w 1629088"/>
                <a:gd name="connsiteY111" fmla="*/ 902665 h 1335193"/>
                <a:gd name="connsiteX112" fmla="*/ 902665 w 1629088"/>
                <a:gd name="connsiteY112" fmla="*/ 1057811 h 1335193"/>
                <a:gd name="connsiteX113" fmla="*/ 1057811 w 1629088"/>
                <a:gd name="connsiteY113" fmla="*/ 902665 h 1335193"/>
                <a:gd name="connsiteX114" fmla="*/ 902665 w 1629088"/>
                <a:gd name="connsiteY114" fmla="*/ 747520 h 1335193"/>
                <a:gd name="connsiteX115" fmla="*/ 42312 w 1629088"/>
                <a:gd name="connsiteY115" fmla="*/ 902665 h 1335193"/>
                <a:gd name="connsiteX116" fmla="*/ 0 w 1629088"/>
                <a:gd name="connsiteY116" fmla="*/ 902665 h 1335193"/>
                <a:gd name="connsiteX117" fmla="*/ 902665 w 1629088"/>
                <a:gd name="connsiteY117" fmla="*/ 0 h 1335193"/>
                <a:gd name="connsiteX118" fmla="*/ 1586717 w 1629088"/>
                <a:gd name="connsiteY118" fmla="*/ 313641 h 1335193"/>
                <a:gd name="connsiteX119" fmla="*/ 1586717 w 1629088"/>
                <a:gd name="connsiteY119" fmla="*/ 79924 h 1335193"/>
                <a:gd name="connsiteX120" fmla="*/ 1629088 w 1629088"/>
                <a:gd name="connsiteY120" fmla="*/ 79924 h 1335193"/>
                <a:gd name="connsiteX121" fmla="*/ 1629088 w 1629088"/>
                <a:gd name="connsiteY121" fmla="*/ 394916 h 1335193"/>
                <a:gd name="connsiteX122" fmla="*/ 1314036 w 1629088"/>
                <a:gd name="connsiteY122" fmla="*/ 394916 h 1335193"/>
                <a:gd name="connsiteX123" fmla="*/ 1314036 w 1629088"/>
                <a:gd name="connsiteY123" fmla="*/ 352604 h 1335193"/>
                <a:gd name="connsiteX124" fmla="*/ 1564209 w 1629088"/>
                <a:gd name="connsiteY124" fmla="*/ 352604 h 1335193"/>
                <a:gd name="connsiteX125" fmla="*/ 42312 w 1629088"/>
                <a:gd name="connsiteY125" fmla="*/ 902665 h 1335193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42312 w 1629088"/>
                <a:gd name="connsiteY115" fmla="*/ 822741 h 1255269"/>
                <a:gd name="connsiteX116" fmla="*/ 0 w 1629088"/>
                <a:gd name="connsiteY116" fmla="*/ 822741 h 1255269"/>
                <a:gd name="connsiteX117" fmla="*/ 1586717 w 1629088"/>
                <a:gd name="connsiteY117" fmla="*/ 233717 h 1255269"/>
                <a:gd name="connsiteX118" fmla="*/ 1586717 w 1629088"/>
                <a:gd name="connsiteY118" fmla="*/ 0 h 1255269"/>
                <a:gd name="connsiteX119" fmla="*/ 1629088 w 1629088"/>
                <a:gd name="connsiteY119" fmla="*/ 0 h 1255269"/>
                <a:gd name="connsiteX120" fmla="*/ 1629088 w 1629088"/>
                <a:gd name="connsiteY120" fmla="*/ 314992 h 1255269"/>
                <a:gd name="connsiteX121" fmla="*/ 1314036 w 1629088"/>
                <a:gd name="connsiteY121" fmla="*/ 314992 h 1255269"/>
                <a:gd name="connsiteX122" fmla="*/ 1314036 w 1629088"/>
                <a:gd name="connsiteY122" fmla="*/ 272680 h 1255269"/>
                <a:gd name="connsiteX123" fmla="*/ 1564209 w 1629088"/>
                <a:gd name="connsiteY123" fmla="*/ 272680 h 1255269"/>
                <a:gd name="connsiteX124" fmla="*/ 42312 w 1629088"/>
                <a:gd name="connsiteY124" fmla="*/ 822741 h 1255269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42312 w 1629088"/>
                <a:gd name="connsiteY115" fmla="*/ 822741 h 1255269"/>
                <a:gd name="connsiteX116" fmla="*/ 0 w 1629088"/>
                <a:gd name="connsiteY116" fmla="*/ 822741 h 1255269"/>
                <a:gd name="connsiteX117" fmla="*/ 1586717 w 1629088"/>
                <a:gd name="connsiteY117" fmla="*/ 233717 h 1255269"/>
                <a:gd name="connsiteX118" fmla="*/ 1586717 w 1629088"/>
                <a:gd name="connsiteY118" fmla="*/ 0 h 1255269"/>
                <a:gd name="connsiteX119" fmla="*/ 1629088 w 1629088"/>
                <a:gd name="connsiteY119" fmla="*/ 0 h 1255269"/>
                <a:gd name="connsiteX120" fmla="*/ 1629088 w 1629088"/>
                <a:gd name="connsiteY120" fmla="*/ 314992 h 1255269"/>
                <a:gd name="connsiteX121" fmla="*/ 1314036 w 1629088"/>
                <a:gd name="connsiteY121" fmla="*/ 314992 h 1255269"/>
                <a:gd name="connsiteX122" fmla="*/ 1564209 w 1629088"/>
                <a:gd name="connsiteY122" fmla="*/ 272680 h 1255269"/>
                <a:gd name="connsiteX123" fmla="*/ 42312 w 1629088"/>
                <a:gd name="connsiteY123" fmla="*/ 822741 h 1255269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42312 w 1629088"/>
                <a:gd name="connsiteY115" fmla="*/ 822741 h 1255269"/>
                <a:gd name="connsiteX116" fmla="*/ 0 w 1629088"/>
                <a:gd name="connsiteY116" fmla="*/ 822741 h 1255269"/>
                <a:gd name="connsiteX117" fmla="*/ 1586717 w 1629088"/>
                <a:gd name="connsiteY117" fmla="*/ 233717 h 1255269"/>
                <a:gd name="connsiteX118" fmla="*/ 1586717 w 1629088"/>
                <a:gd name="connsiteY118" fmla="*/ 0 h 1255269"/>
                <a:gd name="connsiteX119" fmla="*/ 1629088 w 1629088"/>
                <a:gd name="connsiteY119" fmla="*/ 0 h 1255269"/>
                <a:gd name="connsiteX120" fmla="*/ 1629088 w 1629088"/>
                <a:gd name="connsiteY120" fmla="*/ 314992 h 1255269"/>
                <a:gd name="connsiteX121" fmla="*/ 1564209 w 1629088"/>
                <a:gd name="connsiteY121" fmla="*/ 272680 h 1255269"/>
                <a:gd name="connsiteX122" fmla="*/ 42312 w 1629088"/>
                <a:gd name="connsiteY122" fmla="*/ 822741 h 1255269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42312 w 1629088"/>
                <a:gd name="connsiteY115" fmla="*/ 822741 h 1255269"/>
                <a:gd name="connsiteX116" fmla="*/ 0 w 1629088"/>
                <a:gd name="connsiteY116" fmla="*/ 822741 h 1255269"/>
                <a:gd name="connsiteX117" fmla="*/ 1586717 w 1629088"/>
                <a:gd name="connsiteY117" fmla="*/ 233717 h 1255269"/>
                <a:gd name="connsiteX118" fmla="*/ 1586717 w 1629088"/>
                <a:gd name="connsiteY118" fmla="*/ 0 h 1255269"/>
                <a:gd name="connsiteX119" fmla="*/ 1629088 w 1629088"/>
                <a:gd name="connsiteY119" fmla="*/ 0 h 1255269"/>
                <a:gd name="connsiteX120" fmla="*/ 1629088 w 1629088"/>
                <a:gd name="connsiteY120" fmla="*/ 314992 h 1255269"/>
                <a:gd name="connsiteX121" fmla="*/ 42312 w 1629088"/>
                <a:gd name="connsiteY121" fmla="*/ 822741 h 1255269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42312 w 1629088"/>
                <a:gd name="connsiteY115" fmla="*/ 822741 h 1255269"/>
                <a:gd name="connsiteX116" fmla="*/ 0 w 1629088"/>
                <a:gd name="connsiteY116" fmla="*/ 822741 h 1255269"/>
                <a:gd name="connsiteX117" fmla="*/ 1586717 w 1629088"/>
                <a:gd name="connsiteY117" fmla="*/ 0 h 1255269"/>
                <a:gd name="connsiteX118" fmla="*/ 1629088 w 1629088"/>
                <a:gd name="connsiteY118" fmla="*/ 0 h 1255269"/>
                <a:gd name="connsiteX119" fmla="*/ 1629088 w 1629088"/>
                <a:gd name="connsiteY119" fmla="*/ 314992 h 1255269"/>
                <a:gd name="connsiteX120" fmla="*/ 42312 w 1629088"/>
                <a:gd name="connsiteY120" fmla="*/ 822741 h 1255269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42312 w 1629088"/>
                <a:gd name="connsiteY115" fmla="*/ 822741 h 1255269"/>
                <a:gd name="connsiteX116" fmla="*/ 0 w 1629088"/>
                <a:gd name="connsiteY116" fmla="*/ 822741 h 1255269"/>
                <a:gd name="connsiteX117" fmla="*/ 1586717 w 1629088"/>
                <a:gd name="connsiteY117" fmla="*/ 0 h 1255269"/>
                <a:gd name="connsiteX118" fmla="*/ 1629088 w 1629088"/>
                <a:gd name="connsiteY118" fmla="*/ 0 h 1255269"/>
                <a:gd name="connsiteX119" fmla="*/ 42312 w 1629088"/>
                <a:gd name="connsiteY119" fmla="*/ 822741 h 1255269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1629088 w 1629088"/>
                <a:gd name="connsiteY115" fmla="*/ 0 h 1255269"/>
                <a:gd name="connsiteX116" fmla="*/ 0 w 1629088"/>
                <a:gd name="connsiteY116" fmla="*/ 822741 h 1255269"/>
                <a:gd name="connsiteX117" fmla="*/ 1586717 w 1629088"/>
                <a:gd name="connsiteY117" fmla="*/ 0 h 1255269"/>
                <a:gd name="connsiteX118" fmla="*/ 1629088 w 1629088"/>
                <a:gd name="connsiteY118" fmla="*/ 0 h 1255269"/>
                <a:gd name="connsiteX0" fmla="*/ 983764 w 1629088"/>
                <a:gd name="connsiteY0" fmla="*/ 1255269 h 1255269"/>
                <a:gd name="connsiteX1" fmla="*/ 821567 w 1629088"/>
                <a:gd name="connsiteY1" fmla="*/ 1255269 h 1255269"/>
                <a:gd name="connsiteX2" fmla="*/ 800410 w 1629088"/>
                <a:gd name="connsiteY2" fmla="*/ 1234112 h 1255269"/>
                <a:gd name="connsiteX3" fmla="*/ 800410 w 1629088"/>
                <a:gd name="connsiteY3" fmla="*/ 1142024 h 1255269"/>
                <a:gd name="connsiteX4" fmla="*/ 749342 w 1629088"/>
                <a:gd name="connsiteY4" fmla="*/ 1120692 h 1255269"/>
                <a:gd name="connsiteX5" fmla="*/ 684051 w 1629088"/>
                <a:gd name="connsiteY5" fmla="*/ 1185982 h 1255269"/>
                <a:gd name="connsiteX6" fmla="*/ 669124 w 1629088"/>
                <a:gd name="connsiteY6" fmla="*/ 1192153 h 1255269"/>
                <a:gd name="connsiteX7" fmla="*/ 669124 w 1629088"/>
                <a:gd name="connsiteY7" fmla="*/ 1192153 h 1255269"/>
                <a:gd name="connsiteX8" fmla="*/ 654197 w 1629088"/>
                <a:gd name="connsiteY8" fmla="*/ 1185982 h 1255269"/>
                <a:gd name="connsiteX9" fmla="*/ 539484 w 1629088"/>
                <a:gd name="connsiteY9" fmla="*/ 1071268 h 1255269"/>
                <a:gd name="connsiteX10" fmla="*/ 539484 w 1629088"/>
                <a:gd name="connsiteY10" fmla="*/ 1041297 h 1255269"/>
                <a:gd name="connsiteX11" fmla="*/ 604598 w 1629088"/>
                <a:gd name="connsiteY11" fmla="*/ 976242 h 1255269"/>
                <a:gd name="connsiteX12" fmla="*/ 583618 w 1629088"/>
                <a:gd name="connsiteY12" fmla="*/ 925055 h 1255269"/>
                <a:gd name="connsiteX13" fmla="*/ 491294 w 1629088"/>
                <a:gd name="connsiteY13" fmla="*/ 925055 h 1255269"/>
                <a:gd name="connsiteX14" fmla="*/ 470138 w 1629088"/>
                <a:gd name="connsiteY14" fmla="*/ 903899 h 1255269"/>
                <a:gd name="connsiteX15" fmla="*/ 470138 w 1629088"/>
                <a:gd name="connsiteY15" fmla="*/ 741701 h 1255269"/>
                <a:gd name="connsiteX16" fmla="*/ 491294 w 1629088"/>
                <a:gd name="connsiteY16" fmla="*/ 720545 h 1255269"/>
                <a:gd name="connsiteX17" fmla="*/ 583383 w 1629088"/>
                <a:gd name="connsiteY17" fmla="*/ 720545 h 1255269"/>
                <a:gd name="connsiteX18" fmla="*/ 604715 w 1629088"/>
                <a:gd name="connsiteY18" fmla="*/ 669476 h 1255269"/>
                <a:gd name="connsiteX19" fmla="*/ 539484 w 1629088"/>
                <a:gd name="connsiteY19" fmla="*/ 604127 h 1255269"/>
                <a:gd name="connsiteX20" fmla="*/ 539484 w 1629088"/>
                <a:gd name="connsiteY20" fmla="*/ 574215 h 1255269"/>
                <a:gd name="connsiteX21" fmla="*/ 654139 w 1629088"/>
                <a:gd name="connsiteY21" fmla="*/ 459501 h 1255269"/>
                <a:gd name="connsiteX22" fmla="*/ 684051 w 1629088"/>
                <a:gd name="connsiteY22" fmla="*/ 459501 h 1255269"/>
                <a:gd name="connsiteX23" fmla="*/ 749165 w 1629088"/>
                <a:gd name="connsiteY23" fmla="*/ 524674 h 1255269"/>
                <a:gd name="connsiteX24" fmla="*/ 800410 w 1629088"/>
                <a:gd name="connsiteY24" fmla="*/ 503694 h 1255269"/>
                <a:gd name="connsiteX25" fmla="*/ 800410 w 1629088"/>
                <a:gd name="connsiteY25" fmla="*/ 411370 h 1255269"/>
                <a:gd name="connsiteX26" fmla="*/ 821567 w 1629088"/>
                <a:gd name="connsiteY26" fmla="*/ 390214 h 1255269"/>
                <a:gd name="connsiteX27" fmla="*/ 983764 w 1629088"/>
                <a:gd name="connsiteY27" fmla="*/ 390214 h 1255269"/>
                <a:gd name="connsiteX28" fmla="*/ 1004921 w 1629088"/>
                <a:gd name="connsiteY28" fmla="*/ 411370 h 1255269"/>
                <a:gd name="connsiteX29" fmla="*/ 1004921 w 1629088"/>
                <a:gd name="connsiteY29" fmla="*/ 503459 h 1255269"/>
                <a:gd name="connsiteX30" fmla="*/ 1055931 w 1629088"/>
                <a:gd name="connsiteY30" fmla="*/ 524791 h 1255269"/>
                <a:gd name="connsiteX31" fmla="*/ 1121162 w 1629088"/>
                <a:gd name="connsiteY31" fmla="*/ 459501 h 1255269"/>
                <a:gd name="connsiteX32" fmla="*/ 1151134 w 1629088"/>
                <a:gd name="connsiteY32" fmla="*/ 459501 h 1255269"/>
                <a:gd name="connsiteX33" fmla="*/ 1265847 w 1629088"/>
                <a:gd name="connsiteY33" fmla="*/ 574215 h 1255269"/>
                <a:gd name="connsiteX34" fmla="*/ 1272018 w 1629088"/>
                <a:gd name="connsiteY34" fmla="*/ 589142 h 1255269"/>
                <a:gd name="connsiteX35" fmla="*/ 1265847 w 1629088"/>
                <a:gd name="connsiteY35" fmla="*/ 604068 h 1255269"/>
                <a:gd name="connsiteX36" fmla="*/ 1200674 w 1629088"/>
                <a:gd name="connsiteY36" fmla="*/ 669183 h 1255269"/>
                <a:gd name="connsiteX37" fmla="*/ 1221654 w 1629088"/>
                <a:gd name="connsiteY37" fmla="*/ 720428 h 1255269"/>
                <a:gd name="connsiteX38" fmla="*/ 1314036 w 1629088"/>
                <a:gd name="connsiteY38" fmla="*/ 720428 h 1255269"/>
                <a:gd name="connsiteX39" fmla="*/ 1335193 w 1629088"/>
                <a:gd name="connsiteY39" fmla="*/ 741584 h 1255269"/>
                <a:gd name="connsiteX40" fmla="*/ 1335193 w 1629088"/>
                <a:gd name="connsiteY40" fmla="*/ 903782 h 1255269"/>
                <a:gd name="connsiteX41" fmla="*/ 1314036 w 1629088"/>
                <a:gd name="connsiteY41" fmla="*/ 924938 h 1255269"/>
                <a:gd name="connsiteX42" fmla="*/ 1221948 w 1629088"/>
                <a:gd name="connsiteY42" fmla="*/ 924938 h 1255269"/>
                <a:gd name="connsiteX43" fmla="*/ 1200616 w 1629088"/>
                <a:gd name="connsiteY43" fmla="*/ 975948 h 1255269"/>
                <a:gd name="connsiteX44" fmla="*/ 1265906 w 1629088"/>
                <a:gd name="connsiteY44" fmla="*/ 1041179 h 1255269"/>
                <a:gd name="connsiteX45" fmla="*/ 1272077 w 1629088"/>
                <a:gd name="connsiteY45" fmla="*/ 1056165 h 1255269"/>
                <a:gd name="connsiteX46" fmla="*/ 1265906 w 1629088"/>
                <a:gd name="connsiteY46" fmla="*/ 1071151 h 1255269"/>
                <a:gd name="connsiteX47" fmla="*/ 1151192 w 1629088"/>
                <a:gd name="connsiteY47" fmla="*/ 1185865 h 1255269"/>
                <a:gd name="connsiteX48" fmla="*/ 1136207 w 1629088"/>
                <a:gd name="connsiteY48" fmla="*/ 1192035 h 1255269"/>
                <a:gd name="connsiteX49" fmla="*/ 1136207 w 1629088"/>
                <a:gd name="connsiteY49" fmla="*/ 1192035 h 1255269"/>
                <a:gd name="connsiteX50" fmla="*/ 1121221 w 1629088"/>
                <a:gd name="connsiteY50" fmla="*/ 1185865 h 1255269"/>
                <a:gd name="connsiteX51" fmla="*/ 1056166 w 1629088"/>
                <a:gd name="connsiteY51" fmla="*/ 1120692 h 1255269"/>
                <a:gd name="connsiteX52" fmla="*/ 1004979 w 1629088"/>
                <a:gd name="connsiteY52" fmla="*/ 1141672 h 1255269"/>
                <a:gd name="connsiteX53" fmla="*/ 1004979 w 1629088"/>
                <a:gd name="connsiteY53" fmla="*/ 1234112 h 1255269"/>
                <a:gd name="connsiteX54" fmla="*/ 983764 w 1629088"/>
                <a:gd name="connsiteY54" fmla="*/ 1255269 h 1255269"/>
                <a:gd name="connsiteX55" fmla="*/ 842723 w 1629088"/>
                <a:gd name="connsiteY55" fmla="*/ 1212956 h 1255269"/>
                <a:gd name="connsiteX56" fmla="*/ 962608 w 1629088"/>
                <a:gd name="connsiteY56" fmla="*/ 1212956 h 1255269"/>
                <a:gd name="connsiteX57" fmla="*/ 962608 w 1629088"/>
                <a:gd name="connsiteY57" fmla="*/ 1127626 h 1255269"/>
                <a:gd name="connsiteX58" fmla="*/ 975772 w 1629088"/>
                <a:gd name="connsiteY58" fmla="*/ 1108057 h 1255269"/>
                <a:gd name="connsiteX59" fmla="*/ 1053110 w 1629088"/>
                <a:gd name="connsiteY59" fmla="*/ 1076322 h 1255269"/>
                <a:gd name="connsiteX60" fmla="*/ 1076146 w 1629088"/>
                <a:gd name="connsiteY60" fmla="*/ 1080906 h 1255269"/>
                <a:gd name="connsiteX61" fmla="*/ 1136207 w 1629088"/>
                <a:gd name="connsiteY61" fmla="*/ 1141084 h 1255269"/>
                <a:gd name="connsiteX62" fmla="*/ 1221008 w 1629088"/>
                <a:gd name="connsiteY62" fmla="*/ 1056283 h 1255269"/>
                <a:gd name="connsiteX63" fmla="*/ 1160595 w 1629088"/>
                <a:gd name="connsiteY63" fmla="*/ 995987 h 1255269"/>
                <a:gd name="connsiteX64" fmla="*/ 1156070 w 1629088"/>
                <a:gd name="connsiteY64" fmla="*/ 972833 h 1255269"/>
                <a:gd name="connsiteX65" fmla="*/ 1188392 w 1629088"/>
                <a:gd name="connsiteY65" fmla="*/ 895730 h 1255269"/>
                <a:gd name="connsiteX66" fmla="*/ 1207903 w 1629088"/>
                <a:gd name="connsiteY66" fmla="*/ 882684 h 1255269"/>
                <a:gd name="connsiteX67" fmla="*/ 1292880 w 1629088"/>
                <a:gd name="connsiteY67" fmla="*/ 882684 h 1255269"/>
                <a:gd name="connsiteX68" fmla="*/ 1292880 w 1629088"/>
                <a:gd name="connsiteY68" fmla="*/ 762799 h 1255269"/>
                <a:gd name="connsiteX69" fmla="*/ 1207550 w 1629088"/>
                <a:gd name="connsiteY69" fmla="*/ 762799 h 1255269"/>
                <a:gd name="connsiteX70" fmla="*/ 1187981 w 1629088"/>
                <a:gd name="connsiteY70" fmla="*/ 749694 h 1255269"/>
                <a:gd name="connsiteX71" fmla="*/ 1156246 w 1629088"/>
                <a:gd name="connsiteY71" fmla="*/ 672356 h 1255269"/>
                <a:gd name="connsiteX72" fmla="*/ 1160830 w 1629088"/>
                <a:gd name="connsiteY72" fmla="*/ 649378 h 1255269"/>
                <a:gd name="connsiteX73" fmla="*/ 1221008 w 1629088"/>
                <a:gd name="connsiteY73" fmla="*/ 589259 h 1255269"/>
                <a:gd name="connsiteX74" fmla="*/ 1136207 w 1629088"/>
                <a:gd name="connsiteY74" fmla="*/ 504458 h 1255269"/>
                <a:gd name="connsiteX75" fmla="*/ 1075911 w 1629088"/>
                <a:gd name="connsiteY75" fmla="*/ 564812 h 1255269"/>
                <a:gd name="connsiteX76" fmla="*/ 1052757 w 1629088"/>
                <a:gd name="connsiteY76" fmla="*/ 569396 h 1255269"/>
                <a:gd name="connsiteX77" fmla="*/ 975654 w 1629088"/>
                <a:gd name="connsiteY77" fmla="*/ 537133 h 1255269"/>
                <a:gd name="connsiteX78" fmla="*/ 962608 w 1629088"/>
                <a:gd name="connsiteY78" fmla="*/ 517622 h 1255269"/>
                <a:gd name="connsiteX79" fmla="*/ 962608 w 1629088"/>
                <a:gd name="connsiteY79" fmla="*/ 432527 h 1255269"/>
                <a:gd name="connsiteX80" fmla="*/ 842723 w 1629088"/>
                <a:gd name="connsiteY80" fmla="*/ 432527 h 1255269"/>
                <a:gd name="connsiteX81" fmla="*/ 842723 w 1629088"/>
                <a:gd name="connsiteY81" fmla="*/ 517857 h 1255269"/>
                <a:gd name="connsiteX82" fmla="*/ 829618 w 1629088"/>
                <a:gd name="connsiteY82" fmla="*/ 537426 h 1255269"/>
                <a:gd name="connsiteX83" fmla="*/ 752280 w 1629088"/>
                <a:gd name="connsiteY83" fmla="*/ 569161 h 1255269"/>
                <a:gd name="connsiteX84" fmla="*/ 729302 w 1629088"/>
                <a:gd name="connsiteY84" fmla="*/ 564518 h 1255269"/>
                <a:gd name="connsiteX85" fmla="*/ 669183 w 1629088"/>
                <a:gd name="connsiteY85" fmla="*/ 504399 h 1255269"/>
                <a:gd name="connsiteX86" fmla="*/ 584441 w 1629088"/>
                <a:gd name="connsiteY86" fmla="*/ 589200 h 1255269"/>
                <a:gd name="connsiteX87" fmla="*/ 644795 w 1629088"/>
                <a:gd name="connsiteY87" fmla="*/ 649613 h 1255269"/>
                <a:gd name="connsiteX88" fmla="*/ 649320 w 1629088"/>
                <a:gd name="connsiteY88" fmla="*/ 672767 h 1255269"/>
                <a:gd name="connsiteX89" fmla="*/ 617057 w 1629088"/>
                <a:gd name="connsiteY89" fmla="*/ 749870 h 1255269"/>
                <a:gd name="connsiteX90" fmla="*/ 597546 w 1629088"/>
                <a:gd name="connsiteY90" fmla="*/ 762858 h 1255269"/>
                <a:gd name="connsiteX91" fmla="*/ 512451 w 1629088"/>
                <a:gd name="connsiteY91" fmla="*/ 762858 h 1255269"/>
                <a:gd name="connsiteX92" fmla="*/ 512451 w 1629088"/>
                <a:gd name="connsiteY92" fmla="*/ 882743 h 1255269"/>
                <a:gd name="connsiteX93" fmla="*/ 597781 w 1629088"/>
                <a:gd name="connsiteY93" fmla="*/ 882743 h 1255269"/>
                <a:gd name="connsiteX94" fmla="*/ 617350 w 1629088"/>
                <a:gd name="connsiteY94" fmla="*/ 895907 h 1255269"/>
                <a:gd name="connsiteX95" fmla="*/ 649085 w 1629088"/>
                <a:gd name="connsiteY95" fmla="*/ 973245 h 1255269"/>
                <a:gd name="connsiteX96" fmla="*/ 644442 w 1629088"/>
                <a:gd name="connsiteY96" fmla="*/ 996281 h 1255269"/>
                <a:gd name="connsiteX97" fmla="*/ 584382 w 1629088"/>
                <a:gd name="connsiteY97" fmla="*/ 1056341 h 1255269"/>
                <a:gd name="connsiteX98" fmla="*/ 669124 w 1629088"/>
                <a:gd name="connsiteY98" fmla="*/ 1141143 h 1255269"/>
                <a:gd name="connsiteX99" fmla="*/ 729537 w 1629088"/>
                <a:gd name="connsiteY99" fmla="*/ 1080730 h 1255269"/>
                <a:gd name="connsiteX100" fmla="*/ 752691 w 1629088"/>
                <a:gd name="connsiteY100" fmla="*/ 1076205 h 1255269"/>
                <a:gd name="connsiteX101" fmla="*/ 829794 w 1629088"/>
                <a:gd name="connsiteY101" fmla="*/ 1108527 h 1255269"/>
                <a:gd name="connsiteX102" fmla="*/ 842782 w 1629088"/>
                <a:gd name="connsiteY102" fmla="*/ 1128038 h 1255269"/>
                <a:gd name="connsiteX103" fmla="*/ 842723 w 1629088"/>
                <a:gd name="connsiteY103" fmla="*/ 1212956 h 1255269"/>
                <a:gd name="connsiteX104" fmla="*/ 842723 w 1629088"/>
                <a:gd name="connsiteY104" fmla="*/ 1212956 h 1255269"/>
                <a:gd name="connsiteX105" fmla="*/ 902665 w 1629088"/>
                <a:gd name="connsiteY105" fmla="*/ 1020200 h 1255269"/>
                <a:gd name="connsiteX106" fmla="*/ 705207 w 1629088"/>
                <a:gd name="connsiteY106" fmla="*/ 822741 h 1255269"/>
                <a:gd name="connsiteX107" fmla="*/ 902665 w 1629088"/>
                <a:gd name="connsiteY107" fmla="*/ 625283 h 1255269"/>
                <a:gd name="connsiteX108" fmla="*/ 1100124 w 1629088"/>
                <a:gd name="connsiteY108" fmla="*/ 822741 h 1255269"/>
                <a:gd name="connsiteX109" fmla="*/ 902665 w 1629088"/>
                <a:gd name="connsiteY109" fmla="*/ 1020200 h 1255269"/>
                <a:gd name="connsiteX110" fmla="*/ 902665 w 1629088"/>
                <a:gd name="connsiteY110" fmla="*/ 667596 h 1255269"/>
                <a:gd name="connsiteX111" fmla="*/ 747520 w 1629088"/>
                <a:gd name="connsiteY111" fmla="*/ 822741 h 1255269"/>
                <a:gd name="connsiteX112" fmla="*/ 902665 w 1629088"/>
                <a:gd name="connsiteY112" fmla="*/ 977887 h 1255269"/>
                <a:gd name="connsiteX113" fmla="*/ 1057811 w 1629088"/>
                <a:gd name="connsiteY113" fmla="*/ 822741 h 1255269"/>
                <a:gd name="connsiteX114" fmla="*/ 902665 w 1629088"/>
                <a:gd name="connsiteY114" fmla="*/ 667596 h 1255269"/>
                <a:gd name="connsiteX115" fmla="*/ 1629088 w 1629088"/>
                <a:gd name="connsiteY115" fmla="*/ 0 h 1255269"/>
                <a:gd name="connsiteX116" fmla="*/ 0 w 1629088"/>
                <a:gd name="connsiteY116" fmla="*/ 822741 h 1255269"/>
                <a:gd name="connsiteX117" fmla="*/ 1629088 w 1629088"/>
                <a:gd name="connsiteY117" fmla="*/ 0 h 1255269"/>
                <a:gd name="connsiteX0" fmla="*/ 513626 w 865055"/>
                <a:gd name="connsiteY0" fmla="*/ 865055 h 865055"/>
                <a:gd name="connsiteX1" fmla="*/ 351429 w 865055"/>
                <a:gd name="connsiteY1" fmla="*/ 865055 h 865055"/>
                <a:gd name="connsiteX2" fmla="*/ 330272 w 865055"/>
                <a:gd name="connsiteY2" fmla="*/ 843898 h 865055"/>
                <a:gd name="connsiteX3" fmla="*/ 330272 w 865055"/>
                <a:gd name="connsiteY3" fmla="*/ 751810 h 865055"/>
                <a:gd name="connsiteX4" fmla="*/ 279204 w 865055"/>
                <a:gd name="connsiteY4" fmla="*/ 730478 h 865055"/>
                <a:gd name="connsiteX5" fmla="*/ 213913 w 865055"/>
                <a:gd name="connsiteY5" fmla="*/ 795768 h 865055"/>
                <a:gd name="connsiteX6" fmla="*/ 198986 w 865055"/>
                <a:gd name="connsiteY6" fmla="*/ 801939 h 865055"/>
                <a:gd name="connsiteX7" fmla="*/ 198986 w 865055"/>
                <a:gd name="connsiteY7" fmla="*/ 801939 h 865055"/>
                <a:gd name="connsiteX8" fmla="*/ 184059 w 865055"/>
                <a:gd name="connsiteY8" fmla="*/ 795768 h 865055"/>
                <a:gd name="connsiteX9" fmla="*/ 69346 w 865055"/>
                <a:gd name="connsiteY9" fmla="*/ 681054 h 865055"/>
                <a:gd name="connsiteX10" fmla="*/ 69346 w 865055"/>
                <a:gd name="connsiteY10" fmla="*/ 651083 h 865055"/>
                <a:gd name="connsiteX11" fmla="*/ 134460 w 865055"/>
                <a:gd name="connsiteY11" fmla="*/ 586028 h 865055"/>
                <a:gd name="connsiteX12" fmla="*/ 113480 w 865055"/>
                <a:gd name="connsiteY12" fmla="*/ 534841 h 865055"/>
                <a:gd name="connsiteX13" fmla="*/ 21156 w 865055"/>
                <a:gd name="connsiteY13" fmla="*/ 534841 h 865055"/>
                <a:gd name="connsiteX14" fmla="*/ 0 w 865055"/>
                <a:gd name="connsiteY14" fmla="*/ 513685 h 865055"/>
                <a:gd name="connsiteX15" fmla="*/ 0 w 865055"/>
                <a:gd name="connsiteY15" fmla="*/ 351487 h 865055"/>
                <a:gd name="connsiteX16" fmla="*/ 21156 w 865055"/>
                <a:gd name="connsiteY16" fmla="*/ 330331 h 865055"/>
                <a:gd name="connsiteX17" fmla="*/ 113245 w 865055"/>
                <a:gd name="connsiteY17" fmla="*/ 330331 h 865055"/>
                <a:gd name="connsiteX18" fmla="*/ 134577 w 865055"/>
                <a:gd name="connsiteY18" fmla="*/ 279262 h 865055"/>
                <a:gd name="connsiteX19" fmla="*/ 69346 w 865055"/>
                <a:gd name="connsiteY19" fmla="*/ 213913 h 865055"/>
                <a:gd name="connsiteX20" fmla="*/ 69346 w 865055"/>
                <a:gd name="connsiteY20" fmla="*/ 184001 h 865055"/>
                <a:gd name="connsiteX21" fmla="*/ 184001 w 865055"/>
                <a:gd name="connsiteY21" fmla="*/ 69287 h 865055"/>
                <a:gd name="connsiteX22" fmla="*/ 213913 w 865055"/>
                <a:gd name="connsiteY22" fmla="*/ 69287 h 865055"/>
                <a:gd name="connsiteX23" fmla="*/ 279027 w 865055"/>
                <a:gd name="connsiteY23" fmla="*/ 134460 h 865055"/>
                <a:gd name="connsiteX24" fmla="*/ 330272 w 865055"/>
                <a:gd name="connsiteY24" fmla="*/ 113480 h 865055"/>
                <a:gd name="connsiteX25" fmla="*/ 330272 w 865055"/>
                <a:gd name="connsiteY25" fmla="*/ 21156 h 865055"/>
                <a:gd name="connsiteX26" fmla="*/ 351429 w 865055"/>
                <a:gd name="connsiteY26" fmla="*/ 0 h 865055"/>
                <a:gd name="connsiteX27" fmla="*/ 513626 w 865055"/>
                <a:gd name="connsiteY27" fmla="*/ 0 h 865055"/>
                <a:gd name="connsiteX28" fmla="*/ 534783 w 865055"/>
                <a:gd name="connsiteY28" fmla="*/ 21156 h 865055"/>
                <a:gd name="connsiteX29" fmla="*/ 534783 w 865055"/>
                <a:gd name="connsiteY29" fmla="*/ 113245 h 865055"/>
                <a:gd name="connsiteX30" fmla="*/ 585793 w 865055"/>
                <a:gd name="connsiteY30" fmla="*/ 134577 h 865055"/>
                <a:gd name="connsiteX31" fmla="*/ 651024 w 865055"/>
                <a:gd name="connsiteY31" fmla="*/ 69287 h 865055"/>
                <a:gd name="connsiteX32" fmla="*/ 680996 w 865055"/>
                <a:gd name="connsiteY32" fmla="*/ 69287 h 865055"/>
                <a:gd name="connsiteX33" fmla="*/ 795709 w 865055"/>
                <a:gd name="connsiteY33" fmla="*/ 184001 h 865055"/>
                <a:gd name="connsiteX34" fmla="*/ 801880 w 865055"/>
                <a:gd name="connsiteY34" fmla="*/ 198928 h 865055"/>
                <a:gd name="connsiteX35" fmla="*/ 795709 w 865055"/>
                <a:gd name="connsiteY35" fmla="*/ 213854 h 865055"/>
                <a:gd name="connsiteX36" fmla="*/ 730536 w 865055"/>
                <a:gd name="connsiteY36" fmla="*/ 278969 h 865055"/>
                <a:gd name="connsiteX37" fmla="*/ 751516 w 865055"/>
                <a:gd name="connsiteY37" fmla="*/ 330214 h 865055"/>
                <a:gd name="connsiteX38" fmla="*/ 843898 w 865055"/>
                <a:gd name="connsiteY38" fmla="*/ 330214 h 865055"/>
                <a:gd name="connsiteX39" fmla="*/ 865055 w 865055"/>
                <a:gd name="connsiteY39" fmla="*/ 351370 h 865055"/>
                <a:gd name="connsiteX40" fmla="*/ 865055 w 865055"/>
                <a:gd name="connsiteY40" fmla="*/ 513568 h 865055"/>
                <a:gd name="connsiteX41" fmla="*/ 843898 w 865055"/>
                <a:gd name="connsiteY41" fmla="*/ 534724 h 865055"/>
                <a:gd name="connsiteX42" fmla="*/ 751810 w 865055"/>
                <a:gd name="connsiteY42" fmla="*/ 534724 h 865055"/>
                <a:gd name="connsiteX43" fmla="*/ 730478 w 865055"/>
                <a:gd name="connsiteY43" fmla="*/ 585734 h 865055"/>
                <a:gd name="connsiteX44" fmla="*/ 795768 w 865055"/>
                <a:gd name="connsiteY44" fmla="*/ 650965 h 865055"/>
                <a:gd name="connsiteX45" fmla="*/ 801939 w 865055"/>
                <a:gd name="connsiteY45" fmla="*/ 665951 h 865055"/>
                <a:gd name="connsiteX46" fmla="*/ 795768 w 865055"/>
                <a:gd name="connsiteY46" fmla="*/ 680937 h 865055"/>
                <a:gd name="connsiteX47" fmla="*/ 681054 w 865055"/>
                <a:gd name="connsiteY47" fmla="*/ 795651 h 865055"/>
                <a:gd name="connsiteX48" fmla="*/ 666069 w 865055"/>
                <a:gd name="connsiteY48" fmla="*/ 801821 h 865055"/>
                <a:gd name="connsiteX49" fmla="*/ 666069 w 865055"/>
                <a:gd name="connsiteY49" fmla="*/ 801821 h 865055"/>
                <a:gd name="connsiteX50" fmla="*/ 651083 w 865055"/>
                <a:gd name="connsiteY50" fmla="*/ 795651 h 865055"/>
                <a:gd name="connsiteX51" fmla="*/ 586028 w 865055"/>
                <a:gd name="connsiteY51" fmla="*/ 730478 h 865055"/>
                <a:gd name="connsiteX52" fmla="*/ 534841 w 865055"/>
                <a:gd name="connsiteY52" fmla="*/ 751458 h 865055"/>
                <a:gd name="connsiteX53" fmla="*/ 534841 w 865055"/>
                <a:gd name="connsiteY53" fmla="*/ 843898 h 865055"/>
                <a:gd name="connsiteX54" fmla="*/ 513626 w 865055"/>
                <a:gd name="connsiteY54" fmla="*/ 865055 h 865055"/>
                <a:gd name="connsiteX55" fmla="*/ 372585 w 865055"/>
                <a:gd name="connsiteY55" fmla="*/ 822742 h 865055"/>
                <a:gd name="connsiteX56" fmla="*/ 492470 w 865055"/>
                <a:gd name="connsiteY56" fmla="*/ 822742 h 865055"/>
                <a:gd name="connsiteX57" fmla="*/ 492470 w 865055"/>
                <a:gd name="connsiteY57" fmla="*/ 737412 h 865055"/>
                <a:gd name="connsiteX58" fmla="*/ 505634 w 865055"/>
                <a:gd name="connsiteY58" fmla="*/ 717843 h 865055"/>
                <a:gd name="connsiteX59" fmla="*/ 582972 w 865055"/>
                <a:gd name="connsiteY59" fmla="*/ 686108 h 865055"/>
                <a:gd name="connsiteX60" fmla="*/ 606008 w 865055"/>
                <a:gd name="connsiteY60" fmla="*/ 690692 h 865055"/>
                <a:gd name="connsiteX61" fmla="*/ 666069 w 865055"/>
                <a:gd name="connsiteY61" fmla="*/ 750870 h 865055"/>
                <a:gd name="connsiteX62" fmla="*/ 750870 w 865055"/>
                <a:gd name="connsiteY62" fmla="*/ 666069 h 865055"/>
                <a:gd name="connsiteX63" fmla="*/ 690457 w 865055"/>
                <a:gd name="connsiteY63" fmla="*/ 605773 h 865055"/>
                <a:gd name="connsiteX64" fmla="*/ 685932 w 865055"/>
                <a:gd name="connsiteY64" fmla="*/ 582619 h 865055"/>
                <a:gd name="connsiteX65" fmla="*/ 718254 w 865055"/>
                <a:gd name="connsiteY65" fmla="*/ 505516 h 865055"/>
                <a:gd name="connsiteX66" fmla="*/ 737765 w 865055"/>
                <a:gd name="connsiteY66" fmla="*/ 492470 h 865055"/>
                <a:gd name="connsiteX67" fmla="*/ 822742 w 865055"/>
                <a:gd name="connsiteY67" fmla="*/ 492470 h 865055"/>
                <a:gd name="connsiteX68" fmla="*/ 822742 w 865055"/>
                <a:gd name="connsiteY68" fmla="*/ 372585 h 865055"/>
                <a:gd name="connsiteX69" fmla="*/ 737412 w 865055"/>
                <a:gd name="connsiteY69" fmla="*/ 372585 h 865055"/>
                <a:gd name="connsiteX70" fmla="*/ 717843 w 865055"/>
                <a:gd name="connsiteY70" fmla="*/ 359480 h 865055"/>
                <a:gd name="connsiteX71" fmla="*/ 686108 w 865055"/>
                <a:gd name="connsiteY71" fmla="*/ 282142 h 865055"/>
                <a:gd name="connsiteX72" fmla="*/ 690692 w 865055"/>
                <a:gd name="connsiteY72" fmla="*/ 259164 h 865055"/>
                <a:gd name="connsiteX73" fmla="*/ 750870 w 865055"/>
                <a:gd name="connsiteY73" fmla="*/ 199045 h 865055"/>
                <a:gd name="connsiteX74" fmla="*/ 666069 w 865055"/>
                <a:gd name="connsiteY74" fmla="*/ 114244 h 865055"/>
                <a:gd name="connsiteX75" fmla="*/ 605773 w 865055"/>
                <a:gd name="connsiteY75" fmla="*/ 174598 h 865055"/>
                <a:gd name="connsiteX76" fmla="*/ 582619 w 865055"/>
                <a:gd name="connsiteY76" fmla="*/ 179182 h 865055"/>
                <a:gd name="connsiteX77" fmla="*/ 505516 w 865055"/>
                <a:gd name="connsiteY77" fmla="*/ 146919 h 865055"/>
                <a:gd name="connsiteX78" fmla="*/ 492470 w 865055"/>
                <a:gd name="connsiteY78" fmla="*/ 127408 h 865055"/>
                <a:gd name="connsiteX79" fmla="*/ 492470 w 865055"/>
                <a:gd name="connsiteY79" fmla="*/ 42313 h 865055"/>
                <a:gd name="connsiteX80" fmla="*/ 372585 w 865055"/>
                <a:gd name="connsiteY80" fmla="*/ 42313 h 865055"/>
                <a:gd name="connsiteX81" fmla="*/ 372585 w 865055"/>
                <a:gd name="connsiteY81" fmla="*/ 127643 h 865055"/>
                <a:gd name="connsiteX82" fmla="*/ 359480 w 865055"/>
                <a:gd name="connsiteY82" fmla="*/ 147212 h 865055"/>
                <a:gd name="connsiteX83" fmla="*/ 282142 w 865055"/>
                <a:gd name="connsiteY83" fmla="*/ 178947 h 865055"/>
                <a:gd name="connsiteX84" fmla="*/ 259164 w 865055"/>
                <a:gd name="connsiteY84" fmla="*/ 174304 h 865055"/>
                <a:gd name="connsiteX85" fmla="*/ 199045 w 865055"/>
                <a:gd name="connsiteY85" fmla="*/ 114185 h 865055"/>
                <a:gd name="connsiteX86" fmla="*/ 114303 w 865055"/>
                <a:gd name="connsiteY86" fmla="*/ 198986 h 865055"/>
                <a:gd name="connsiteX87" fmla="*/ 174657 w 865055"/>
                <a:gd name="connsiteY87" fmla="*/ 259399 h 865055"/>
                <a:gd name="connsiteX88" fmla="*/ 179182 w 865055"/>
                <a:gd name="connsiteY88" fmla="*/ 282553 h 865055"/>
                <a:gd name="connsiteX89" fmla="*/ 146919 w 865055"/>
                <a:gd name="connsiteY89" fmla="*/ 359656 h 865055"/>
                <a:gd name="connsiteX90" fmla="*/ 127408 w 865055"/>
                <a:gd name="connsiteY90" fmla="*/ 372644 h 865055"/>
                <a:gd name="connsiteX91" fmla="*/ 42313 w 865055"/>
                <a:gd name="connsiteY91" fmla="*/ 372644 h 865055"/>
                <a:gd name="connsiteX92" fmla="*/ 42313 w 865055"/>
                <a:gd name="connsiteY92" fmla="*/ 492529 h 865055"/>
                <a:gd name="connsiteX93" fmla="*/ 127643 w 865055"/>
                <a:gd name="connsiteY93" fmla="*/ 492529 h 865055"/>
                <a:gd name="connsiteX94" fmla="*/ 147212 w 865055"/>
                <a:gd name="connsiteY94" fmla="*/ 505693 h 865055"/>
                <a:gd name="connsiteX95" fmla="*/ 178947 w 865055"/>
                <a:gd name="connsiteY95" fmla="*/ 583031 h 865055"/>
                <a:gd name="connsiteX96" fmla="*/ 174304 w 865055"/>
                <a:gd name="connsiteY96" fmla="*/ 606067 h 865055"/>
                <a:gd name="connsiteX97" fmla="*/ 114244 w 865055"/>
                <a:gd name="connsiteY97" fmla="*/ 666127 h 865055"/>
                <a:gd name="connsiteX98" fmla="*/ 198986 w 865055"/>
                <a:gd name="connsiteY98" fmla="*/ 750929 h 865055"/>
                <a:gd name="connsiteX99" fmla="*/ 259399 w 865055"/>
                <a:gd name="connsiteY99" fmla="*/ 690516 h 865055"/>
                <a:gd name="connsiteX100" fmla="*/ 282553 w 865055"/>
                <a:gd name="connsiteY100" fmla="*/ 685991 h 865055"/>
                <a:gd name="connsiteX101" fmla="*/ 359656 w 865055"/>
                <a:gd name="connsiteY101" fmla="*/ 718313 h 865055"/>
                <a:gd name="connsiteX102" fmla="*/ 372644 w 865055"/>
                <a:gd name="connsiteY102" fmla="*/ 737824 h 865055"/>
                <a:gd name="connsiteX103" fmla="*/ 372585 w 865055"/>
                <a:gd name="connsiteY103" fmla="*/ 822742 h 865055"/>
                <a:gd name="connsiteX104" fmla="*/ 372585 w 865055"/>
                <a:gd name="connsiteY104" fmla="*/ 822742 h 865055"/>
                <a:gd name="connsiteX105" fmla="*/ 432527 w 865055"/>
                <a:gd name="connsiteY105" fmla="*/ 629986 h 865055"/>
                <a:gd name="connsiteX106" fmla="*/ 235069 w 865055"/>
                <a:gd name="connsiteY106" fmla="*/ 432527 h 865055"/>
                <a:gd name="connsiteX107" fmla="*/ 432527 w 865055"/>
                <a:gd name="connsiteY107" fmla="*/ 235069 h 865055"/>
                <a:gd name="connsiteX108" fmla="*/ 629986 w 865055"/>
                <a:gd name="connsiteY108" fmla="*/ 432527 h 865055"/>
                <a:gd name="connsiteX109" fmla="*/ 432527 w 865055"/>
                <a:gd name="connsiteY109" fmla="*/ 629986 h 865055"/>
                <a:gd name="connsiteX110" fmla="*/ 432527 w 865055"/>
                <a:gd name="connsiteY110" fmla="*/ 277382 h 865055"/>
                <a:gd name="connsiteX111" fmla="*/ 277382 w 865055"/>
                <a:gd name="connsiteY111" fmla="*/ 432527 h 865055"/>
                <a:gd name="connsiteX112" fmla="*/ 432527 w 865055"/>
                <a:gd name="connsiteY112" fmla="*/ 587673 h 865055"/>
                <a:gd name="connsiteX113" fmla="*/ 587673 w 865055"/>
                <a:gd name="connsiteY113" fmla="*/ 432527 h 865055"/>
                <a:gd name="connsiteX114" fmla="*/ 432527 w 865055"/>
                <a:gd name="connsiteY114" fmla="*/ 277382 h 86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865055" h="865055">
                  <a:moveTo>
                    <a:pt x="513626" y="865055"/>
                  </a:moveTo>
                  <a:lnTo>
                    <a:pt x="351429" y="865055"/>
                  </a:lnTo>
                  <a:cubicBezTo>
                    <a:pt x="339734" y="865055"/>
                    <a:pt x="330272" y="855593"/>
                    <a:pt x="330272" y="843898"/>
                  </a:cubicBezTo>
                  <a:lnTo>
                    <a:pt x="330272" y="751810"/>
                  </a:lnTo>
                  <a:lnTo>
                    <a:pt x="279204" y="730478"/>
                  </a:lnTo>
                  <a:lnTo>
                    <a:pt x="213913" y="795768"/>
                  </a:lnTo>
                  <a:cubicBezTo>
                    <a:pt x="209976" y="799705"/>
                    <a:pt x="204569" y="801939"/>
                    <a:pt x="198986" y="801939"/>
                  </a:cubicBezTo>
                  <a:lnTo>
                    <a:pt x="198986" y="801939"/>
                  </a:lnTo>
                  <a:cubicBezTo>
                    <a:pt x="193345" y="801939"/>
                    <a:pt x="187997" y="799705"/>
                    <a:pt x="184059" y="795768"/>
                  </a:cubicBezTo>
                  <a:lnTo>
                    <a:pt x="69346" y="681054"/>
                  </a:lnTo>
                  <a:cubicBezTo>
                    <a:pt x="61059" y="672768"/>
                    <a:pt x="61059" y="659369"/>
                    <a:pt x="69346" y="651083"/>
                  </a:cubicBezTo>
                  <a:lnTo>
                    <a:pt x="134460" y="586028"/>
                  </a:lnTo>
                  <a:lnTo>
                    <a:pt x="113480" y="534841"/>
                  </a:lnTo>
                  <a:lnTo>
                    <a:pt x="21156" y="534841"/>
                  </a:lnTo>
                  <a:cubicBezTo>
                    <a:pt x="9462" y="534841"/>
                    <a:pt x="0" y="525380"/>
                    <a:pt x="0" y="513685"/>
                  </a:cubicBezTo>
                  <a:lnTo>
                    <a:pt x="0" y="351487"/>
                  </a:lnTo>
                  <a:cubicBezTo>
                    <a:pt x="0" y="339793"/>
                    <a:pt x="9462" y="330331"/>
                    <a:pt x="21156" y="330331"/>
                  </a:cubicBezTo>
                  <a:lnTo>
                    <a:pt x="113245" y="330331"/>
                  </a:lnTo>
                  <a:lnTo>
                    <a:pt x="134577" y="279262"/>
                  </a:lnTo>
                  <a:lnTo>
                    <a:pt x="69346" y="213913"/>
                  </a:lnTo>
                  <a:cubicBezTo>
                    <a:pt x="61118" y="205627"/>
                    <a:pt x="61118" y="192287"/>
                    <a:pt x="69346" y="184001"/>
                  </a:cubicBezTo>
                  <a:lnTo>
                    <a:pt x="184001" y="69287"/>
                  </a:lnTo>
                  <a:cubicBezTo>
                    <a:pt x="191934" y="61295"/>
                    <a:pt x="205980" y="61295"/>
                    <a:pt x="213913" y="69287"/>
                  </a:cubicBezTo>
                  <a:lnTo>
                    <a:pt x="279027" y="134460"/>
                  </a:lnTo>
                  <a:lnTo>
                    <a:pt x="330272" y="113480"/>
                  </a:lnTo>
                  <a:lnTo>
                    <a:pt x="330272" y="21156"/>
                  </a:lnTo>
                  <a:cubicBezTo>
                    <a:pt x="330272" y="9462"/>
                    <a:pt x="339734" y="0"/>
                    <a:pt x="351429" y="0"/>
                  </a:cubicBezTo>
                  <a:lnTo>
                    <a:pt x="513626" y="0"/>
                  </a:lnTo>
                  <a:cubicBezTo>
                    <a:pt x="525321" y="0"/>
                    <a:pt x="534783" y="9462"/>
                    <a:pt x="534783" y="21156"/>
                  </a:cubicBezTo>
                  <a:lnTo>
                    <a:pt x="534783" y="113245"/>
                  </a:lnTo>
                  <a:lnTo>
                    <a:pt x="585793" y="134577"/>
                  </a:lnTo>
                  <a:lnTo>
                    <a:pt x="651024" y="69287"/>
                  </a:lnTo>
                  <a:cubicBezTo>
                    <a:pt x="658958" y="61353"/>
                    <a:pt x="673062" y="61295"/>
                    <a:pt x="680996" y="69287"/>
                  </a:cubicBezTo>
                  <a:lnTo>
                    <a:pt x="795709" y="184001"/>
                  </a:lnTo>
                  <a:cubicBezTo>
                    <a:pt x="799647" y="187938"/>
                    <a:pt x="801880" y="193345"/>
                    <a:pt x="801880" y="198928"/>
                  </a:cubicBezTo>
                  <a:cubicBezTo>
                    <a:pt x="801880" y="204569"/>
                    <a:pt x="799647" y="209917"/>
                    <a:pt x="795709" y="213854"/>
                  </a:cubicBezTo>
                  <a:lnTo>
                    <a:pt x="730536" y="278969"/>
                  </a:lnTo>
                  <a:lnTo>
                    <a:pt x="751516" y="330214"/>
                  </a:lnTo>
                  <a:lnTo>
                    <a:pt x="843898" y="330214"/>
                  </a:lnTo>
                  <a:cubicBezTo>
                    <a:pt x="855593" y="330214"/>
                    <a:pt x="865055" y="339675"/>
                    <a:pt x="865055" y="351370"/>
                  </a:cubicBezTo>
                  <a:lnTo>
                    <a:pt x="865055" y="513568"/>
                  </a:lnTo>
                  <a:cubicBezTo>
                    <a:pt x="865055" y="525262"/>
                    <a:pt x="855593" y="534724"/>
                    <a:pt x="843898" y="534724"/>
                  </a:cubicBezTo>
                  <a:lnTo>
                    <a:pt x="751810" y="534724"/>
                  </a:lnTo>
                  <a:lnTo>
                    <a:pt x="730478" y="585734"/>
                  </a:lnTo>
                  <a:lnTo>
                    <a:pt x="795768" y="650965"/>
                  </a:lnTo>
                  <a:cubicBezTo>
                    <a:pt x="799705" y="654903"/>
                    <a:pt x="801939" y="660309"/>
                    <a:pt x="801939" y="665951"/>
                  </a:cubicBezTo>
                  <a:cubicBezTo>
                    <a:pt x="801939" y="671593"/>
                    <a:pt x="799705" y="676999"/>
                    <a:pt x="795768" y="680937"/>
                  </a:cubicBezTo>
                  <a:lnTo>
                    <a:pt x="681054" y="795651"/>
                  </a:lnTo>
                  <a:cubicBezTo>
                    <a:pt x="677117" y="799588"/>
                    <a:pt x="671710" y="801821"/>
                    <a:pt x="666069" y="801821"/>
                  </a:cubicBezTo>
                  <a:lnTo>
                    <a:pt x="666069" y="801821"/>
                  </a:lnTo>
                  <a:cubicBezTo>
                    <a:pt x="660427" y="801821"/>
                    <a:pt x="655020" y="799588"/>
                    <a:pt x="651083" y="795651"/>
                  </a:cubicBezTo>
                  <a:lnTo>
                    <a:pt x="586028" y="730478"/>
                  </a:lnTo>
                  <a:lnTo>
                    <a:pt x="534841" y="751458"/>
                  </a:lnTo>
                  <a:lnTo>
                    <a:pt x="534841" y="843898"/>
                  </a:lnTo>
                  <a:cubicBezTo>
                    <a:pt x="534783" y="855593"/>
                    <a:pt x="525321" y="865055"/>
                    <a:pt x="513626" y="865055"/>
                  </a:cubicBezTo>
                  <a:close/>
                  <a:moveTo>
                    <a:pt x="372585" y="822742"/>
                  </a:moveTo>
                  <a:lnTo>
                    <a:pt x="492470" y="822742"/>
                  </a:lnTo>
                  <a:lnTo>
                    <a:pt x="492470" y="737412"/>
                  </a:lnTo>
                  <a:cubicBezTo>
                    <a:pt x="492470" y="728832"/>
                    <a:pt x="497700" y="721134"/>
                    <a:pt x="505634" y="717843"/>
                  </a:cubicBezTo>
                  <a:lnTo>
                    <a:pt x="582972" y="686108"/>
                  </a:lnTo>
                  <a:cubicBezTo>
                    <a:pt x="590847" y="682759"/>
                    <a:pt x="599897" y="684698"/>
                    <a:pt x="606008" y="690692"/>
                  </a:cubicBezTo>
                  <a:lnTo>
                    <a:pt x="666069" y="750870"/>
                  </a:lnTo>
                  <a:lnTo>
                    <a:pt x="750870" y="666069"/>
                  </a:lnTo>
                  <a:lnTo>
                    <a:pt x="690457" y="605773"/>
                  </a:lnTo>
                  <a:cubicBezTo>
                    <a:pt x="684404" y="599662"/>
                    <a:pt x="682582" y="590553"/>
                    <a:pt x="685932" y="582619"/>
                  </a:cubicBezTo>
                  <a:lnTo>
                    <a:pt x="718254" y="505516"/>
                  </a:lnTo>
                  <a:cubicBezTo>
                    <a:pt x="721545" y="497642"/>
                    <a:pt x="729243" y="492470"/>
                    <a:pt x="737765" y="492470"/>
                  </a:cubicBezTo>
                  <a:lnTo>
                    <a:pt x="822742" y="492470"/>
                  </a:lnTo>
                  <a:lnTo>
                    <a:pt x="822742" y="372585"/>
                  </a:lnTo>
                  <a:lnTo>
                    <a:pt x="737412" y="372585"/>
                  </a:lnTo>
                  <a:cubicBezTo>
                    <a:pt x="728832" y="372585"/>
                    <a:pt x="721134" y="367413"/>
                    <a:pt x="717843" y="359480"/>
                  </a:cubicBezTo>
                  <a:lnTo>
                    <a:pt x="686108" y="282142"/>
                  </a:lnTo>
                  <a:cubicBezTo>
                    <a:pt x="682876" y="274267"/>
                    <a:pt x="684698" y="265158"/>
                    <a:pt x="690692" y="259164"/>
                  </a:cubicBezTo>
                  <a:lnTo>
                    <a:pt x="750870" y="199045"/>
                  </a:lnTo>
                  <a:lnTo>
                    <a:pt x="666069" y="114244"/>
                  </a:lnTo>
                  <a:lnTo>
                    <a:pt x="605773" y="174598"/>
                  </a:lnTo>
                  <a:cubicBezTo>
                    <a:pt x="599662" y="180651"/>
                    <a:pt x="590553" y="182531"/>
                    <a:pt x="582619" y="179182"/>
                  </a:cubicBezTo>
                  <a:lnTo>
                    <a:pt x="505516" y="146919"/>
                  </a:lnTo>
                  <a:cubicBezTo>
                    <a:pt x="497642" y="143627"/>
                    <a:pt x="492470" y="135929"/>
                    <a:pt x="492470" y="127408"/>
                  </a:cubicBezTo>
                  <a:lnTo>
                    <a:pt x="492470" y="42313"/>
                  </a:lnTo>
                  <a:lnTo>
                    <a:pt x="372585" y="42313"/>
                  </a:lnTo>
                  <a:lnTo>
                    <a:pt x="372585" y="127643"/>
                  </a:lnTo>
                  <a:cubicBezTo>
                    <a:pt x="372585" y="136223"/>
                    <a:pt x="367413" y="143980"/>
                    <a:pt x="359480" y="147212"/>
                  </a:cubicBezTo>
                  <a:lnTo>
                    <a:pt x="282142" y="178947"/>
                  </a:lnTo>
                  <a:cubicBezTo>
                    <a:pt x="274208" y="182120"/>
                    <a:pt x="265217" y="180357"/>
                    <a:pt x="259164" y="174304"/>
                  </a:cubicBezTo>
                  <a:lnTo>
                    <a:pt x="199045" y="114185"/>
                  </a:lnTo>
                  <a:lnTo>
                    <a:pt x="114303" y="198986"/>
                  </a:lnTo>
                  <a:lnTo>
                    <a:pt x="174657" y="259399"/>
                  </a:lnTo>
                  <a:cubicBezTo>
                    <a:pt x="180710" y="265452"/>
                    <a:pt x="182531" y="274620"/>
                    <a:pt x="179182" y="282553"/>
                  </a:cubicBezTo>
                  <a:lnTo>
                    <a:pt x="146919" y="359656"/>
                  </a:lnTo>
                  <a:cubicBezTo>
                    <a:pt x="143627" y="367531"/>
                    <a:pt x="135929" y="372644"/>
                    <a:pt x="127408" y="372644"/>
                  </a:cubicBezTo>
                  <a:lnTo>
                    <a:pt x="42313" y="372644"/>
                  </a:lnTo>
                  <a:lnTo>
                    <a:pt x="42313" y="492529"/>
                  </a:lnTo>
                  <a:lnTo>
                    <a:pt x="127643" y="492529"/>
                  </a:lnTo>
                  <a:cubicBezTo>
                    <a:pt x="136223" y="492529"/>
                    <a:pt x="143980" y="497759"/>
                    <a:pt x="147212" y="505693"/>
                  </a:cubicBezTo>
                  <a:lnTo>
                    <a:pt x="178947" y="583031"/>
                  </a:lnTo>
                  <a:cubicBezTo>
                    <a:pt x="182179" y="590964"/>
                    <a:pt x="180357" y="600014"/>
                    <a:pt x="174304" y="606067"/>
                  </a:cubicBezTo>
                  <a:lnTo>
                    <a:pt x="114244" y="666127"/>
                  </a:lnTo>
                  <a:lnTo>
                    <a:pt x="198986" y="750929"/>
                  </a:lnTo>
                  <a:lnTo>
                    <a:pt x="259399" y="690516"/>
                  </a:lnTo>
                  <a:cubicBezTo>
                    <a:pt x="265511" y="684404"/>
                    <a:pt x="274620" y="682700"/>
                    <a:pt x="282553" y="685991"/>
                  </a:cubicBezTo>
                  <a:lnTo>
                    <a:pt x="359656" y="718313"/>
                  </a:lnTo>
                  <a:cubicBezTo>
                    <a:pt x="367531" y="721604"/>
                    <a:pt x="372644" y="729302"/>
                    <a:pt x="372644" y="737824"/>
                  </a:cubicBezTo>
                  <a:cubicBezTo>
                    <a:pt x="372624" y="766130"/>
                    <a:pt x="372605" y="794436"/>
                    <a:pt x="372585" y="822742"/>
                  </a:cubicBezTo>
                  <a:lnTo>
                    <a:pt x="372585" y="822742"/>
                  </a:lnTo>
                  <a:close/>
                  <a:moveTo>
                    <a:pt x="432527" y="629986"/>
                  </a:moveTo>
                  <a:cubicBezTo>
                    <a:pt x="323632" y="629986"/>
                    <a:pt x="235069" y="541364"/>
                    <a:pt x="235069" y="432527"/>
                  </a:cubicBezTo>
                  <a:cubicBezTo>
                    <a:pt x="235069" y="323690"/>
                    <a:pt x="323632" y="235069"/>
                    <a:pt x="432527" y="235069"/>
                  </a:cubicBezTo>
                  <a:cubicBezTo>
                    <a:pt x="541423" y="235069"/>
                    <a:pt x="629986" y="323632"/>
                    <a:pt x="629986" y="432527"/>
                  </a:cubicBezTo>
                  <a:cubicBezTo>
                    <a:pt x="629986" y="541423"/>
                    <a:pt x="541423" y="629986"/>
                    <a:pt x="432527" y="629986"/>
                  </a:cubicBezTo>
                  <a:close/>
                  <a:moveTo>
                    <a:pt x="432527" y="277382"/>
                  </a:moveTo>
                  <a:cubicBezTo>
                    <a:pt x="346962" y="277382"/>
                    <a:pt x="277382" y="347021"/>
                    <a:pt x="277382" y="432527"/>
                  </a:cubicBezTo>
                  <a:cubicBezTo>
                    <a:pt x="277382" y="518093"/>
                    <a:pt x="347021" y="587673"/>
                    <a:pt x="432527" y="587673"/>
                  </a:cubicBezTo>
                  <a:cubicBezTo>
                    <a:pt x="518093" y="587673"/>
                    <a:pt x="587673" y="518093"/>
                    <a:pt x="587673" y="432527"/>
                  </a:cubicBezTo>
                  <a:cubicBezTo>
                    <a:pt x="587673" y="346962"/>
                    <a:pt x="518093" y="277382"/>
                    <a:pt x="432527" y="277382"/>
                  </a:cubicBezTo>
                  <a:close/>
                </a:path>
              </a:pathLst>
            </a:custGeom>
            <a:solidFill>
              <a:srgbClr val="000000"/>
            </a:solidFill>
            <a:ln w="58638" cap="flat">
              <a:noFill/>
              <a:prstDash val="solid"/>
              <a:miter/>
            </a:ln>
          </p:spPr>
          <p:txBody>
            <a:bodyPr rtlCol="0" anchor="ctr"/>
            <a:lstStyle>
              <a:defPPr marL="0" marR="0" indent="0" algn="l" defTabSz="54864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08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1pPr>
              <a:lvl2pPr marL="266679" marR="0" indent="-268049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–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2pPr>
              <a:lvl3pPr marL="369550" marR="0" indent="-268049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•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3pPr>
              <a:lvl4pPr marL="541003" marR="0" indent="-268049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–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4pPr>
              <a:lvl5pPr marL="645778" marR="0" indent="-268049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5pPr>
              <a:lvl6pPr marL="1105835" marR="0" indent="-233405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6pPr>
              <a:lvl7pPr marL="1323379" marR="0" indent="-233405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7pPr>
              <a:lvl8pPr marL="1540920" marR="0" indent="-233405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8pPr>
              <a:lvl9pPr marL="1758461" marR="0" indent="-233405" algn="l" defTabSz="14630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Char char="»"/>
                <a:tabLst/>
                <a:defRPr kumimoji="0" sz="216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IBM Plex Sans Light"/>
                </a:defRPr>
              </a:lvl9pPr>
            </a:lstStyle>
            <a:p>
              <a:pPr marL="0" marR="0" lvl="0" indent="0" algn="l" defTabSz="9144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7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endParaRPr>
            </a:p>
          </p:txBody>
        </p:sp>
      </p:grpSp>
      <p:pic>
        <p:nvPicPr>
          <p:cNvPr id="46" name="Graphic 45">
            <a:extLst>
              <a:ext uri="{FF2B5EF4-FFF2-40B4-BE49-F238E27FC236}">
                <a16:creationId xmlns:a16="http://schemas.microsoft.com/office/drawing/2014/main" id="{723AC4C7-5B92-13F3-6488-FE142E8FD4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7130" y="3216518"/>
            <a:ext cx="561291" cy="555709"/>
          </a:xfrm>
          <a:prstGeom prst="rect">
            <a:avLst/>
          </a:prstGeom>
        </p:spPr>
      </p:pic>
      <p:pic>
        <p:nvPicPr>
          <p:cNvPr id="47" name="Graphic 46" descr="Abacus outline">
            <a:extLst>
              <a:ext uri="{FF2B5EF4-FFF2-40B4-BE49-F238E27FC236}">
                <a16:creationId xmlns:a16="http://schemas.microsoft.com/office/drawing/2014/main" id="{4E36ACE0-B713-7AE3-709D-844923F4B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80586" y="2368370"/>
            <a:ext cx="581581" cy="581581"/>
          </a:xfrm>
          <a:prstGeom prst="rect">
            <a:avLst/>
          </a:prstGeom>
        </p:spPr>
      </p:pic>
      <p:pic>
        <p:nvPicPr>
          <p:cNvPr id="48" name="Graphic 47" descr="Blockchain outline">
            <a:extLst>
              <a:ext uri="{FF2B5EF4-FFF2-40B4-BE49-F238E27FC236}">
                <a16:creationId xmlns:a16="http://schemas.microsoft.com/office/drawing/2014/main" id="{95749850-28B6-E396-FE35-4BD3C9E57C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38783" y="1743107"/>
            <a:ext cx="620550" cy="620550"/>
          </a:xfrm>
          <a:prstGeom prst="rect">
            <a:avLst/>
          </a:prstGeom>
        </p:spPr>
      </p:pic>
      <p:pic>
        <p:nvPicPr>
          <p:cNvPr id="2" name="Picture 1" descr="A picture containing symbol, black, white, font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A5342266-2928-A4AE-8421-51CB5FC661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78438" y="6600731"/>
            <a:ext cx="127000" cy="158750"/>
          </a:xfrm>
          <a:prstGeom prst="rect">
            <a:avLst/>
          </a:prstGeom>
        </p:spPr>
      </p:pic>
      <p:sp>
        <p:nvSpPr>
          <p:cNvPr id="3" name="Pentagon 13">
            <a:hlinkClick r:id="" action="ppaction://noaction"/>
            <a:extLst>
              <a:ext uri="{FF2B5EF4-FFF2-40B4-BE49-F238E27FC236}">
                <a16:creationId xmlns:a16="http://schemas.microsoft.com/office/drawing/2014/main" id="{26AD5030-DA4F-F72E-78F5-74D837414BC2}"/>
              </a:ext>
            </a:extLst>
          </p:cNvPr>
          <p:cNvSpPr/>
          <p:nvPr/>
        </p:nvSpPr>
        <p:spPr bwMode="auto">
          <a:xfrm rot="16200000">
            <a:off x="2747975" y="6618628"/>
            <a:ext cx="112372" cy="112372"/>
          </a:xfrm>
          <a:prstGeom prst="homePlate">
            <a:avLst/>
          </a:prstGeom>
          <a:noFill/>
          <a:ln w="952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76200" tIns="76200" rIns="76200" bIns="762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7619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6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 panose="020B0403050203000203" pitchFamily="34" charset="0"/>
              <a:ea typeface="+mn-ea"/>
              <a:cs typeface="+mn-cs"/>
              <a:sym typeface="IBM Plex Sans Light" panose="020B04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845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376A3-D57F-FFB3-E345-F3254532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Gartner_Pieces_Animations_Demo_Hero 2">
            <a:extLst>
              <a:ext uri="{FF2B5EF4-FFF2-40B4-BE49-F238E27FC236}">
                <a16:creationId xmlns:a16="http://schemas.microsoft.com/office/drawing/2014/main" id="{2BB4826A-3722-72EE-034E-0C78059C9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229" cy="6858000"/>
          </a:xfrm>
          <a:prstGeom prst="rect">
            <a:avLst/>
          </a:prstGeom>
          <a:ln>
            <a:noFill/>
          </a:ln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F5A9615D-0F3D-E709-026F-991A01011407}"/>
              </a:ext>
            </a:extLst>
          </p:cNvPr>
          <p:cNvSpPr txBox="1"/>
          <p:nvPr/>
        </p:nvSpPr>
        <p:spPr>
          <a:xfrm>
            <a:off x="4191186" y="6025945"/>
            <a:ext cx="1287085" cy="3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Medm" pitchFamily="34" charset="0"/>
                <a:ea typeface="IBM Plex Sans Medm" pitchFamily="34" charset="-122"/>
                <a:cs typeface="IBM Plex Sans Medm" pitchFamily="34" charset="-120"/>
              </a:rPr>
              <a:t>AI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Medm" pitchFamily="34" charset="0"/>
                <a:ea typeface="IBM Plex Sans Medm" pitchFamily="34" charset="-122"/>
                <a:cs typeface="IBM Plex Sans Medm" pitchFamily="34" charset="-120"/>
              </a:rPr>
              <a:t>Productivity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BF24C75-129A-4ED4-92D7-E56BF79E4CB5}"/>
              </a:ext>
            </a:extLst>
          </p:cNvPr>
          <p:cNvSpPr txBox="1"/>
          <p:nvPr/>
        </p:nvSpPr>
        <p:spPr>
          <a:xfrm>
            <a:off x="5600680" y="5441829"/>
            <a:ext cx="1287085" cy="3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Medm" pitchFamily="34" charset="0"/>
                <a:ea typeface="IBM Plex Sans Medm" pitchFamily="34" charset="-122"/>
                <a:cs typeface="IBM Plex Sans Medm" pitchFamily="34" charset="-120"/>
              </a:rPr>
              <a:t>Data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Medm" pitchFamily="34" charset="0"/>
                <a:ea typeface="IBM Plex Sans Medm" pitchFamily="34" charset="-122"/>
                <a:cs typeface="IBM Plex Sans Medm" pitchFamily="34" charset="-120"/>
              </a:rPr>
              <a:t>Management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B361D7F-6F32-5470-5EDF-1A42B119DF30}"/>
              </a:ext>
            </a:extLst>
          </p:cNvPr>
          <p:cNvSpPr txBox="1"/>
          <p:nvPr/>
        </p:nvSpPr>
        <p:spPr>
          <a:xfrm>
            <a:off x="6845100" y="4806922"/>
            <a:ext cx="1287085" cy="3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Medm" pitchFamily="34" charset="0"/>
                <a:ea typeface="IBM Plex Sans Medm" pitchFamily="34" charset="-122"/>
                <a:cs typeface="IBM Plex Sans Medm" pitchFamily="34" charset="-120"/>
              </a:rPr>
              <a:t>Security and Governance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3A1436F-7DE7-01CF-6F73-CDF4D641DB17}"/>
              </a:ext>
            </a:extLst>
          </p:cNvPr>
          <p:cNvSpPr txBox="1"/>
          <p:nvPr/>
        </p:nvSpPr>
        <p:spPr>
          <a:xfrm>
            <a:off x="8045076" y="4279948"/>
            <a:ext cx="1436034" cy="3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Medm" pitchFamily="34" charset="0"/>
                <a:ea typeface="IBM Plex Sans Medm" pitchFamily="34" charset="-122"/>
                <a:cs typeface="IBM Plex Sans Medm" pitchFamily="34" charset="-120"/>
              </a:rPr>
              <a:t>Integration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Medm" pitchFamily="34" charset="0"/>
                <a:ea typeface="IBM Plex Sans Medm" pitchFamily="34" charset="-122"/>
                <a:cs typeface="IBM Plex Sans Medm" pitchFamily="34" charset="-120"/>
              </a:rPr>
              <a:t>and Resilience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F85CDDDF-299C-EF3E-A9AB-1E68600D95A7}"/>
              </a:ext>
            </a:extLst>
          </p:cNvPr>
          <p:cNvSpPr txBox="1"/>
          <p:nvPr/>
        </p:nvSpPr>
        <p:spPr>
          <a:xfrm>
            <a:off x="9200607" y="3765673"/>
            <a:ext cx="2744198" cy="3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Medm" pitchFamily="34" charset="0"/>
                <a:ea typeface="IBM Plex Sans Medm" pitchFamily="34" charset="-122"/>
                <a:cs typeface="IBM Plex Sans Medm" pitchFamily="34" charset="-120"/>
              </a:rPr>
              <a:t>Hybrid Infrastructure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Medm" pitchFamily="34" charset="0"/>
                <a:ea typeface="IBM Plex Sans Medm" pitchFamily="34" charset="-122"/>
                <a:cs typeface="IBM Plex Sans Medm" pitchFamily="34" charset="-120"/>
              </a:rPr>
              <a:t>Management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262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" name="Shape 1"/>
          <p:cNvSpPr/>
          <p:nvPr/>
        </p:nvSpPr>
        <p:spPr>
          <a:xfrm>
            <a:off x="0" y="97536"/>
            <a:ext cx="8168640" cy="6760464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5" name="Text 3"/>
          <p:cNvSpPr/>
          <p:nvPr/>
        </p:nvSpPr>
        <p:spPr>
          <a:xfrm>
            <a:off x="609600" y="1219200"/>
            <a:ext cx="7315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3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Hibrit Bulut</a:t>
            </a:r>
            <a:endParaRPr lang="en-US" sz="5333" dirty="0"/>
          </a:p>
        </p:txBody>
      </p:sp>
      <p:sp>
        <p:nvSpPr>
          <p:cNvPr id="6" name="Text 4"/>
          <p:cNvSpPr/>
          <p:nvPr/>
        </p:nvSpPr>
        <p:spPr>
          <a:xfrm>
            <a:off x="609600" y="2097024"/>
            <a:ext cx="7315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333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Altyapısı</a:t>
            </a:r>
            <a:endParaRPr lang="en-US" sz="5333" dirty="0"/>
          </a:p>
        </p:txBody>
      </p:sp>
      <p:sp>
        <p:nvSpPr>
          <p:cNvPr id="7" name="Text 5"/>
          <p:cNvSpPr/>
          <p:nvPr/>
        </p:nvSpPr>
        <p:spPr>
          <a:xfrm>
            <a:off x="609600" y="2950464"/>
            <a:ext cx="7315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Optimizasyonu</a:t>
            </a:r>
            <a:endParaRPr lang="en-US" sz="4267" dirty="0"/>
          </a:p>
        </p:txBody>
      </p:sp>
      <p:sp>
        <p:nvSpPr>
          <p:cNvPr id="8" name="Text 6"/>
          <p:cNvSpPr/>
          <p:nvPr/>
        </p:nvSpPr>
        <p:spPr>
          <a:xfrm>
            <a:off x="609600" y="3840480"/>
            <a:ext cx="70713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workload nerede çalışmalı,</a:t>
            </a:r>
            <a:endParaRPr lang="en-US" sz="1733" dirty="0"/>
          </a:p>
          <a:p>
            <a:r>
              <a:rPr lang="en-US" sz="1733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nasıl düşürülmeli?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609600" y="4815840"/>
            <a:ext cx="48768" cy="158496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0" name="Text 8"/>
          <p:cNvSpPr/>
          <p:nvPr/>
        </p:nvSpPr>
        <p:spPr>
          <a:xfrm>
            <a:off x="877824" y="4815840"/>
            <a:ext cx="670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NovaRetail Teknoloji A.Ş.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877824" y="5266944"/>
            <a:ext cx="6705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D8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 çalışan  ·  42 kişi teknoloji ekibi  ·  Hibrit altyapı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877824" y="5632704"/>
            <a:ext cx="6705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8D8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merkezli, Avrupa'ya satış yapan e-ticaret şirketi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8656320" y="1219200"/>
            <a:ext cx="1584960" cy="1402080"/>
          </a:xfrm>
          <a:prstGeom prst="rect">
            <a:avLst/>
          </a:prstGeom>
          <a:solidFill>
            <a:srgbClr val="262626"/>
          </a:solidFill>
          <a:ln w="635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4" name="Shape 12"/>
          <p:cNvSpPr/>
          <p:nvPr/>
        </p:nvSpPr>
        <p:spPr>
          <a:xfrm>
            <a:off x="8656320" y="1219200"/>
            <a:ext cx="1584960" cy="79248"/>
          </a:xfrm>
          <a:prstGeom prst="rect">
            <a:avLst/>
          </a:prstGeom>
          <a:solidFill>
            <a:srgbClr val="DA1E28"/>
          </a:solidFill>
          <a:ln w="12700">
            <a:solidFill>
              <a:srgbClr val="DA1E28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5" name="Text 13"/>
          <p:cNvSpPr/>
          <p:nvPr/>
        </p:nvSpPr>
        <p:spPr>
          <a:xfrm>
            <a:off x="8778240" y="1365504"/>
            <a:ext cx="1341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DA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%38</a:t>
            </a:r>
            <a:endParaRPr lang="en-US" sz="3467" dirty="0"/>
          </a:p>
        </p:txBody>
      </p:sp>
      <p:sp>
        <p:nvSpPr>
          <p:cNvPr id="16" name="Text 14"/>
          <p:cNvSpPr/>
          <p:nvPr/>
        </p:nvSpPr>
        <p:spPr>
          <a:xfrm>
            <a:off x="8778240" y="1987296"/>
            <a:ext cx="134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Artışı</a:t>
            </a:r>
            <a:endParaRPr lang="en-US" sz="1200" dirty="0"/>
          </a:p>
          <a:p>
            <a:r>
              <a:rPr lang="en-US" sz="12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 ay)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387584" y="1219200"/>
            <a:ext cx="1584960" cy="1402080"/>
          </a:xfrm>
          <a:prstGeom prst="rect">
            <a:avLst/>
          </a:prstGeom>
          <a:solidFill>
            <a:srgbClr val="262626"/>
          </a:solidFill>
          <a:ln w="635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8" name="Shape 16"/>
          <p:cNvSpPr/>
          <p:nvPr/>
        </p:nvSpPr>
        <p:spPr>
          <a:xfrm>
            <a:off x="10387584" y="1219200"/>
            <a:ext cx="1584960" cy="79248"/>
          </a:xfrm>
          <a:prstGeom prst="rect">
            <a:avLst/>
          </a:prstGeom>
          <a:solidFill>
            <a:srgbClr val="FF832B"/>
          </a:solidFill>
          <a:ln w="12700">
            <a:solidFill>
              <a:srgbClr val="FF832B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9" name="Text 17"/>
          <p:cNvSpPr/>
          <p:nvPr/>
        </p:nvSpPr>
        <p:spPr>
          <a:xfrm>
            <a:off x="10509504" y="1365504"/>
            <a:ext cx="1341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8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%27</a:t>
            </a:r>
            <a:endParaRPr lang="en-US" sz="3467" dirty="0"/>
          </a:p>
        </p:txBody>
      </p:sp>
      <p:sp>
        <p:nvSpPr>
          <p:cNvPr id="20" name="Text 18"/>
          <p:cNvSpPr/>
          <p:nvPr/>
        </p:nvSpPr>
        <p:spPr>
          <a:xfrm>
            <a:off x="10509504" y="1987296"/>
            <a:ext cx="134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Atıl Kaynaklar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56320" y="2865120"/>
            <a:ext cx="1584960" cy="1402080"/>
          </a:xfrm>
          <a:prstGeom prst="rect">
            <a:avLst/>
          </a:prstGeom>
          <a:solidFill>
            <a:srgbClr val="262626"/>
          </a:solidFill>
          <a:ln w="635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2" name="Shape 20"/>
          <p:cNvSpPr/>
          <p:nvPr/>
        </p:nvSpPr>
        <p:spPr>
          <a:xfrm>
            <a:off x="8656320" y="2865120"/>
            <a:ext cx="1584960" cy="7924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3" name="Text 21"/>
          <p:cNvSpPr/>
          <p:nvPr/>
        </p:nvSpPr>
        <p:spPr>
          <a:xfrm>
            <a:off x="8778240" y="3011424"/>
            <a:ext cx="1341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$1.4M</a:t>
            </a:r>
            <a:endParaRPr lang="en-US" sz="3467" dirty="0"/>
          </a:p>
        </p:txBody>
      </p:sp>
      <p:sp>
        <p:nvSpPr>
          <p:cNvPr id="24" name="Text 22"/>
          <p:cNvSpPr/>
          <p:nvPr/>
        </p:nvSpPr>
        <p:spPr>
          <a:xfrm>
            <a:off x="8778240" y="3633216"/>
            <a:ext cx="134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Maliyet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87584" y="2865120"/>
            <a:ext cx="1584960" cy="1402080"/>
          </a:xfrm>
          <a:prstGeom prst="rect">
            <a:avLst/>
          </a:prstGeom>
          <a:solidFill>
            <a:srgbClr val="262626"/>
          </a:solidFill>
          <a:ln w="635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6" name="Shape 24"/>
          <p:cNvSpPr/>
          <p:nvPr/>
        </p:nvSpPr>
        <p:spPr>
          <a:xfrm>
            <a:off x="10387584" y="2865120"/>
            <a:ext cx="1584960" cy="79248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7" name="Text 25"/>
          <p:cNvSpPr/>
          <p:nvPr/>
        </p:nvSpPr>
        <p:spPr>
          <a:xfrm>
            <a:off x="10509504" y="3011424"/>
            <a:ext cx="1341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33B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67" dirty="0"/>
          </a:p>
        </p:txBody>
      </p:sp>
      <p:sp>
        <p:nvSpPr>
          <p:cNvPr id="28" name="Text 26"/>
          <p:cNvSpPr/>
          <p:nvPr/>
        </p:nvSpPr>
        <p:spPr>
          <a:xfrm>
            <a:off x="10509504" y="3633216"/>
            <a:ext cx="134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1200" dirty="0"/>
          </a:p>
          <a:p>
            <a:r>
              <a:rPr lang="en-US" sz="120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Incelendi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9600" y="6339840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Danışman Ekibi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" name="Shape 1"/>
          <p:cNvSpPr/>
          <p:nvPr/>
        </p:nvSpPr>
        <p:spPr>
          <a:xfrm>
            <a:off x="0" y="97536"/>
            <a:ext cx="12192000" cy="99974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" name="Text 2"/>
          <p:cNvSpPr/>
          <p:nvPr/>
        </p:nvSpPr>
        <p:spPr>
          <a:xfrm>
            <a:off x="609600" y="146304"/>
            <a:ext cx="8534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Mevcut Durum Analizi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146304"/>
            <a:ext cx="2682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33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Architecture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487680" y="1280160"/>
            <a:ext cx="524256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7" name="Shape 5"/>
          <p:cNvSpPr/>
          <p:nvPr/>
        </p:nvSpPr>
        <p:spPr>
          <a:xfrm>
            <a:off x="487680" y="1280160"/>
            <a:ext cx="5242560" cy="79248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8" name="Text 6"/>
          <p:cNvSpPr/>
          <p:nvPr/>
        </p:nvSpPr>
        <p:spPr>
          <a:xfrm>
            <a:off x="670560" y="1341120"/>
            <a:ext cx="463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133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 ·  İSTANBUL VERİ MERKEZİ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487680" y="2011680"/>
            <a:ext cx="524256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0" name="Shape 8"/>
          <p:cNvSpPr/>
          <p:nvPr/>
        </p:nvSpPr>
        <p:spPr>
          <a:xfrm>
            <a:off x="487680" y="2060448"/>
            <a:ext cx="48768" cy="633984"/>
          </a:xfrm>
          <a:prstGeom prst="rect">
            <a:avLst/>
          </a:prstGeom>
          <a:solidFill>
            <a:srgbClr val="525252"/>
          </a:solidFill>
          <a:ln w="12700">
            <a:solidFill>
              <a:srgbClr val="525252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1" name="Text 9"/>
          <p:cNvSpPr/>
          <p:nvPr/>
        </p:nvSpPr>
        <p:spPr>
          <a:xfrm>
            <a:off x="670560" y="2060448"/>
            <a:ext cx="49377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$28.000 / 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0560" y="2401824"/>
            <a:ext cx="4937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İşletme gideri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487680" y="2889504"/>
            <a:ext cx="524256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4" name="Shape 12"/>
          <p:cNvSpPr/>
          <p:nvPr/>
        </p:nvSpPr>
        <p:spPr>
          <a:xfrm>
            <a:off x="487680" y="2938272"/>
            <a:ext cx="48768" cy="633984"/>
          </a:xfrm>
          <a:prstGeom prst="rect">
            <a:avLst/>
          </a:prstGeom>
          <a:solidFill>
            <a:srgbClr val="525252"/>
          </a:solidFill>
          <a:ln w="12700">
            <a:solidFill>
              <a:srgbClr val="525252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5" name="Text 13"/>
          <p:cNvSpPr/>
          <p:nvPr/>
        </p:nvSpPr>
        <p:spPr>
          <a:xfrm>
            <a:off x="670560" y="2938272"/>
            <a:ext cx="49377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$18.000 / 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0560" y="3279648"/>
            <a:ext cx="4937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 · lisans · amortisman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487680" y="3767328"/>
            <a:ext cx="524256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8" name="Shape 16"/>
          <p:cNvSpPr/>
          <p:nvPr/>
        </p:nvSpPr>
        <p:spPr>
          <a:xfrm>
            <a:off x="487680" y="3816096"/>
            <a:ext cx="48768" cy="633984"/>
          </a:xfrm>
          <a:prstGeom prst="rect">
            <a:avLst/>
          </a:prstGeom>
          <a:solidFill>
            <a:srgbClr val="525252"/>
          </a:solidFill>
          <a:ln w="12700">
            <a:solidFill>
              <a:srgbClr val="525252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9" name="Text 17"/>
          <p:cNvSpPr/>
          <p:nvPr/>
        </p:nvSpPr>
        <p:spPr>
          <a:xfrm>
            <a:off x="670560" y="3816096"/>
            <a:ext cx="49377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+ Müşteri DB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0560" y="4157472"/>
            <a:ext cx="4937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hassasiyetli veriler burada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487680" y="4645152"/>
            <a:ext cx="524256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2" name="Shape 20"/>
          <p:cNvSpPr/>
          <p:nvPr/>
        </p:nvSpPr>
        <p:spPr>
          <a:xfrm>
            <a:off x="487680" y="4693920"/>
            <a:ext cx="48768" cy="633984"/>
          </a:xfrm>
          <a:prstGeom prst="rect">
            <a:avLst/>
          </a:prstGeom>
          <a:solidFill>
            <a:srgbClr val="525252"/>
          </a:solidFill>
          <a:ln w="12700">
            <a:solidFill>
              <a:srgbClr val="525252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3" name="Text 21"/>
          <p:cNvSpPr/>
          <p:nvPr/>
        </p:nvSpPr>
        <p:spPr>
          <a:xfrm>
            <a:off x="670560" y="4693920"/>
            <a:ext cx="49377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Entegrasyon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0560" y="5035296"/>
            <a:ext cx="4937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Latency-kritik, mağaza ağı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487680" y="5522976"/>
            <a:ext cx="524256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6" name="Shape 24"/>
          <p:cNvSpPr/>
          <p:nvPr/>
        </p:nvSpPr>
        <p:spPr>
          <a:xfrm>
            <a:off x="487680" y="5571744"/>
            <a:ext cx="48768" cy="633984"/>
          </a:xfrm>
          <a:prstGeom prst="rect">
            <a:avLst/>
          </a:prstGeom>
          <a:solidFill>
            <a:srgbClr val="525252"/>
          </a:solidFill>
          <a:ln w="12700">
            <a:solidFill>
              <a:srgbClr val="525252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7" name="Text 25"/>
          <p:cNvSpPr/>
          <p:nvPr/>
        </p:nvSpPr>
        <p:spPr>
          <a:xfrm>
            <a:off x="670560" y="5571744"/>
            <a:ext cx="49377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Kapasite dengesiz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0560" y="5913120"/>
            <a:ext cx="4937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Bazı sunucular atıl, bazıları darboğaz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487680" y="6181344"/>
            <a:ext cx="5242560" cy="402336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0" name="Text 28"/>
          <p:cNvSpPr/>
          <p:nvPr/>
        </p:nvSpPr>
        <p:spPr>
          <a:xfrm>
            <a:off x="487680" y="6181344"/>
            <a:ext cx="524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TOPLAM: $46.000 / AY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6096000" y="1280160"/>
            <a:ext cx="56083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2" name="Shape 30"/>
          <p:cNvSpPr/>
          <p:nvPr/>
        </p:nvSpPr>
        <p:spPr>
          <a:xfrm>
            <a:off x="6096000" y="1280160"/>
            <a:ext cx="5608320" cy="7924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3" name="Text 31"/>
          <p:cNvSpPr/>
          <p:nvPr/>
        </p:nvSpPr>
        <p:spPr>
          <a:xfrm>
            <a:off x="6278880" y="134112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133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  ·  AVRUPA BÖLGESİ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096000" y="2060448"/>
            <a:ext cx="48768" cy="63398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5" name="Text 33"/>
          <p:cNvSpPr/>
          <p:nvPr/>
        </p:nvSpPr>
        <p:spPr>
          <a:xfrm>
            <a:off x="6278880" y="2060448"/>
            <a:ext cx="5242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$34.000 / ay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78880" y="2401824"/>
            <a:ext cx="5242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— oversized &amp; plansız</a:t>
            </a:r>
            <a:endParaRPr lang="en-US" sz="1333" dirty="0"/>
          </a:p>
        </p:txBody>
      </p:sp>
      <p:sp>
        <p:nvSpPr>
          <p:cNvPr id="37" name="Shape 35"/>
          <p:cNvSpPr/>
          <p:nvPr/>
        </p:nvSpPr>
        <p:spPr>
          <a:xfrm>
            <a:off x="6096000" y="2938272"/>
            <a:ext cx="48768" cy="63398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8" name="Text 36"/>
          <p:cNvSpPr/>
          <p:nvPr/>
        </p:nvSpPr>
        <p:spPr>
          <a:xfrm>
            <a:off x="6278880" y="2938272"/>
            <a:ext cx="5242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$12.000 / ay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78880" y="3279648"/>
            <a:ext cx="5242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servisleri</a:t>
            </a:r>
            <a:endParaRPr lang="en-US" sz="1333" dirty="0"/>
          </a:p>
        </p:txBody>
      </p:sp>
      <p:sp>
        <p:nvSpPr>
          <p:cNvPr id="40" name="Shape 38"/>
          <p:cNvSpPr/>
          <p:nvPr/>
        </p:nvSpPr>
        <p:spPr>
          <a:xfrm>
            <a:off x="6096000" y="3816096"/>
            <a:ext cx="48768" cy="63398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1" name="Text 39"/>
          <p:cNvSpPr/>
          <p:nvPr/>
        </p:nvSpPr>
        <p:spPr>
          <a:xfrm>
            <a:off x="6278880" y="3816096"/>
            <a:ext cx="5242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$9.500 / ay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78880" y="4157472"/>
            <a:ext cx="5242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— lifecycle policy yok</a:t>
            </a:r>
            <a:endParaRPr lang="en-US" sz="1333" dirty="0"/>
          </a:p>
        </p:txBody>
      </p:sp>
      <p:sp>
        <p:nvSpPr>
          <p:cNvPr id="43" name="Shape 41"/>
          <p:cNvSpPr/>
          <p:nvPr/>
        </p:nvSpPr>
        <p:spPr>
          <a:xfrm>
            <a:off x="6096000" y="4693920"/>
            <a:ext cx="48768" cy="63398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4" name="Text 42"/>
          <p:cNvSpPr/>
          <p:nvPr/>
        </p:nvSpPr>
        <p:spPr>
          <a:xfrm>
            <a:off x="6278880" y="4693920"/>
            <a:ext cx="5242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$8.500 / ay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78880" y="5035296"/>
            <a:ext cx="5242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data transfer</a:t>
            </a:r>
            <a:endParaRPr lang="en-US" sz="1333" dirty="0"/>
          </a:p>
        </p:txBody>
      </p:sp>
      <p:sp>
        <p:nvSpPr>
          <p:cNvPr id="46" name="Shape 44"/>
          <p:cNvSpPr/>
          <p:nvPr/>
        </p:nvSpPr>
        <p:spPr>
          <a:xfrm>
            <a:off x="6096000" y="5571744"/>
            <a:ext cx="48768" cy="63398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7" name="Text 45"/>
          <p:cNvSpPr/>
          <p:nvPr/>
        </p:nvSpPr>
        <p:spPr>
          <a:xfrm>
            <a:off x="6278880" y="5571744"/>
            <a:ext cx="5242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%27 atıl kaynak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78880" y="5913120"/>
            <a:ext cx="5242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 gece/hafta sonu açık</a:t>
            </a:r>
            <a:endParaRPr lang="en-US" sz="1333" dirty="0"/>
          </a:p>
        </p:txBody>
      </p:sp>
      <p:sp>
        <p:nvSpPr>
          <p:cNvPr id="49" name="Shape 47"/>
          <p:cNvSpPr/>
          <p:nvPr/>
        </p:nvSpPr>
        <p:spPr>
          <a:xfrm>
            <a:off x="6096000" y="6181344"/>
            <a:ext cx="5608320" cy="40233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50" name="Text 48"/>
          <p:cNvSpPr/>
          <p:nvPr/>
        </p:nvSpPr>
        <p:spPr>
          <a:xfrm>
            <a:off x="6096000" y="6181344"/>
            <a:ext cx="560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TOPLAM: $70.000 / AY  ·  %38 ARTTI</a:t>
            </a:r>
            <a:endParaRPr lang="en-US" sz="14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" name="Shape 1"/>
          <p:cNvSpPr/>
          <p:nvPr/>
        </p:nvSpPr>
        <p:spPr>
          <a:xfrm>
            <a:off x="0" y="97536"/>
            <a:ext cx="12192000" cy="99974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" name="Text 2"/>
          <p:cNvSpPr/>
          <p:nvPr/>
        </p:nvSpPr>
        <p:spPr>
          <a:xfrm>
            <a:off x="609600" y="146304"/>
            <a:ext cx="8534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Maliyet Dağılımı &amp; Workload Profili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146304"/>
            <a:ext cx="2682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33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$116.000 / Ay</a:t>
            </a:r>
            <a:endParaRPr lang="en-US" sz="1333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87680" y="1243584"/>
          <a:ext cx="67056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7559040" y="1243584"/>
          <a:ext cx="4267200" cy="5770880"/>
        </p:xfrm>
        <a:graphic>
          <a:graphicData uri="http://schemas.openxmlformats.org/drawingml/2006/table">
            <a:tbl>
              <a:tblPr/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E-Ticaret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Sistemi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 Katalog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Kampanya Analitik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%22 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Dev/Test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%12 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Medya Depolama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%18 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Entegrasyon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Raporlama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Talep Tahmini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%15 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" name="Shape 1"/>
          <p:cNvSpPr/>
          <p:nvPr/>
        </p:nvSpPr>
        <p:spPr>
          <a:xfrm>
            <a:off x="0" y="97536"/>
            <a:ext cx="12192000" cy="99974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" name="Text 2"/>
          <p:cNvSpPr/>
          <p:nvPr/>
        </p:nvSpPr>
        <p:spPr>
          <a:xfrm>
            <a:off x="609600" y="146304"/>
            <a:ext cx="8534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Placement Kararları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146304"/>
            <a:ext cx="2682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33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Model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487680" y="1243584"/>
            <a:ext cx="195072" cy="19507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7" name="Text 5"/>
          <p:cNvSpPr/>
          <p:nvPr/>
        </p:nvSpPr>
        <p:spPr>
          <a:xfrm>
            <a:off x="768096" y="1219200"/>
            <a:ext cx="2438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Cloud'da Kalsın / Modernize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3760" y="1243584"/>
            <a:ext cx="195072" cy="195072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9" name="Text 7"/>
          <p:cNvSpPr/>
          <p:nvPr/>
        </p:nvSpPr>
        <p:spPr>
          <a:xfrm>
            <a:off x="3694176" y="1219200"/>
            <a:ext cx="2438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On-Prem'de Kalsın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39840" y="1243584"/>
            <a:ext cx="195072" cy="195072"/>
          </a:xfrm>
          <a:prstGeom prst="rect">
            <a:avLst/>
          </a:prstGeom>
          <a:solidFill>
            <a:srgbClr val="FF832B"/>
          </a:solidFill>
          <a:ln w="12700">
            <a:solidFill>
              <a:srgbClr val="FF832B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1" name="Text 9"/>
          <p:cNvSpPr/>
          <p:nvPr/>
        </p:nvSpPr>
        <p:spPr>
          <a:xfrm>
            <a:off x="6620256" y="1219200"/>
            <a:ext cx="2438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/ Optimize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65920" y="1243584"/>
            <a:ext cx="195072" cy="195072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3" name="Text 11"/>
          <p:cNvSpPr/>
          <p:nvPr/>
        </p:nvSpPr>
        <p:spPr>
          <a:xfrm>
            <a:off x="9546336" y="1219200"/>
            <a:ext cx="24384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Spot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7680" y="1645920"/>
            <a:ext cx="56083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5" name="Shape 13"/>
          <p:cNvSpPr/>
          <p:nvPr/>
        </p:nvSpPr>
        <p:spPr>
          <a:xfrm>
            <a:off x="487680" y="1645920"/>
            <a:ext cx="79248" cy="87782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6" name="Text 14"/>
          <p:cNvSpPr/>
          <p:nvPr/>
        </p:nvSpPr>
        <p:spPr>
          <a:xfrm>
            <a:off x="670560" y="1694688"/>
            <a:ext cx="3048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  E-Ticaret Web Uygulaması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3779520" y="1694688"/>
            <a:ext cx="2194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Modernize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670560" y="2109216"/>
            <a:ext cx="5303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· CDN · Redis cache katmanı · OpenShift</a:t>
            </a:r>
            <a:endParaRPr lang="en-US" sz="1267" dirty="0"/>
          </a:p>
        </p:txBody>
      </p:sp>
      <p:sp>
        <p:nvSpPr>
          <p:cNvPr id="19" name="Shape 17"/>
          <p:cNvSpPr/>
          <p:nvPr/>
        </p:nvSpPr>
        <p:spPr>
          <a:xfrm>
            <a:off x="6339840" y="1645920"/>
            <a:ext cx="56083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0" name="Shape 18"/>
          <p:cNvSpPr/>
          <p:nvPr/>
        </p:nvSpPr>
        <p:spPr>
          <a:xfrm>
            <a:off x="6339840" y="1645920"/>
            <a:ext cx="79248" cy="87782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1" name="Text 19"/>
          <p:cNvSpPr/>
          <p:nvPr/>
        </p:nvSpPr>
        <p:spPr>
          <a:xfrm>
            <a:off x="6522720" y="1694688"/>
            <a:ext cx="3048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 Ürün Katalog API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9631680" y="1694688"/>
            <a:ext cx="2194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Optimize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6522720" y="2109216"/>
            <a:ext cx="5303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 · API caching · Reserved instance</a:t>
            </a:r>
            <a:endParaRPr lang="en-US" sz="1267" dirty="0"/>
          </a:p>
        </p:txBody>
      </p:sp>
      <p:sp>
        <p:nvSpPr>
          <p:cNvPr id="24" name="Shape 22"/>
          <p:cNvSpPr/>
          <p:nvPr/>
        </p:nvSpPr>
        <p:spPr>
          <a:xfrm>
            <a:off x="487680" y="2657856"/>
            <a:ext cx="56083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5" name="Shape 23"/>
          <p:cNvSpPr/>
          <p:nvPr/>
        </p:nvSpPr>
        <p:spPr>
          <a:xfrm>
            <a:off x="487680" y="2657856"/>
            <a:ext cx="79248" cy="877824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6" name="Text 24"/>
          <p:cNvSpPr/>
          <p:nvPr/>
        </p:nvSpPr>
        <p:spPr>
          <a:xfrm>
            <a:off x="670560" y="2706624"/>
            <a:ext cx="3048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 ERP Sistemi</a:t>
            </a:r>
            <a:endParaRPr lang="en-US" sz="1467" dirty="0"/>
          </a:p>
        </p:txBody>
      </p:sp>
      <p:sp>
        <p:nvSpPr>
          <p:cNvPr id="27" name="Text 25"/>
          <p:cNvSpPr/>
          <p:nvPr/>
        </p:nvSpPr>
        <p:spPr>
          <a:xfrm>
            <a:off x="3779520" y="2706624"/>
            <a:ext cx="2194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b="1" dirty="0">
                <a:solidFill>
                  <a:srgbClr val="39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Kalsın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670560" y="3121152"/>
            <a:ext cx="5303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veri hassasiyeti · Dönem sonu kapasite iyileştirmesi</a:t>
            </a:r>
            <a:endParaRPr lang="en-US" sz="1267" dirty="0"/>
          </a:p>
        </p:txBody>
      </p:sp>
      <p:sp>
        <p:nvSpPr>
          <p:cNvPr id="29" name="Shape 27"/>
          <p:cNvSpPr/>
          <p:nvPr/>
        </p:nvSpPr>
        <p:spPr>
          <a:xfrm>
            <a:off x="6339840" y="2657856"/>
            <a:ext cx="56083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0" name="Shape 28"/>
          <p:cNvSpPr/>
          <p:nvPr/>
        </p:nvSpPr>
        <p:spPr>
          <a:xfrm>
            <a:off x="6339840" y="2657856"/>
            <a:ext cx="79248" cy="877824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1" name="Text 29"/>
          <p:cNvSpPr/>
          <p:nvPr/>
        </p:nvSpPr>
        <p:spPr>
          <a:xfrm>
            <a:off x="6522720" y="2706624"/>
            <a:ext cx="3048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  Müşteri Veritabanı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9631680" y="2706624"/>
            <a:ext cx="2194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b="1" dirty="0">
                <a:solidFill>
                  <a:srgbClr val="39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Kalsın</a:t>
            </a:r>
            <a:endParaRPr lang="en-US" sz="1333" dirty="0"/>
          </a:p>
        </p:txBody>
      </p:sp>
      <p:sp>
        <p:nvSpPr>
          <p:cNvPr id="33" name="Text 31"/>
          <p:cNvSpPr/>
          <p:nvPr/>
        </p:nvSpPr>
        <p:spPr>
          <a:xfrm>
            <a:off x="6522720" y="3121152"/>
            <a:ext cx="5303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uyumu · Backup optimize · DR planı zorunlu</a:t>
            </a:r>
            <a:endParaRPr lang="en-US" sz="1267" dirty="0"/>
          </a:p>
        </p:txBody>
      </p:sp>
      <p:sp>
        <p:nvSpPr>
          <p:cNvPr id="34" name="Shape 32"/>
          <p:cNvSpPr/>
          <p:nvPr/>
        </p:nvSpPr>
        <p:spPr>
          <a:xfrm>
            <a:off x="487680" y="3669792"/>
            <a:ext cx="56083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5" name="Shape 33"/>
          <p:cNvSpPr/>
          <p:nvPr/>
        </p:nvSpPr>
        <p:spPr>
          <a:xfrm>
            <a:off x="487680" y="3669792"/>
            <a:ext cx="79248" cy="877824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6" name="Text 34"/>
          <p:cNvSpPr/>
          <p:nvPr/>
        </p:nvSpPr>
        <p:spPr>
          <a:xfrm>
            <a:off x="670560" y="3718560"/>
            <a:ext cx="3048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  Kampanya Analitik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3779520" y="3718560"/>
            <a:ext cx="2194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b="1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Batch</a:t>
            </a:r>
            <a:endParaRPr lang="en-US" sz="1333" dirty="0"/>
          </a:p>
        </p:txBody>
      </p:sp>
      <p:sp>
        <p:nvSpPr>
          <p:cNvPr id="38" name="Text 36"/>
          <p:cNvSpPr/>
          <p:nvPr/>
        </p:nvSpPr>
        <p:spPr>
          <a:xfrm>
            <a:off x="670560" y="4133088"/>
            <a:ext cx="5303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Kampanya dışı suspend · Spot instance · %55 tasarruf</a:t>
            </a:r>
            <a:endParaRPr lang="en-US" sz="1267" dirty="0"/>
          </a:p>
        </p:txBody>
      </p:sp>
      <p:sp>
        <p:nvSpPr>
          <p:cNvPr id="39" name="Shape 37"/>
          <p:cNvSpPr/>
          <p:nvPr/>
        </p:nvSpPr>
        <p:spPr>
          <a:xfrm>
            <a:off x="6339840" y="3669792"/>
            <a:ext cx="56083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0" name="Shape 38"/>
          <p:cNvSpPr/>
          <p:nvPr/>
        </p:nvSpPr>
        <p:spPr>
          <a:xfrm>
            <a:off x="6339840" y="3669792"/>
            <a:ext cx="79248" cy="877824"/>
          </a:xfrm>
          <a:prstGeom prst="rect">
            <a:avLst/>
          </a:prstGeom>
          <a:solidFill>
            <a:srgbClr val="FF832B"/>
          </a:solidFill>
          <a:ln w="12700">
            <a:solidFill>
              <a:srgbClr val="FF832B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1" name="Text 39"/>
          <p:cNvSpPr/>
          <p:nvPr/>
        </p:nvSpPr>
        <p:spPr>
          <a:xfrm>
            <a:off x="6522720" y="3718560"/>
            <a:ext cx="3048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  Dev / Test Ortamları</a:t>
            </a:r>
            <a:endParaRPr lang="en-US" sz="1467" dirty="0"/>
          </a:p>
        </p:txBody>
      </p:sp>
      <p:sp>
        <p:nvSpPr>
          <p:cNvPr id="42" name="Text 40"/>
          <p:cNvSpPr/>
          <p:nvPr/>
        </p:nvSpPr>
        <p:spPr>
          <a:xfrm>
            <a:off x="9631680" y="3718560"/>
            <a:ext cx="2194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b="1" dirty="0">
                <a:solidFill>
                  <a:srgbClr val="FF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Resize</a:t>
            </a:r>
            <a:endParaRPr lang="en-US" sz="1333" dirty="0"/>
          </a:p>
        </p:txBody>
      </p:sp>
      <p:sp>
        <p:nvSpPr>
          <p:cNvPr id="43" name="Text 41"/>
          <p:cNvSpPr/>
          <p:nvPr/>
        </p:nvSpPr>
        <p:spPr>
          <a:xfrm>
            <a:off x="6522720" y="4133088"/>
            <a:ext cx="5303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Mesai dışı kapat → ~%70 tasarruf · Policy enforcement</a:t>
            </a:r>
            <a:endParaRPr lang="en-US" sz="1267" dirty="0"/>
          </a:p>
        </p:txBody>
      </p:sp>
      <p:sp>
        <p:nvSpPr>
          <p:cNvPr id="44" name="Shape 42"/>
          <p:cNvSpPr/>
          <p:nvPr/>
        </p:nvSpPr>
        <p:spPr>
          <a:xfrm>
            <a:off x="487680" y="4681728"/>
            <a:ext cx="56083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5" name="Shape 43"/>
          <p:cNvSpPr/>
          <p:nvPr/>
        </p:nvSpPr>
        <p:spPr>
          <a:xfrm>
            <a:off x="487680" y="4681728"/>
            <a:ext cx="79248" cy="877824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6" name="Text 44"/>
          <p:cNvSpPr/>
          <p:nvPr/>
        </p:nvSpPr>
        <p:spPr>
          <a:xfrm>
            <a:off x="670560" y="4730496"/>
            <a:ext cx="3048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  Görsel Medya Depolama</a:t>
            </a:r>
            <a:endParaRPr lang="en-US" sz="1467" dirty="0"/>
          </a:p>
        </p:txBody>
      </p:sp>
      <p:sp>
        <p:nvSpPr>
          <p:cNvPr id="47" name="Text 45"/>
          <p:cNvSpPr/>
          <p:nvPr/>
        </p:nvSpPr>
        <p:spPr>
          <a:xfrm>
            <a:off x="3779520" y="4730496"/>
            <a:ext cx="2194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b="1" dirty="0">
                <a:solidFill>
                  <a:srgbClr val="33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Tiering</a:t>
            </a:r>
            <a:endParaRPr lang="en-US" sz="1333" dirty="0"/>
          </a:p>
        </p:txBody>
      </p:sp>
      <p:sp>
        <p:nvSpPr>
          <p:cNvPr id="48" name="Text 46"/>
          <p:cNvSpPr/>
          <p:nvPr/>
        </p:nvSpPr>
        <p:spPr>
          <a:xfrm>
            <a:off x="670560" y="5145024"/>
            <a:ext cx="5303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Intelligent Tiering · 30+ gün erişilmeyeni arşive taşı</a:t>
            </a:r>
            <a:endParaRPr lang="en-US" sz="1267" dirty="0"/>
          </a:p>
        </p:txBody>
      </p:sp>
      <p:sp>
        <p:nvSpPr>
          <p:cNvPr id="49" name="Shape 47"/>
          <p:cNvSpPr/>
          <p:nvPr/>
        </p:nvSpPr>
        <p:spPr>
          <a:xfrm>
            <a:off x="6339840" y="4681728"/>
            <a:ext cx="56083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50" name="Shape 48"/>
          <p:cNvSpPr/>
          <p:nvPr/>
        </p:nvSpPr>
        <p:spPr>
          <a:xfrm>
            <a:off x="6339840" y="4681728"/>
            <a:ext cx="79248" cy="877824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51" name="Text 49"/>
          <p:cNvSpPr/>
          <p:nvPr/>
        </p:nvSpPr>
        <p:spPr>
          <a:xfrm>
            <a:off x="6522720" y="4730496"/>
            <a:ext cx="3048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  Mağaza POS Entegrasyonu</a:t>
            </a:r>
            <a:endParaRPr lang="en-US" sz="1467" dirty="0"/>
          </a:p>
        </p:txBody>
      </p:sp>
      <p:sp>
        <p:nvSpPr>
          <p:cNvPr id="52" name="Text 50"/>
          <p:cNvSpPr/>
          <p:nvPr/>
        </p:nvSpPr>
        <p:spPr>
          <a:xfrm>
            <a:off x="9631680" y="4730496"/>
            <a:ext cx="2194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b="1" dirty="0">
                <a:solidFill>
                  <a:srgbClr val="39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Kalsın</a:t>
            </a:r>
            <a:endParaRPr lang="en-US" sz="1333" dirty="0"/>
          </a:p>
        </p:txBody>
      </p:sp>
      <p:sp>
        <p:nvSpPr>
          <p:cNvPr id="53" name="Text 51"/>
          <p:cNvSpPr/>
          <p:nvPr/>
        </p:nvSpPr>
        <p:spPr>
          <a:xfrm>
            <a:off x="6522720" y="5145024"/>
            <a:ext cx="5303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Latency-kritik · &lt;10ms hedef · Mevcut yatırım avantajlı</a:t>
            </a:r>
            <a:endParaRPr lang="en-US" sz="1267" dirty="0"/>
          </a:p>
        </p:txBody>
      </p:sp>
      <p:sp>
        <p:nvSpPr>
          <p:cNvPr id="54" name="Shape 52"/>
          <p:cNvSpPr/>
          <p:nvPr/>
        </p:nvSpPr>
        <p:spPr>
          <a:xfrm>
            <a:off x="487680" y="5693664"/>
            <a:ext cx="56083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55" name="Shape 53"/>
          <p:cNvSpPr/>
          <p:nvPr/>
        </p:nvSpPr>
        <p:spPr>
          <a:xfrm>
            <a:off x="487680" y="5693664"/>
            <a:ext cx="79248" cy="87782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56" name="Text 54"/>
          <p:cNvSpPr/>
          <p:nvPr/>
        </p:nvSpPr>
        <p:spPr>
          <a:xfrm>
            <a:off x="670560" y="5742432"/>
            <a:ext cx="3048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  Raporlama / Dashboard</a:t>
            </a:r>
            <a:endParaRPr lang="en-US" sz="1467" dirty="0"/>
          </a:p>
        </p:txBody>
      </p:sp>
      <p:sp>
        <p:nvSpPr>
          <p:cNvPr id="57" name="Text 55"/>
          <p:cNvSpPr/>
          <p:nvPr/>
        </p:nvSpPr>
        <p:spPr>
          <a:xfrm>
            <a:off x="3779520" y="5742432"/>
            <a:ext cx="2194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Modernize</a:t>
            </a:r>
            <a:endParaRPr lang="en-US" sz="1333" dirty="0"/>
          </a:p>
        </p:txBody>
      </p:sp>
      <p:sp>
        <p:nvSpPr>
          <p:cNvPr id="58" name="Text 56"/>
          <p:cNvSpPr/>
          <p:nvPr/>
        </p:nvSpPr>
        <p:spPr>
          <a:xfrm>
            <a:off x="670560" y="6156960"/>
            <a:ext cx="5303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DB · Query cache · Scheduled report</a:t>
            </a:r>
            <a:endParaRPr lang="en-US" sz="1267" dirty="0"/>
          </a:p>
        </p:txBody>
      </p:sp>
      <p:sp>
        <p:nvSpPr>
          <p:cNvPr id="59" name="Shape 57"/>
          <p:cNvSpPr/>
          <p:nvPr/>
        </p:nvSpPr>
        <p:spPr>
          <a:xfrm>
            <a:off x="6339840" y="5693664"/>
            <a:ext cx="56083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60" name="Shape 58"/>
          <p:cNvSpPr/>
          <p:nvPr/>
        </p:nvSpPr>
        <p:spPr>
          <a:xfrm>
            <a:off x="6339840" y="5693664"/>
            <a:ext cx="79248" cy="877824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61" name="Text 59"/>
          <p:cNvSpPr/>
          <p:nvPr/>
        </p:nvSpPr>
        <p:spPr>
          <a:xfrm>
            <a:off x="6522720" y="5742432"/>
            <a:ext cx="30480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W10  AI Talep Tahmin Modeli</a:t>
            </a:r>
            <a:endParaRPr lang="en-US" sz="1467" dirty="0"/>
          </a:p>
        </p:txBody>
      </p:sp>
      <p:sp>
        <p:nvSpPr>
          <p:cNvPr id="62" name="Text 60"/>
          <p:cNvSpPr/>
          <p:nvPr/>
        </p:nvSpPr>
        <p:spPr>
          <a:xfrm>
            <a:off x="9631680" y="5742432"/>
            <a:ext cx="21945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b="1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Spot GPU</a:t>
            </a:r>
            <a:endParaRPr lang="en-US" sz="1333" dirty="0"/>
          </a:p>
        </p:txBody>
      </p:sp>
      <p:sp>
        <p:nvSpPr>
          <p:cNvPr id="63" name="Text 61"/>
          <p:cNvSpPr/>
          <p:nvPr/>
        </p:nvSpPr>
        <p:spPr>
          <a:xfrm>
            <a:off x="6522720" y="6156960"/>
            <a:ext cx="5303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scheduler · Spot GPU · On-demand yerine $2.500 tasarruf</a:t>
            </a:r>
            <a:endParaRPr lang="en-US" sz="126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" name="Shape 1"/>
          <p:cNvSpPr/>
          <p:nvPr/>
        </p:nvSpPr>
        <p:spPr>
          <a:xfrm>
            <a:off x="0" y="97536"/>
            <a:ext cx="12192000" cy="99974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" name="Text 2"/>
          <p:cNvSpPr/>
          <p:nvPr/>
        </p:nvSpPr>
        <p:spPr>
          <a:xfrm>
            <a:off x="609600" y="146304"/>
            <a:ext cx="8534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Maliyet-Fayda Analizi &amp; ROI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146304"/>
            <a:ext cx="2682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33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Case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487680" y="1243584"/>
            <a:ext cx="2682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7" name="Shape 5"/>
          <p:cNvSpPr/>
          <p:nvPr/>
        </p:nvSpPr>
        <p:spPr>
          <a:xfrm>
            <a:off x="487680" y="1243584"/>
            <a:ext cx="2682240" cy="79248"/>
          </a:xfrm>
          <a:prstGeom prst="rect">
            <a:avLst/>
          </a:prstGeom>
          <a:solidFill>
            <a:srgbClr val="525252"/>
          </a:solidFill>
          <a:ln w="12700">
            <a:solidFill>
              <a:srgbClr val="525252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8" name="Text 6"/>
          <p:cNvSpPr/>
          <p:nvPr/>
        </p:nvSpPr>
        <p:spPr>
          <a:xfrm>
            <a:off x="670560" y="134112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$1,392,000</a:t>
            </a:r>
            <a:endParaRPr lang="en-US" sz="2933" dirty="0"/>
          </a:p>
        </p:txBody>
      </p:sp>
      <p:sp>
        <p:nvSpPr>
          <p:cNvPr id="9" name="Text 7"/>
          <p:cNvSpPr/>
          <p:nvPr/>
        </p:nvSpPr>
        <p:spPr>
          <a:xfrm>
            <a:off x="670560" y="1950720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Yıllık Maliyet</a:t>
            </a:r>
            <a:endParaRPr lang="en-US" sz="1267" dirty="0"/>
          </a:p>
        </p:txBody>
      </p:sp>
      <p:sp>
        <p:nvSpPr>
          <p:cNvPr id="10" name="Shape 8"/>
          <p:cNvSpPr/>
          <p:nvPr/>
        </p:nvSpPr>
        <p:spPr>
          <a:xfrm>
            <a:off x="3413760" y="1243584"/>
            <a:ext cx="2682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1" name="Shape 9"/>
          <p:cNvSpPr/>
          <p:nvPr/>
        </p:nvSpPr>
        <p:spPr>
          <a:xfrm>
            <a:off x="3413760" y="1243584"/>
            <a:ext cx="2682240" cy="7924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2" name="Text 10"/>
          <p:cNvSpPr/>
          <p:nvPr/>
        </p:nvSpPr>
        <p:spPr>
          <a:xfrm>
            <a:off x="3596640" y="134112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$1,125,000</a:t>
            </a:r>
            <a:endParaRPr lang="en-US" sz="2933" dirty="0"/>
          </a:p>
        </p:txBody>
      </p:sp>
      <p:sp>
        <p:nvSpPr>
          <p:cNvPr id="13" name="Text 11"/>
          <p:cNvSpPr/>
          <p:nvPr/>
        </p:nvSpPr>
        <p:spPr>
          <a:xfrm>
            <a:off x="3596640" y="1950720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Yıllık Maliyet (-%19)</a:t>
            </a:r>
            <a:endParaRPr lang="en-US" sz="1267" dirty="0"/>
          </a:p>
        </p:txBody>
      </p:sp>
      <p:sp>
        <p:nvSpPr>
          <p:cNvPr id="14" name="Shape 12"/>
          <p:cNvSpPr/>
          <p:nvPr/>
        </p:nvSpPr>
        <p:spPr>
          <a:xfrm>
            <a:off x="6339840" y="1243584"/>
            <a:ext cx="2682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5" name="Shape 13"/>
          <p:cNvSpPr/>
          <p:nvPr/>
        </p:nvSpPr>
        <p:spPr>
          <a:xfrm>
            <a:off x="6339840" y="1243584"/>
            <a:ext cx="2682240" cy="79248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6" name="Text 14"/>
          <p:cNvSpPr/>
          <p:nvPr/>
        </p:nvSpPr>
        <p:spPr>
          <a:xfrm>
            <a:off x="6522720" y="134112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9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$267,000</a:t>
            </a:r>
            <a:endParaRPr lang="en-US" sz="2933" dirty="0"/>
          </a:p>
        </p:txBody>
      </p:sp>
      <p:sp>
        <p:nvSpPr>
          <p:cNvPr id="17" name="Text 15"/>
          <p:cNvSpPr/>
          <p:nvPr/>
        </p:nvSpPr>
        <p:spPr>
          <a:xfrm>
            <a:off x="6522720" y="1950720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Yıllık Tasarruf</a:t>
            </a:r>
            <a:endParaRPr lang="en-US" sz="1267" dirty="0"/>
          </a:p>
        </p:txBody>
      </p:sp>
      <p:sp>
        <p:nvSpPr>
          <p:cNvPr id="18" name="Shape 16"/>
          <p:cNvSpPr/>
          <p:nvPr/>
        </p:nvSpPr>
        <p:spPr>
          <a:xfrm>
            <a:off x="9265920" y="1243584"/>
            <a:ext cx="2682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9" name="Shape 17"/>
          <p:cNvSpPr/>
          <p:nvPr/>
        </p:nvSpPr>
        <p:spPr>
          <a:xfrm>
            <a:off x="9265920" y="1243584"/>
            <a:ext cx="2682240" cy="79248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0" name="Text 18"/>
          <p:cNvSpPr/>
          <p:nvPr/>
        </p:nvSpPr>
        <p:spPr>
          <a:xfrm>
            <a:off x="9448800" y="134112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33B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 ay</a:t>
            </a:r>
            <a:endParaRPr lang="en-US" sz="2933" dirty="0"/>
          </a:p>
        </p:txBody>
      </p:sp>
      <p:sp>
        <p:nvSpPr>
          <p:cNvPr id="21" name="Text 19"/>
          <p:cNvSpPr/>
          <p:nvPr/>
        </p:nvSpPr>
        <p:spPr>
          <a:xfrm>
            <a:off x="9448800" y="1950720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Ödeme Süresi</a:t>
            </a:r>
            <a:endParaRPr lang="en-US" sz="1267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87680" y="2743200"/>
          <a:ext cx="7071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7863840" y="2743200"/>
          <a:ext cx="3901440" cy="340156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Optimizasyon Kalemi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$/ay Tasarruf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Dev/Test scheduling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Kampanya analitik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tiering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rightsizing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GPU scheduling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optimizasyon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optimizasyon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 / 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98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$32.800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7863840" y="6217920"/>
            <a:ext cx="3901440" cy="426720"/>
          </a:xfrm>
          <a:prstGeom prst="rect">
            <a:avLst/>
          </a:prstGeom>
          <a:solidFill>
            <a:srgbClr val="161616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5" name="Text 21"/>
          <p:cNvSpPr/>
          <p:nvPr/>
        </p:nvSpPr>
        <p:spPr>
          <a:xfrm>
            <a:off x="7863840" y="6217920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= ($267K ÷ $250K) × 100  =  106.8%</a:t>
            </a:r>
            <a:endParaRPr lang="en-US" sz="133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" name="Shape 1"/>
          <p:cNvSpPr/>
          <p:nvPr/>
        </p:nvSpPr>
        <p:spPr>
          <a:xfrm>
            <a:off x="0" y="97536"/>
            <a:ext cx="12192000" cy="99974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" name="Text 2"/>
          <p:cNvSpPr/>
          <p:nvPr/>
        </p:nvSpPr>
        <p:spPr>
          <a:xfrm>
            <a:off x="609600" y="146304"/>
            <a:ext cx="8534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Kapasite Planlama &amp; Optimizasyon Stratejisi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146304"/>
            <a:ext cx="2682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33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Cost Engineering</a:t>
            </a:r>
            <a:endParaRPr lang="en-US" sz="1333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87680" y="1243584"/>
          <a:ext cx="682752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620000" y="1243584"/>
            <a:ext cx="2133600" cy="792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8" name="Shape 5"/>
          <p:cNvSpPr/>
          <p:nvPr/>
        </p:nvSpPr>
        <p:spPr>
          <a:xfrm>
            <a:off x="7620000" y="1243584"/>
            <a:ext cx="79248" cy="79248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9" name="Text 6"/>
          <p:cNvSpPr/>
          <p:nvPr/>
        </p:nvSpPr>
        <p:spPr>
          <a:xfrm>
            <a:off x="7802880" y="1292352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Auto-Scaling</a:t>
            </a:r>
            <a:endParaRPr lang="en-US" sz="1333" dirty="0"/>
          </a:p>
        </p:txBody>
      </p:sp>
      <p:sp>
        <p:nvSpPr>
          <p:cNvPr id="10" name="Text 7"/>
          <p:cNvSpPr/>
          <p:nvPr/>
        </p:nvSpPr>
        <p:spPr>
          <a:xfrm>
            <a:off x="7802880" y="16093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E-ticaret için HPA + Cluster</a:t>
            </a:r>
            <a:endParaRPr lang="en-US" sz="1133" dirty="0"/>
          </a:p>
          <a:p>
            <a:r>
              <a:rPr lang="en-US" sz="11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Autoscaler (OpenShift)</a:t>
            </a:r>
            <a:endParaRPr lang="en-US" sz="1133" dirty="0"/>
          </a:p>
        </p:txBody>
      </p:sp>
      <p:sp>
        <p:nvSpPr>
          <p:cNvPr id="11" name="Shape 8"/>
          <p:cNvSpPr/>
          <p:nvPr/>
        </p:nvSpPr>
        <p:spPr>
          <a:xfrm>
            <a:off x="9936480" y="2157984"/>
            <a:ext cx="2133600" cy="792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2" name="Shape 9"/>
          <p:cNvSpPr/>
          <p:nvPr/>
        </p:nvSpPr>
        <p:spPr>
          <a:xfrm>
            <a:off x="9936480" y="2157984"/>
            <a:ext cx="79248" cy="79248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3" name="Text 10"/>
          <p:cNvSpPr/>
          <p:nvPr/>
        </p:nvSpPr>
        <p:spPr>
          <a:xfrm>
            <a:off x="10119360" y="2206752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 Instances</a:t>
            </a:r>
            <a:endParaRPr lang="en-US" sz="1333" dirty="0"/>
          </a:p>
        </p:txBody>
      </p:sp>
      <p:sp>
        <p:nvSpPr>
          <p:cNvPr id="14" name="Text 11"/>
          <p:cNvSpPr/>
          <p:nvPr/>
        </p:nvSpPr>
        <p:spPr>
          <a:xfrm>
            <a:off x="10119360" y="25237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 workload'lar 1-yıllık RI</a:t>
            </a:r>
            <a:endParaRPr lang="en-US" sz="1133" dirty="0"/>
          </a:p>
          <a:p>
            <a:r>
              <a:rPr lang="en-US" sz="11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~%30-40 compute tasarrufu</a:t>
            </a:r>
            <a:endParaRPr lang="en-US" sz="1133" dirty="0"/>
          </a:p>
        </p:txBody>
      </p:sp>
      <p:sp>
        <p:nvSpPr>
          <p:cNvPr id="15" name="Shape 12"/>
          <p:cNvSpPr/>
          <p:nvPr/>
        </p:nvSpPr>
        <p:spPr>
          <a:xfrm>
            <a:off x="7620000" y="3072384"/>
            <a:ext cx="2133600" cy="792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6" name="Shape 13"/>
          <p:cNvSpPr/>
          <p:nvPr/>
        </p:nvSpPr>
        <p:spPr>
          <a:xfrm>
            <a:off x="7620000" y="3072384"/>
            <a:ext cx="79248" cy="79248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7" name="Text 14"/>
          <p:cNvSpPr/>
          <p:nvPr/>
        </p:nvSpPr>
        <p:spPr>
          <a:xfrm>
            <a:off x="7802880" y="3121152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/ Preemptible</a:t>
            </a:r>
            <a:endParaRPr lang="en-US" sz="1333" dirty="0"/>
          </a:p>
        </p:txBody>
      </p:sp>
      <p:sp>
        <p:nvSpPr>
          <p:cNvPr id="18" name="Text 15"/>
          <p:cNvSpPr/>
          <p:nvPr/>
        </p:nvSpPr>
        <p:spPr>
          <a:xfrm>
            <a:off x="7802880" y="34381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 &amp; batch AI için spot</a:t>
            </a:r>
            <a:endParaRPr lang="en-US" sz="1133" dirty="0"/>
          </a:p>
          <a:p>
            <a:r>
              <a:rPr lang="en-US" sz="11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%70'e kadar düşer</a:t>
            </a:r>
            <a:endParaRPr lang="en-US" sz="1133" dirty="0"/>
          </a:p>
        </p:txBody>
      </p:sp>
      <p:sp>
        <p:nvSpPr>
          <p:cNvPr id="19" name="Shape 16"/>
          <p:cNvSpPr/>
          <p:nvPr/>
        </p:nvSpPr>
        <p:spPr>
          <a:xfrm>
            <a:off x="9936480" y="4047744"/>
            <a:ext cx="2133600" cy="792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0" name="Shape 17"/>
          <p:cNvSpPr/>
          <p:nvPr/>
        </p:nvSpPr>
        <p:spPr>
          <a:xfrm>
            <a:off x="9936480" y="4047744"/>
            <a:ext cx="79248" cy="79248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1" name="Text 18"/>
          <p:cNvSpPr/>
          <p:nvPr/>
        </p:nvSpPr>
        <p:spPr>
          <a:xfrm>
            <a:off x="10119360" y="4096512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Tiering</a:t>
            </a:r>
            <a:endParaRPr lang="en-US" sz="1333" dirty="0"/>
          </a:p>
        </p:txBody>
      </p:sp>
      <p:sp>
        <p:nvSpPr>
          <p:cNvPr id="22" name="Text 19"/>
          <p:cNvSpPr/>
          <p:nvPr/>
        </p:nvSpPr>
        <p:spPr>
          <a:xfrm>
            <a:off x="10119360" y="44135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gün → Glacier/Archive</a:t>
            </a:r>
            <a:endParaRPr lang="en-US" sz="1133" dirty="0"/>
          </a:p>
          <a:p>
            <a:r>
              <a:rPr lang="en-US" sz="11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lifecycle policy</a:t>
            </a:r>
            <a:endParaRPr lang="en-US" sz="1133" dirty="0"/>
          </a:p>
        </p:txBody>
      </p:sp>
      <p:sp>
        <p:nvSpPr>
          <p:cNvPr id="23" name="Shape 20"/>
          <p:cNvSpPr/>
          <p:nvPr/>
        </p:nvSpPr>
        <p:spPr>
          <a:xfrm>
            <a:off x="7620000" y="4962144"/>
            <a:ext cx="2133600" cy="792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4" name="Shape 21"/>
          <p:cNvSpPr/>
          <p:nvPr/>
        </p:nvSpPr>
        <p:spPr>
          <a:xfrm>
            <a:off x="7620000" y="4962144"/>
            <a:ext cx="79248" cy="792480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5" name="Text 22"/>
          <p:cNvSpPr/>
          <p:nvPr/>
        </p:nvSpPr>
        <p:spPr>
          <a:xfrm>
            <a:off x="7802880" y="5010912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Bin-pack</a:t>
            </a:r>
            <a:endParaRPr lang="en-US" sz="1333" dirty="0"/>
          </a:p>
        </p:txBody>
      </p:sp>
      <p:sp>
        <p:nvSpPr>
          <p:cNvPr id="26" name="Text 23"/>
          <p:cNvSpPr/>
          <p:nvPr/>
        </p:nvSpPr>
        <p:spPr>
          <a:xfrm>
            <a:off x="7802880" y="5327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E-ticaret + Katalog → K8s</a:t>
            </a:r>
            <a:endParaRPr lang="en-US" sz="1133" dirty="0"/>
          </a:p>
          <a:p>
            <a:r>
              <a:rPr lang="en-US" sz="11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verimliliği artar</a:t>
            </a:r>
            <a:endParaRPr lang="en-US" sz="1133" dirty="0"/>
          </a:p>
        </p:txBody>
      </p:sp>
      <p:sp>
        <p:nvSpPr>
          <p:cNvPr id="27" name="Shape 24"/>
          <p:cNvSpPr/>
          <p:nvPr/>
        </p:nvSpPr>
        <p:spPr>
          <a:xfrm>
            <a:off x="9936480" y="5876544"/>
            <a:ext cx="2133600" cy="792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8" name="Shape 25"/>
          <p:cNvSpPr/>
          <p:nvPr/>
        </p:nvSpPr>
        <p:spPr>
          <a:xfrm>
            <a:off x="9936480" y="5876544"/>
            <a:ext cx="79248" cy="792480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9" name="Text 26"/>
          <p:cNvSpPr/>
          <p:nvPr/>
        </p:nvSpPr>
        <p:spPr>
          <a:xfrm>
            <a:off x="10119360" y="5925312"/>
            <a:ext cx="1828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On-Demand</a:t>
            </a:r>
            <a:endParaRPr lang="en-US" sz="1333" dirty="0"/>
          </a:p>
        </p:txBody>
      </p:sp>
      <p:sp>
        <p:nvSpPr>
          <p:cNvPr id="30" name="Text 27"/>
          <p:cNvSpPr/>
          <p:nvPr/>
        </p:nvSpPr>
        <p:spPr>
          <a:xfrm>
            <a:off x="10119360" y="62423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modeli batch schedule</a:t>
            </a:r>
            <a:endParaRPr lang="en-US" sz="1133" dirty="0"/>
          </a:p>
          <a:p>
            <a:r>
              <a:rPr lang="en-US" sz="11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GPU yerine job-based</a:t>
            </a:r>
            <a:endParaRPr lang="en-US" sz="113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" name="Shape 1"/>
          <p:cNvSpPr/>
          <p:nvPr/>
        </p:nvSpPr>
        <p:spPr>
          <a:xfrm>
            <a:off x="0" y="97536"/>
            <a:ext cx="12192000" cy="99974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" name="Text 2"/>
          <p:cNvSpPr/>
          <p:nvPr/>
        </p:nvSpPr>
        <p:spPr>
          <a:xfrm>
            <a:off x="609600" y="146304"/>
            <a:ext cx="8534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Aylık Migrasyon Yol Haritası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146304"/>
            <a:ext cx="2682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33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Wave Plan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365760" y="1219200"/>
            <a:ext cx="2170176" cy="5242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7" name="Shape 5"/>
          <p:cNvSpPr/>
          <p:nvPr/>
        </p:nvSpPr>
        <p:spPr>
          <a:xfrm>
            <a:off x="365760" y="1219200"/>
            <a:ext cx="2170176" cy="79248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8" name="Text 6"/>
          <p:cNvSpPr/>
          <p:nvPr/>
        </p:nvSpPr>
        <p:spPr>
          <a:xfrm>
            <a:off x="487680" y="1316736"/>
            <a:ext cx="19263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393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0–1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7680" y="1645920"/>
            <a:ext cx="192633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Keşif &amp;</a:t>
            </a:r>
            <a:endParaRPr lang="en-US" sz="1600" dirty="0"/>
          </a:p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Ölçümleme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7680" y="2377440"/>
            <a:ext cx="1926336" cy="2438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1" name="Text 9"/>
          <p:cNvSpPr/>
          <p:nvPr/>
        </p:nvSpPr>
        <p:spPr>
          <a:xfrm>
            <a:off x="438912" y="24993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Envanter &amp; dependency map</a:t>
            </a:r>
            <a:endParaRPr lang="en-US" sz="1267" dirty="0"/>
          </a:p>
        </p:txBody>
      </p:sp>
      <p:sp>
        <p:nvSpPr>
          <p:cNvPr id="12" name="Text 10"/>
          <p:cNvSpPr/>
          <p:nvPr/>
        </p:nvSpPr>
        <p:spPr>
          <a:xfrm>
            <a:off x="438912" y="3328416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baseline oluştur</a:t>
            </a:r>
            <a:endParaRPr lang="en-US" sz="1267" dirty="0"/>
          </a:p>
        </p:txBody>
      </p:sp>
      <p:sp>
        <p:nvSpPr>
          <p:cNvPr id="13" name="Text 11"/>
          <p:cNvSpPr/>
          <p:nvPr/>
        </p:nvSpPr>
        <p:spPr>
          <a:xfrm>
            <a:off x="438912" y="415747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standartı tanımla</a:t>
            </a:r>
            <a:endParaRPr lang="en-US" sz="1267" dirty="0"/>
          </a:p>
        </p:txBody>
      </p:sp>
      <p:sp>
        <p:nvSpPr>
          <p:cNvPr id="14" name="Shape 12"/>
          <p:cNvSpPr/>
          <p:nvPr/>
        </p:nvSpPr>
        <p:spPr>
          <a:xfrm>
            <a:off x="365760" y="6096000"/>
            <a:ext cx="2170176" cy="402336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5" name="Text 13"/>
          <p:cNvSpPr/>
          <p:nvPr/>
        </p:nvSpPr>
        <p:spPr>
          <a:xfrm>
            <a:off x="365760" y="6096000"/>
            <a:ext cx="2170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2682240" y="1219200"/>
            <a:ext cx="2170176" cy="5242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7" name="Shape 15"/>
          <p:cNvSpPr/>
          <p:nvPr/>
        </p:nvSpPr>
        <p:spPr>
          <a:xfrm>
            <a:off x="2682240" y="1219200"/>
            <a:ext cx="2170176" cy="79248"/>
          </a:xfrm>
          <a:prstGeom prst="rect">
            <a:avLst/>
          </a:prstGeom>
          <a:solidFill>
            <a:srgbClr val="FF832B"/>
          </a:solidFill>
          <a:ln w="12700">
            <a:solidFill>
              <a:srgbClr val="FF832B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8" name="Text 16"/>
          <p:cNvSpPr/>
          <p:nvPr/>
        </p:nvSpPr>
        <p:spPr>
          <a:xfrm>
            <a:off x="2804160" y="1316736"/>
            <a:ext cx="19263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8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2–3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04160" y="1645920"/>
            <a:ext cx="192633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</a:t>
            </a:r>
            <a:endParaRPr lang="en-US" sz="1600" dirty="0"/>
          </a:p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804160" y="2377440"/>
            <a:ext cx="1926336" cy="2438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1" name="Text 19"/>
          <p:cNvSpPr/>
          <p:nvPr/>
        </p:nvSpPr>
        <p:spPr>
          <a:xfrm>
            <a:off x="2755392" y="24993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 scheduling</a:t>
            </a:r>
            <a:endParaRPr lang="en-US" sz="1267" dirty="0"/>
          </a:p>
        </p:txBody>
      </p:sp>
      <p:sp>
        <p:nvSpPr>
          <p:cNvPr id="22" name="Text 20"/>
          <p:cNvSpPr/>
          <p:nvPr/>
        </p:nvSpPr>
        <p:spPr>
          <a:xfrm>
            <a:off x="2755392" y="3328416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rightsizing</a:t>
            </a:r>
            <a:endParaRPr lang="en-US" sz="1267" dirty="0"/>
          </a:p>
        </p:txBody>
      </p:sp>
      <p:sp>
        <p:nvSpPr>
          <p:cNvPr id="23" name="Text 21"/>
          <p:cNvSpPr/>
          <p:nvPr/>
        </p:nvSpPr>
        <p:spPr>
          <a:xfrm>
            <a:off x="2755392" y="415747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 &amp; storage lifecycle</a:t>
            </a:r>
            <a:endParaRPr lang="en-US" sz="1267" dirty="0"/>
          </a:p>
        </p:txBody>
      </p:sp>
      <p:sp>
        <p:nvSpPr>
          <p:cNvPr id="24" name="Shape 22"/>
          <p:cNvSpPr/>
          <p:nvPr/>
        </p:nvSpPr>
        <p:spPr>
          <a:xfrm>
            <a:off x="2682240" y="6096000"/>
            <a:ext cx="2170176" cy="402336"/>
          </a:xfrm>
          <a:prstGeom prst="rect">
            <a:avLst/>
          </a:prstGeom>
          <a:solidFill>
            <a:srgbClr val="FF832B"/>
          </a:solidFill>
          <a:ln w="12700">
            <a:solidFill>
              <a:srgbClr val="FF832B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5" name="Text 23"/>
          <p:cNvSpPr/>
          <p:nvPr/>
        </p:nvSpPr>
        <p:spPr>
          <a:xfrm>
            <a:off x="2682240" y="6096000"/>
            <a:ext cx="2170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~$9.500/ay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4998720" y="1219200"/>
            <a:ext cx="2170176" cy="5242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7" name="Shape 25"/>
          <p:cNvSpPr/>
          <p:nvPr/>
        </p:nvSpPr>
        <p:spPr>
          <a:xfrm>
            <a:off x="4998720" y="1219200"/>
            <a:ext cx="2170176" cy="7924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8" name="Text 26"/>
          <p:cNvSpPr/>
          <p:nvPr/>
        </p:nvSpPr>
        <p:spPr>
          <a:xfrm>
            <a:off x="5120640" y="1316736"/>
            <a:ext cx="19263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4–6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1645920"/>
            <a:ext cx="192633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Uygulama</a:t>
            </a:r>
            <a:endParaRPr lang="en-US" sz="1600" dirty="0"/>
          </a:p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Optimizasyonu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20640" y="2377440"/>
            <a:ext cx="1926336" cy="2438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1" name="Text 29"/>
          <p:cNvSpPr/>
          <p:nvPr/>
        </p:nvSpPr>
        <p:spPr>
          <a:xfrm>
            <a:off x="5071872" y="24993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E-ticaret auto-scaling</a:t>
            </a:r>
            <a:endParaRPr lang="en-US" sz="1267" dirty="0"/>
          </a:p>
        </p:txBody>
      </p:sp>
      <p:sp>
        <p:nvSpPr>
          <p:cNvPr id="32" name="Text 30"/>
          <p:cNvSpPr/>
          <p:nvPr/>
        </p:nvSpPr>
        <p:spPr>
          <a:xfrm>
            <a:off x="5071872" y="3328416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+ Redis cache</a:t>
            </a:r>
            <a:endParaRPr lang="en-US" sz="1267" dirty="0"/>
          </a:p>
        </p:txBody>
      </p:sp>
      <p:sp>
        <p:nvSpPr>
          <p:cNvPr id="33" name="Text 31"/>
          <p:cNvSpPr/>
          <p:nvPr/>
        </p:nvSpPr>
        <p:spPr>
          <a:xfrm>
            <a:off x="5071872" y="415747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storage tiering</a:t>
            </a:r>
            <a:endParaRPr lang="en-US" sz="1267" dirty="0"/>
          </a:p>
        </p:txBody>
      </p:sp>
      <p:sp>
        <p:nvSpPr>
          <p:cNvPr id="34" name="Shape 32"/>
          <p:cNvSpPr/>
          <p:nvPr/>
        </p:nvSpPr>
        <p:spPr>
          <a:xfrm>
            <a:off x="4998720" y="6096000"/>
            <a:ext cx="2170176" cy="40233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5" name="Text 33"/>
          <p:cNvSpPr/>
          <p:nvPr/>
        </p:nvSpPr>
        <p:spPr>
          <a:xfrm>
            <a:off x="4998720" y="6096000"/>
            <a:ext cx="2170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~$21.000/ay</a:t>
            </a:r>
            <a:endParaRPr lang="en-US" sz="1467" dirty="0"/>
          </a:p>
        </p:txBody>
      </p:sp>
      <p:sp>
        <p:nvSpPr>
          <p:cNvPr id="36" name="Shape 34"/>
          <p:cNvSpPr/>
          <p:nvPr/>
        </p:nvSpPr>
        <p:spPr>
          <a:xfrm>
            <a:off x="7315200" y="1219200"/>
            <a:ext cx="2170176" cy="5242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7" name="Shape 35"/>
          <p:cNvSpPr/>
          <p:nvPr/>
        </p:nvSpPr>
        <p:spPr>
          <a:xfrm>
            <a:off x="7315200" y="1219200"/>
            <a:ext cx="2170176" cy="79248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8" name="Text 36"/>
          <p:cNvSpPr/>
          <p:nvPr/>
        </p:nvSpPr>
        <p:spPr>
          <a:xfrm>
            <a:off x="7437120" y="1316736"/>
            <a:ext cx="19263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8A3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7–9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37120" y="1645920"/>
            <a:ext cx="192633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Kritik Sistem</a:t>
            </a:r>
            <a:endParaRPr lang="en-US" sz="1600" dirty="0"/>
          </a:p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İyileştirme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37120" y="2377440"/>
            <a:ext cx="1926336" cy="2438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1" name="Text 39"/>
          <p:cNvSpPr/>
          <p:nvPr/>
        </p:nvSpPr>
        <p:spPr>
          <a:xfrm>
            <a:off x="7388352" y="24993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kapasite düzenleme</a:t>
            </a:r>
            <a:endParaRPr lang="en-US" sz="1267" dirty="0"/>
          </a:p>
        </p:txBody>
      </p:sp>
      <p:sp>
        <p:nvSpPr>
          <p:cNvPr id="42" name="Text 40"/>
          <p:cNvSpPr/>
          <p:nvPr/>
        </p:nvSpPr>
        <p:spPr>
          <a:xfrm>
            <a:off x="7388352" y="3328416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backup optimizasyonu</a:t>
            </a:r>
            <a:endParaRPr lang="en-US" sz="1267" dirty="0"/>
          </a:p>
        </p:txBody>
      </p:sp>
      <p:sp>
        <p:nvSpPr>
          <p:cNvPr id="43" name="Text 41"/>
          <p:cNvSpPr/>
          <p:nvPr/>
        </p:nvSpPr>
        <p:spPr>
          <a:xfrm>
            <a:off x="7388352" y="415747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planı &amp; on-prem reorg</a:t>
            </a:r>
            <a:endParaRPr lang="en-US" sz="1267" dirty="0"/>
          </a:p>
        </p:txBody>
      </p:sp>
      <p:sp>
        <p:nvSpPr>
          <p:cNvPr id="44" name="Shape 42"/>
          <p:cNvSpPr/>
          <p:nvPr/>
        </p:nvSpPr>
        <p:spPr>
          <a:xfrm>
            <a:off x="7315200" y="6096000"/>
            <a:ext cx="2170176" cy="402336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5" name="Text 43"/>
          <p:cNvSpPr/>
          <p:nvPr/>
        </p:nvSpPr>
        <p:spPr>
          <a:xfrm>
            <a:off x="7315200" y="6096000"/>
            <a:ext cx="2170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~$28.000/ay</a:t>
            </a:r>
            <a:endParaRPr lang="en-US" sz="1467" dirty="0"/>
          </a:p>
        </p:txBody>
      </p:sp>
      <p:sp>
        <p:nvSpPr>
          <p:cNvPr id="46" name="Shape 44"/>
          <p:cNvSpPr/>
          <p:nvPr/>
        </p:nvSpPr>
        <p:spPr>
          <a:xfrm>
            <a:off x="9631680" y="1219200"/>
            <a:ext cx="2170176" cy="5242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7" name="Shape 45"/>
          <p:cNvSpPr/>
          <p:nvPr/>
        </p:nvSpPr>
        <p:spPr>
          <a:xfrm>
            <a:off x="9631680" y="1219200"/>
            <a:ext cx="2170176" cy="79248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8" name="Text 46"/>
          <p:cNvSpPr/>
          <p:nvPr/>
        </p:nvSpPr>
        <p:spPr>
          <a:xfrm>
            <a:off x="9753600" y="1316736"/>
            <a:ext cx="192633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9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10–12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753600" y="1645920"/>
            <a:ext cx="1926336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Modernizasyon</a:t>
            </a:r>
            <a:endParaRPr lang="en-US" sz="1600" dirty="0"/>
          </a:p>
          <a:p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FinOps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753600" y="2377440"/>
            <a:ext cx="1926336" cy="2438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51" name="Text 49"/>
          <p:cNvSpPr/>
          <p:nvPr/>
        </p:nvSpPr>
        <p:spPr>
          <a:xfrm>
            <a:off x="9704832" y="24993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(OpenShift)</a:t>
            </a:r>
            <a:endParaRPr lang="en-US" sz="1267" dirty="0"/>
          </a:p>
        </p:txBody>
      </p:sp>
      <p:sp>
        <p:nvSpPr>
          <p:cNvPr id="52" name="Text 50"/>
          <p:cNvSpPr/>
          <p:nvPr/>
        </p:nvSpPr>
        <p:spPr>
          <a:xfrm>
            <a:off x="9704832" y="3328416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</a:t>
            </a:r>
            <a:endParaRPr lang="en-US" sz="1267" dirty="0"/>
          </a:p>
        </p:txBody>
      </p:sp>
      <p:sp>
        <p:nvSpPr>
          <p:cNvPr id="53" name="Text 51"/>
          <p:cNvSpPr/>
          <p:nvPr/>
        </p:nvSpPr>
        <p:spPr>
          <a:xfrm>
            <a:off x="9704832" y="415747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operating model</a:t>
            </a:r>
            <a:endParaRPr lang="en-US" sz="1267" dirty="0"/>
          </a:p>
        </p:txBody>
      </p:sp>
      <p:sp>
        <p:nvSpPr>
          <p:cNvPr id="54" name="Shape 52"/>
          <p:cNvSpPr/>
          <p:nvPr/>
        </p:nvSpPr>
        <p:spPr>
          <a:xfrm>
            <a:off x="9631680" y="6096000"/>
            <a:ext cx="2170176" cy="402336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55" name="Text 53"/>
          <p:cNvSpPr/>
          <p:nvPr/>
        </p:nvSpPr>
        <p:spPr>
          <a:xfrm>
            <a:off x="9631680" y="6096000"/>
            <a:ext cx="2170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~$32.800/ay</a:t>
            </a:r>
            <a:endParaRPr lang="en-US" sz="146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" name="Shape 1"/>
          <p:cNvSpPr/>
          <p:nvPr/>
        </p:nvSpPr>
        <p:spPr>
          <a:xfrm>
            <a:off x="0" y="97536"/>
            <a:ext cx="12192000" cy="99974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" name="Text 2"/>
          <p:cNvSpPr/>
          <p:nvPr/>
        </p:nvSpPr>
        <p:spPr>
          <a:xfrm>
            <a:off x="609600" y="146304"/>
            <a:ext cx="8534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Analizi, Yönetişim &amp; FinOps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146304"/>
            <a:ext cx="2682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33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Model</a:t>
            </a:r>
            <a:endParaRPr lang="en-US" sz="1333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87680" y="1243584"/>
          <a:ext cx="6949440" cy="5266944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Seviye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Olasılık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Önlem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migrasyon süreci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8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saat kesinti penceresi, kademeli rollout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maliyet artışı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A1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alert, tagging policy, FinOps ritual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KVKK / veri hassasiyeti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A1E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Müşteri DB on-prem'de tutulacak, DLP uygulansın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Performans regresyonu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8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Canary deployment, rollback &amp; smoke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Ekip yetkinlik açığı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2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Container/K8s eğitim bütçesi ($15K planlandı)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41920" y="1243584"/>
            <a:ext cx="2170176" cy="24140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8" name="Shape 5"/>
          <p:cNvSpPr/>
          <p:nvPr/>
        </p:nvSpPr>
        <p:spPr>
          <a:xfrm>
            <a:off x="7741920" y="1243584"/>
            <a:ext cx="79248" cy="241401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6" name="Text 6"/>
          <p:cNvSpPr/>
          <p:nvPr/>
        </p:nvSpPr>
        <p:spPr>
          <a:xfrm>
            <a:off x="7924800" y="1365504"/>
            <a:ext cx="1889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Tagging &amp; Ownership</a:t>
            </a:r>
            <a:endParaRPr lang="en-US" sz="1467" dirty="0"/>
          </a:p>
        </p:txBody>
      </p:sp>
      <p:sp>
        <p:nvSpPr>
          <p:cNvPr id="10" name="Shape 7"/>
          <p:cNvSpPr/>
          <p:nvPr/>
        </p:nvSpPr>
        <p:spPr>
          <a:xfrm>
            <a:off x="7924800" y="1828800"/>
            <a:ext cx="1767840" cy="2438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1" name="Text 8"/>
          <p:cNvSpPr/>
          <p:nvPr/>
        </p:nvSpPr>
        <p:spPr>
          <a:xfrm>
            <a:off x="7924800" y="1975104"/>
            <a:ext cx="18897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· Team · App etiketi zorunlu</a:t>
            </a:r>
            <a:endParaRPr lang="en-US" sz="1333" dirty="0"/>
          </a:p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Sahipsiz kaynak → otomatik alert</a:t>
            </a:r>
            <a:endParaRPr lang="en-US" sz="1333" dirty="0"/>
          </a:p>
        </p:txBody>
      </p:sp>
      <p:sp>
        <p:nvSpPr>
          <p:cNvPr id="12" name="Shape 9"/>
          <p:cNvSpPr/>
          <p:nvPr/>
        </p:nvSpPr>
        <p:spPr>
          <a:xfrm>
            <a:off x="10058400" y="1243584"/>
            <a:ext cx="2170176" cy="24140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3" name="Shape 10"/>
          <p:cNvSpPr/>
          <p:nvPr/>
        </p:nvSpPr>
        <p:spPr>
          <a:xfrm>
            <a:off x="10058400" y="1243584"/>
            <a:ext cx="79248" cy="241401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4" name="Text 11"/>
          <p:cNvSpPr/>
          <p:nvPr/>
        </p:nvSpPr>
        <p:spPr>
          <a:xfrm>
            <a:off x="10241280" y="1365504"/>
            <a:ext cx="1889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Alerts</a:t>
            </a:r>
            <a:endParaRPr lang="en-US" sz="1467" dirty="0"/>
          </a:p>
        </p:txBody>
      </p:sp>
      <p:sp>
        <p:nvSpPr>
          <p:cNvPr id="15" name="Shape 12"/>
          <p:cNvSpPr/>
          <p:nvPr/>
        </p:nvSpPr>
        <p:spPr>
          <a:xfrm>
            <a:off x="10241280" y="1828800"/>
            <a:ext cx="1767840" cy="2438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6" name="Text 13"/>
          <p:cNvSpPr/>
          <p:nvPr/>
        </p:nvSpPr>
        <p:spPr>
          <a:xfrm>
            <a:off x="10241280" y="1975104"/>
            <a:ext cx="18897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%80'de uyarı, %100'de notify</a:t>
            </a:r>
            <a:endParaRPr lang="en-US" sz="1333" dirty="0"/>
          </a:p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anomaly detection aktif</a:t>
            </a:r>
            <a:endParaRPr lang="en-US" sz="1333" dirty="0"/>
          </a:p>
        </p:txBody>
      </p:sp>
      <p:sp>
        <p:nvSpPr>
          <p:cNvPr id="17" name="Shape 14"/>
          <p:cNvSpPr/>
          <p:nvPr/>
        </p:nvSpPr>
        <p:spPr>
          <a:xfrm>
            <a:off x="7741920" y="3986784"/>
            <a:ext cx="2170176" cy="24140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8" name="Shape 15"/>
          <p:cNvSpPr/>
          <p:nvPr/>
        </p:nvSpPr>
        <p:spPr>
          <a:xfrm>
            <a:off x="7741920" y="3986784"/>
            <a:ext cx="79248" cy="2414016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9" name="Text 16"/>
          <p:cNvSpPr/>
          <p:nvPr/>
        </p:nvSpPr>
        <p:spPr>
          <a:xfrm>
            <a:off x="7924800" y="4108704"/>
            <a:ext cx="1889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 Ritüeli</a:t>
            </a:r>
            <a:endParaRPr lang="en-US" sz="1467" dirty="0"/>
          </a:p>
        </p:txBody>
      </p:sp>
      <p:sp>
        <p:nvSpPr>
          <p:cNvPr id="20" name="Shape 17"/>
          <p:cNvSpPr/>
          <p:nvPr/>
        </p:nvSpPr>
        <p:spPr>
          <a:xfrm>
            <a:off x="7924800" y="4572000"/>
            <a:ext cx="1767840" cy="2438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1" name="Text 18"/>
          <p:cNvSpPr/>
          <p:nvPr/>
        </p:nvSpPr>
        <p:spPr>
          <a:xfrm>
            <a:off x="7924800" y="4718304"/>
            <a:ext cx="18897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maliyet review toplantısı</a:t>
            </a:r>
            <a:endParaRPr lang="en-US" sz="1333" dirty="0"/>
          </a:p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Sprint'e FinOps backlog item eklenir</a:t>
            </a:r>
            <a:endParaRPr lang="en-US" sz="1333" dirty="0"/>
          </a:p>
        </p:txBody>
      </p:sp>
      <p:sp>
        <p:nvSpPr>
          <p:cNvPr id="22" name="Shape 19"/>
          <p:cNvSpPr/>
          <p:nvPr/>
        </p:nvSpPr>
        <p:spPr>
          <a:xfrm>
            <a:off x="10058400" y="3986784"/>
            <a:ext cx="2170176" cy="24140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3" name="Shape 20"/>
          <p:cNvSpPr/>
          <p:nvPr/>
        </p:nvSpPr>
        <p:spPr>
          <a:xfrm>
            <a:off x="10058400" y="3986784"/>
            <a:ext cx="79248" cy="2414016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4" name="Text 21"/>
          <p:cNvSpPr/>
          <p:nvPr/>
        </p:nvSpPr>
        <p:spPr>
          <a:xfrm>
            <a:off x="10241280" y="4108704"/>
            <a:ext cx="1889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467" dirty="0"/>
          </a:p>
        </p:txBody>
      </p:sp>
      <p:sp>
        <p:nvSpPr>
          <p:cNvPr id="25" name="Shape 22"/>
          <p:cNvSpPr/>
          <p:nvPr/>
        </p:nvSpPr>
        <p:spPr>
          <a:xfrm>
            <a:off x="10241280" y="4572000"/>
            <a:ext cx="1767840" cy="2438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6" name="Text 23"/>
          <p:cNvSpPr/>
          <p:nvPr/>
        </p:nvSpPr>
        <p:spPr>
          <a:xfrm>
            <a:off x="10241280" y="4718304"/>
            <a:ext cx="18897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monitoring: Prometheus + Grafana</a:t>
            </a:r>
            <a:endParaRPr lang="en-US" sz="1333" dirty="0"/>
          </a:p>
          <a:p>
            <a:r>
              <a:rPr lang="en-US" sz="1333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dashboard: ERP &amp; e-ticaret</a:t>
            </a:r>
            <a:endParaRPr lang="en-US" sz="133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" name="Shape 1"/>
          <p:cNvSpPr/>
          <p:nvPr/>
        </p:nvSpPr>
        <p:spPr>
          <a:xfrm>
            <a:off x="0" y="97536"/>
            <a:ext cx="12192000" cy="99974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4" name="Text 2"/>
          <p:cNvSpPr/>
          <p:nvPr/>
        </p:nvSpPr>
        <p:spPr>
          <a:xfrm>
            <a:off x="609600" y="146304"/>
            <a:ext cx="8534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Yıllık TCO Karşılaştırması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146304"/>
            <a:ext cx="2682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33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Ownership</a:t>
            </a:r>
            <a:endParaRPr lang="en-US" sz="1333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87680" y="1243584"/>
          <a:ext cx="6827520" cy="536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243584"/>
            <a:ext cx="414528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8" name="Shape 5"/>
          <p:cNvSpPr/>
          <p:nvPr/>
        </p:nvSpPr>
        <p:spPr>
          <a:xfrm>
            <a:off x="7680960" y="1243584"/>
            <a:ext cx="79248" cy="1158240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9" name="Text 6"/>
          <p:cNvSpPr/>
          <p:nvPr/>
        </p:nvSpPr>
        <p:spPr>
          <a:xfrm>
            <a:off x="7900416" y="1328928"/>
            <a:ext cx="377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393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$250,000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900416" y="1914144"/>
            <a:ext cx="377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Bütçesi  ·  İlk yıl limit içinde</a:t>
            </a:r>
            <a:endParaRPr lang="en-US" sz="1267" dirty="0"/>
          </a:p>
        </p:txBody>
      </p:sp>
      <p:sp>
        <p:nvSpPr>
          <p:cNvPr id="11" name="Shape 8"/>
          <p:cNvSpPr/>
          <p:nvPr/>
        </p:nvSpPr>
        <p:spPr>
          <a:xfrm>
            <a:off x="7680960" y="2584704"/>
            <a:ext cx="414528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2" name="Shape 9"/>
          <p:cNvSpPr/>
          <p:nvPr/>
        </p:nvSpPr>
        <p:spPr>
          <a:xfrm>
            <a:off x="7680960" y="2584704"/>
            <a:ext cx="79248" cy="115824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3" name="Text 10"/>
          <p:cNvSpPr/>
          <p:nvPr/>
        </p:nvSpPr>
        <p:spPr>
          <a:xfrm>
            <a:off x="7900416" y="2670048"/>
            <a:ext cx="377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$17,000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900416" y="3255264"/>
            <a:ext cx="377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 1 Net Kazanç  ·  Tasarruf eksi dönüşüm maliyeti</a:t>
            </a:r>
            <a:endParaRPr lang="en-US" sz="1267" dirty="0"/>
          </a:p>
        </p:txBody>
      </p:sp>
      <p:sp>
        <p:nvSpPr>
          <p:cNvPr id="15" name="Shape 12"/>
          <p:cNvSpPr/>
          <p:nvPr/>
        </p:nvSpPr>
        <p:spPr>
          <a:xfrm>
            <a:off x="7680960" y="3925824"/>
            <a:ext cx="414528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6" name="Shape 13"/>
          <p:cNvSpPr/>
          <p:nvPr/>
        </p:nvSpPr>
        <p:spPr>
          <a:xfrm>
            <a:off x="7680960" y="3925824"/>
            <a:ext cx="79248" cy="1158240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7" name="Text 14"/>
          <p:cNvSpPr/>
          <p:nvPr/>
        </p:nvSpPr>
        <p:spPr>
          <a:xfrm>
            <a:off x="7900416" y="4011168"/>
            <a:ext cx="377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9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$267,000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7900416" y="4596384"/>
            <a:ext cx="377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 2 Yıllık Tasarruf  ·  Tam optimizasyon etkisi</a:t>
            </a:r>
            <a:endParaRPr lang="en-US" sz="1267" dirty="0"/>
          </a:p>
        </p:txBody>
      </p:sp>
      <p:sp>
        <p:nvSpPr>
          <p:cNvPr id="19" name="Shape 16"/>
          <p:cNvSpPr/>
          <p:nvPr/>
        </p:nvSpPr>
        <p:spPr>
          <a:xfrm>
            <a:off x="7680960" y="5266944"/>
            <a:ext cx="414528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0" name="Shape 17"/>
          <p:cNvSpPr/>
          <p:nvPr/>
        </p:nvSpPr>
        <p:spPr>
          <a:xfrm>
            <a:off x="7680960" y="5266944"/>
            <a:ext cx="79248" cy="1158240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1" name="Text 18"/>
          <p:cNvSpPr/>
          <p:nvPr/>
        </p:nvSpPr>
        <p:spPr>
          <a:xfrm>
            <a:off x="7900416" y="5352288"/>
            <a:ext cx="377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33B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$906,000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7900416" y="5937504"/>
            <a:ext cx="377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Yıl TCO Tasarrufu  ·  Kümülatif toplam fayda</a:t>
            </a:r>
            <a:endParaRPr lang="en-US" sz="126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" name="Text 1"/>
          <p:cNvSpPr/>
          <p:nvPr/>
        </p:nvSpPr>
        <p:spPr>
          <a:xfrm>
            <a:off x="609600" y="51206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kern="0" spc="267" dirty="0">
                <a:solidFill>
                  <a:srgbClr val="33B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 VE ÖNERİLER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999744"/>
            <a:ext cx="109728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Kritik Adımda</a:t>
            </a:r>
            <a:endParaRPr lang="en-US" sz="4800" dirty="0"/>
          </a:p>
          <a:p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NovaRetail Dönüşümü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09600" y="2682240"/>
            <a:ext cx="10728960" cy="24384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6" name="Shape 4"/>
          <p:cNvSpPr/>
          <p:nvPr/>
        </p:nvSpPr>
        <p:spPr>
          <a:xfrm>
            <a:off x="609600" y="2926080"/>
            <a:ext cx="2097024" cy="3413760"/>
          </a:xfrm>
          <a:prstGeom prst="rect">
            <a:avLst/>
          </a:prstGeom>
          <a:solidFill>
            <a:srgbClr val="262626"/>
          </a:solidFill>
          <a:ln w="635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7" name="Shape 5"/>
          <p:cNvSpPr/>
          <p:nvPr/>
        </p:nvSpPr>
        <p:spPr>
          <a:xfrm>
            <a:off x="609600" y="2926080"/>
            <a:ext cx="2097024" cy="7924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8" name="Text 6"/>
          <p:cNvSpPr/>
          <p:nvPr/>
        </p:nvSpPr>
        <p:spPr>
          <a:xfrm>
            <a:off x="755904" y="3048000"/>
            <a:ext cx="18288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733" dirty="0"/>
          </a:p>
        </p:txBody>
      </p:sp>
      <p:sp>
        <p:nvSpPr>
          <p:cNvPr id="9" name="Shape 7"/>
          <p:cNvSpPr/>
          <p:nvPr/>
        </p:nvSpPr>
        <p:spPr>
          <a:xfrm>
            <a:off x="755904" y="3779520"/>
            <a:ext cx="1804416" cy="24384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0" name="Text 8"/>
          <p:cNvSpPr/>
          <p:nvPr/>
        </p:nvSpPr>
        <p:spPr>
          <a:xfrm>
            <a:off x="755904" y="3901440"/>
            <a:ext cx="180441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Dev/Test scheduling &amp; rightsizing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755904" y="4815840"/>
            <a:ext cx="1804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D8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$9.500/ay quick win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52928" y="2926080"/>
            <a:ext cx="2097024" cy="3413760"/>
          </a:xfrm>
          <a:prstGeom prst="rect">
            <a:avLst/>
          </a:prstGeom>
          <a:solidFill>
            <a:srgbClr val="262626"/>
          </a:solidFill>
          <a:ln w="635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3" name="Shape 11"/>
          <p:cNvSpPr/>
          <p:nvPr/>
        </p:nvSpPr>
        <p:spPr>
          <a:xfrm>
            <a:off x="2852928" y="2926080"/>
            <a:ext cx="2097024" cy="7924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4" name="Text 12"/>
          <p:cNvSpPr/>
          <p:nvPr/>
        </p:nvSpPr>
        <p:spPr>
          <a:xfrm>
            <a:off x="2999232" y="3048000"/>
            <a:ext cx="18288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733" dirty="0"/>
          </a:p>
        </p:txBody>
      </p:sp>
      <p:sp>
        <p:nvSpPr>
          <p:cNvPr id="15" name="Shape 13"/>
          <p:cNvSpPr/>
          <p:nvPr/>
        </p:nvSpPr>
        <p:spPr>
          <a:xfrm>
            <a:off x="2999232" y="3779520"/>
            <a:ext cx="1804416" cy="24384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6" name="Text 14"/>
          <p:cNvSpPr/>
          <p:nvPr/>
        </p:nvSpPr>
        <p:spPr>
          <a:xfrm>
            <a:off x="2999232" y="3901440"/>
            <a:ext cx="180441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E-ticaret auto-scaling &amp; CDN</a:t>
            </a:r>
            <a:endParaRPr lang="en-US" sz="1333" dirty="0"/>
          </a:p>
        </p:txBody>
      </p:sp>
      <p:sp>
        <p:nvSpPr>
          <p:cNvPr id="17" name="Text 15"/>
          <p:cNvSpPr/>
          <p:nvPr/>
        </p:nvSpPr>
        <p:spPr>
          <a:xfrm>
            <a:off x="2999232" y="4815840"/>
            <a:ext cx="1804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D8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Kampanya gecikme sorunu çözülür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96256" y="2926080"/>
            <a:ext cx="2097024" cy="3413760"/>
          </a:xfrm>
          <a:prstGeom prst="rect">
            <a:avLst/>
          </a:prstGeom>
          <a:solidFill>
            <a:srgbClr val="262626"/>
          </a:solidFill>
          <a:ln w="635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19" name="Shape 17"/>
          <p:cNvSpPr/>
          <p:nvPr/>
        </p:nvSpPr>
        <p:spPr>
          <a:xfrm>
            <a:off x="5096256" y="2926080"/>
            <a:ext cx="2097024" cy="79248"/>
          </a:xfrm>
          <a:prstGeom prst="rect">
            <a:avLst/>
          </a:prstGeom>
          <a:solidFill>
            <a:srgbClr val="8D8D8D"/>
          </a:solidFill>
          <a:ln w="12700">
            <a:solidFill>
              <a:srgbClr val="8D8D8D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0" name="Text 18"/>
          <p:cNvSpPr/>
          <p:nvPr/>
        </p:nvSpPr>
        <p:spPr>
          <a:xfrm>
            <a:off x="5242560" y="3048000"/>
            <a:ext cx="18288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733" dirty="0"/>
          </a:p>
        </p:txBody>
      </p:sp>
      <p:sp>
        <p:nvSpPr>
          <p:cNvPr id="21" name="Shape 19"/>
          <p:cNvSpPr/>
          <p:nvPr/>
        </p:nvSpPr>
        <p:spPr>
          <a:xfrm>
            <a:off x="5242560" y="3779520"/>
            <a:ext cx="1804416" cy="24384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2" name="Text 20"/>
          <p:cNvSpPr/>
          <p:nvPr/>
        </p:nvSpPr>
        <p:spPr>
          <a:xfrm>
            <a:off x="5242560" y="3901440"/>
            <a:ext cx="180441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&amp; Müşteri DB on-prem'de kalsın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5242560" y="4815840"/>
            <a:ext cx="1804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D8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&amp; latency koruması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39584" y="2926080"/>
            <a:ext cx="2097024" cy="3413760"/>
          </a:xfrm>
          <a:prstGeom prst="rect">
            <a:avLst/>
          </a:prstGeom>
          <a:solidFill>
            <a:srgbClr val="262626"/>
          </a:solidFill>
          <a:ln w="635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5" name="Shape 23"/>
          <p:cNvSpPr/>
          <p:nvPr/>
        </p:nvSpPr>
        <p:spPr>
          <a:xfrm>
            <a:off x="7339584" y="2926080"/>
            <a:ext cx="2097024" cy="79248"/>
          </a:xfrm>
          <a:prstGeom prst="rect">
            <a:avLst/>
          </a:prstGeom>
          <a:solidFill>
            <a:srgbClr val="33B1FF"/>
          </a:solidFill>
          <a:ln w="12700">
            <a:solidFill>
              <a:srgbClr val="33B1FF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6" name="Text 24"/>
          <p:cNvSpPr/>
          <p:nvPr/>
        </p:nvSpPr>
        <p:spPr>
          <a:xfrm>
            <a:off x="7485888" y="3048000"/>
            <a:ext cx="18288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33B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733" dirty="0"/>
          </a:p>
        </p:txBody>
      </p:sp>
      <p:sp>
        <p:nvSpPr>
          <p:cNvPr id="27" name="Shape 25"/>
          <p:cNvSpPr/>
          <p:nvPr/>
        </p:nvSpPr>
        <p:spPr>
          <a:xfrm>
            <a:off x="7485888" y="3779520"/>
            <a:ext cx="1804416" cy="24384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28" name="Text 26"/>
          <p:cNvSpPr/>
          <p:nvPr/>
        </p:nvSpPr>
        <p:spPr>
          <a:xfrm>
            <a:off x="7485888" y="3901440"/>
            <a:ext cx="180441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tiering + AI batch scheduling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7485888" y="4815840"/>
            <a:ext cx="1804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D8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israfı kapatılır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582912" y="2926080"/>
            <a:ext cx="2097024" cy="3413760"/>
          </a:xfrm>
          <a:prstGeom prst="rect">
            <a:avLst/>
          </a:prstGeom>
          <a:solidFill>
            <a:srgbClr val="262626"/>
          </a:solidFill>
          <a:ln w="635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1" name="Shape 29"/>
          <p:cNvSpPr/>
          <p:nvPr/>
        </p:nvSpPr>
        <p:spPr>
          <a:xfrm>
            <a:off x="9582912" y="2926080"/>
            <a:ext cx="2097024" cy="79248"/>
          </a:xfrm>
          <a:prstGeom prst="rect">
            <a:avLst/>
          </a:prstGeom>
          <a:solidFill>
            <a:srgbClr val="198038"/>
          </a:solidFill>
          <a:ln w="12700">
            <a:solidFill>
              <a:srgbClr val="198038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2" name="Text 30"/>
          <p:cNvSpPr/>
          <p:nvPr/>
        </p:nvSpPr>
        <p:spPr>
          <a:xfrm>
            <a:off x="9729216" y="3048000"/>
            <a:ext cx="18288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19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733" dirty="0"/>
          </a:p>
        </p:txBody>
      </p:sp>
      <p:sp>
        <p:nvSpPr>
          <p:cNvPr id="33" name="Shape 31"/>
          <p:cNvSpPr/>
          <p:nvPr/>
        </p:nvSpPr>
        <p:spPr>
          <a:xfrm>
            <a:off x="9729216" y="3779520"/>
            <a:ext cx="1804416" cy="24384"/>
          </a:xfrm>
          <a:prstGeom prst="rect">
            <a:avLst/>
          </a:prstGeom>
          <a:solidFill>
            <a:srgbClr val="393939"/>
          </a:solidFill>
          <a:ln w="12700">
            <a:solidFill>
              <a:srgbClr val="393939"/>
            </a:solidFill>
            <a:prstDash val="solid"/>
          </a:ln>
        </p:spPr>
        <p:txBody>
          <a:bodyPr/>
          <a:lstStyle/>
          <a:p>
            <a:endParaRPr lang="en-TR" sz="2400"/>
          </a:p>
        </p:txBody>
      </p:sp>
      <p:sp>
        <p:nvSpPr>
          <p:cNvPr id="34" name="Text 32"/>
          <p:cNvSpPr/>
          <p:nvPr/>
        </p:nvSpPr>
        <p:spPr>
          <a:xfrm>
            <a:off x="9729216" y="3901440"/>
            <a:ext cx="180441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 kültürü: tagging + budget alert</a:t>
            </a:r>
            <a:endParaRPr lang="en-US" sz="1333" dirty="0"/>
          </a:p>
        </p:txBody>
      </p:sp>
      <p:sp>
        <p:nvSpPr>
          <p:cNvPr id="35" name="Text 33"/>
          <p:cNvSpPr/>
          <p:nvPr/>
        </p:nvSpPr>
        <p:spPr>
          <a:xfrm>
            <a:off x="9729216" y="4815840"/>
            <a:ext cx="1804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D8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maliyet ritüeli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9600" y="6400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Expert Labs  ·  NovaRetail Teknoloji A.Ş.  ·  2026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7 combo slides">
  <a:themeElements>
    <a:clrScheme name="Custom IBV 2022 V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961FD"/>
      </a:accent1>
      <a:accent2>
        <a:srgbClr val="A56EFE"/>
      </a:accent2>
      <a:accent3>
        <a:srgbClr val="001D6C"/>
      </a:accent3>
      <a:accent4>
        <a:srgbClr val="009D99"/>
      </a:accent4>
      <a:accent5>
        <a:srgbClr val="32B0FF"/>
      </a:accent5>
      <a:accent6>
        <a:srgbClr val="8D8C8C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192E8"/>
        </a:solidFill>
        <a:ln w="19050">
          <a:noFill/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Bef>
            <a:spcPts val="1800"/>
          </a:spcBef>
          <a:defRPr sz="1800" dirty="0" err="1" smtClean="0">
            <a:solidFill>
              <a:schemeClr val="tx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Grey100">
      <a:srgbClr val="161616"/>
    </a:custClr>
    <a:custClr name="Grey90">
      <a:srgbClr val="262626"/>
    </a:custClr>
    <a:custClr name="Grey80">
      <a:srgbClr val="393939"/>
    </a:custClr>
    <a:custClr name="Grey70">
      <a:srgbClr val="525252"/>
    </a:custClr>
    <a:custClr name="Grey60">
      <a:srgbClr val="6F6F6F"/>
    </a:custClr>
    <a:custClr name="Grey50">
      <a:srgbClr val="8D8D8D"/>
    </a:custClr>
    <a:custClr name="Grey40">
      <a:srgbClr val="A8A8A8"/>
    </a:custClr>
    <a:custClr name="Grey30">
      <a:srgbClr val="C6C6C6"/>
    </a:custClr>
    <a:custClr name="Grey20">
      <a:srgbClr val="E0E0E0"/>
    </a:custClr>
    <a:custClr name="Grey10">
      <a:srgbClr val="F4F4F4"/>
    </a:custClr>
    <a:custClr name="Blue100">
      <a:srgbClr val="001141"/>
    </a:custClr>
    <a:custClr name="Blue90">
      <a:srgbClr val="001D6C"/>
    </a:custClr>
    <a:custClr name="Blue80">
      <a:srgbClr val="002D9C"/>
    </a:custClr>
    <a:custClr name="Blue70">
      <a:srgbClr val="0043CE"/>
    </a:custClr>
    <a:custClr name="Blue60">
      <a:srgbClr val="0F62FE"/>
    </a:custClr>
    <a:custClr name="Cyan50">
      <a:srgbClr val="1192E8"/>
    </a:custClr>
    <a:custClr name="Cyan40">
      <a:srgbClr val="33B1FF"/>
    </a:custClr>
    <a:custClr name="Cyan30">
      <a:srgbClr val="82CFFF"/>
    </a:custClr>
    <a:custClr name="Cyan20">
      <a:srgbClr val="BAE6FF"/>
    </a:custClr>
    <a:custClr name="Cyan10">
      <a:srgbClr val="E5F6FF"/>
    </a:custClr>
    <a:custClr name="Red60">
      <a:srgbClr val="DA1E28"/>
    </a:custClr>
    <a:custClr name="Red50">
      <a:srgbClr val="FA4D56"/>
    </a:custClr>
    <a:custClr name="Red30">
      <a:srgbClr val="FFB3B8"/>
    </a:custClr>
    <a:custClr name="Red20">
      <a:srgbClr val="FFD7D9"/>
    </a:custClr>
    <a:custClr name="Red10">
      <a:srgbClr val="FFF1F1"/>
    </a:custClr>
    <a:custClr name="Magenta60">
      <a:srgbClr val="D02670"/>
    </a:custClr>
    <a:custClr name="Magenta50">
      <a:srgbClr val="EE5396"/>
    </a:custClr>
    <a:custClr name="Magenta30">
      <a:srgbClr val="FFAFD2"/>
    </a:custClr>
    <a:custClr name="Magenta20">
      <a:srgbClr val="FFD6E8"/>
    </a:custClr>
    <a:custClr name="Magenta10">
      <a:srgbClr val="FFF0F7"/>
    </a:custClr>
    <a:custClr name="Purple60">
      <a:srgbClr val="8A3FFC"/>
    </a:custClr>
    <a:custClr name="Purple50">
      <a:srgbClr val="A56EFF"/>
    </a:custClr>
    <a:custClr name="Purple30">
      <a:srgbClr val="D4BBFF"/>
    </a:custClr>
    <a:custClr name="Purple20">
      <a:srgbClr val="E8DAFF"/>
    </a:custClr>
    <a:custClr name="Purple10">
      <a:srgbClr val="F6F2FF"/>
    </a:custClr>
    <a:custClr name="Teal60">
      <a:srgbClr val="007D79"/>
    </a:custClr>
    <a:custClr name="Teal50">
      <a:srgbClr val="009D9A"/>
    </a:custClr>
    <a:custClr name="Teal30">
      <a:srgbClr val="3DDBD9"/>
    </a:custClr>
    <a:custClr name="Teal20">
      <a:srgbClr val="9EF0F0"/>
    </a:custClr>
    <a:custClr name="Teal10">
      <a:srgbClr val="D9FBFB"/>
    </a:custClr>
    <a:custClr name="Green60">
      <a:srgbClr val="198038"/>
    </a:custClr>
    <a:custClr name="Green50">
      <a:srgbClr val="24A148"/>
    </a:custClr>
    <a:custClr name="Green30">
      <a:srgbClr val="6FDC8C"/>
    </a:custClr>
    <a:custClr name="Green20">
      <a:srgbClr val="A7F0BA"/>
    </a:custClr>
    <a:custClr name="Green10">
      <a:srgbClr val="DEFBE6"/>
    </a:custClr>
    <a:custClr name="Yellow30">
      <a:srgbClr val="F1C21B"/>
    </a:custClr>
    <a:custClr name="Yellow20">
      <a:srgbClr val="FDDC69"/>
    </a:custClr>
    <a:custClr name="Yellow10">
      <a:srgbClr val="FCF4D6"/>
    </a:custClr>
    <a:custClr name="Blue20">
      <a:srgbClr val="D0E2FF"/>
    </a:custClr>
    <a:custClr name="Blue10">
      <a:srgbClr val="EDF5FF"/>
    </a:custClr>
  </a:custClrLst>
  <a:extLst>
    <a:ext uri="{05A4C25C-085E-4340-85A3-A5531E510DB2}">
      <thm15:themeFamily xmlns:thm15="http://schemas.microsoft.com/office/thememl/2012/main" name="IBV quick-start master_2023" id="{BB2D0C5A-0E6C-9242-ADC0-BF675CDE970A}" vid="{510019EF-9BF5-0448-8E43-5EBFFA30911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1549</Words>
  <Application>Microsoft Macintosh PowerPoint</Application>
  <PresentationFormat>Widescreen</PresentationFormat>
  <Paragraphs>340</Paragraphs>
  <Slides>13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Aptos</vt:lpstr>
      <vt:lpstr>Arial</vt:lpstr>
      <vt:lpstr>Calibri</vt:lpstr>
      <vt:lpstr>IBM Plex Sans</vt:lpstr>
      <vt:lpstr>IBM Plex Sans Light</vt:lpstr>
      <vt:lpstr>IBM Plex Sans Medm</vt:lpstr>
      <vt:lpstr>Play</vt:lpstr>
      <vt:lpstr>System Font Regular</vt:lpstr>
      <vt:lpstr>1_Office Theme</vt:lpstr>
      <vt:lpstr>3_7 combo slides</vt:lpstr>
      <vt:lpstr>think-cell Slide</vt:lpstr>
      <vt:lpstr>IBM Hibrit Bulut Vaka Çalışması</vt:lpstr>
      <vt:lpstr>AI has disrupted productivity over decades; now, agentic AI introduces a new horizon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Ahmet Kivanc Guler</dc:creator>
  <cp:lastModifiedBy>Ahmet Kivanc Guler</cp:lastModifiedBy>
  <cp:revision>7</cp:revision>
  <dcterms:created xsi:type="dcterms:W3CDTF">2026-05-09T06:31:52Z</dcterms:created>
  <dcterms:modified xsi:type="dcterms:W3CDTF">2026-05-13T10:14:54Z</dcterms:modified>
</cp:coreProperties>
</file>